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3.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media/image6.jpeg" ContentType="image/jpeg"/>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907588" cy="6858000"/>
  <p:notesSz cx="6670675" cy="989647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
          <p:cNvSpPr/>
          <p:nvPr/>
        </p:nvSpPr>
        <p:spPr>
          <a:xfrm>
            <a:off x="0" y="0"/>
            <a:ext cx="6670800" cy="9896400"/>
          </a:xfrm>
          <a:prstGeom prst="rect">
            <a:avLst/>
          </a:prstGeom>
          <a:solidFill>
            <a:srgbClr val="ffffff"/>
          </a:solidFill>
          <a:ln w="9360">
            <a:noFill/>
          </a:ln>
        </p:spPr>
        <p:txBody>
          <a:bodyPr lIns="90000" rIns="90000" tIns="45000" bIns="45000" anchor="ctr" anchorCtr="1">
            <a:noAutofit/>
          </a:bodyPr>
          <a:p>
            <a:endParaRPr b="0" lang="en-US" sz="1900" strike="noStrike" u="none">
              <a:solidFill>
                <a:srgbClr val="ffffff"/>
              </a:solidFill>
              <a:effectLst/>
              <a:uFillTx/>
              <a:latin typeface="VNI-Times"/>
            </a:endParaRPr>
          </a:p>
        </p:txBody>
      </p:sp>
      <p:sp>
        <p:nvSpPr>
          <p:cNvPr id="46" name=""/>
          <p:cNvSpPr/>
          <p:nvPr/>
        </p:nvSpPr>
        <p:spPr>
          <a:xfrm>
            <a:off x="0" y="0"/>
            <a:ext cx="6670800" cy="9896400"/>
          </a:xfrm>
          <a:custGeom>
            <a:avLst/>
            <a:gdLst>
              <a:gd name="textAreaLeft" fmla="*/ 360 w 6670800"/>
              <a:gd name="textAreaRight" fmla="*/ 6670440 w 6670800"/>
              <a:gd name="textAreaTop" fmla="*/ 360 h 9896400"/>
              <a:gd name="textAreaBottom" fmla="*/ 9896040 h 9896400"/>
            </a:gdLst>
            <a:ahLst/>
            <a:cxnLst/>
            <a:rect l="textAreaLeft" t="textAreaTop" r="textAreaRight" b="textAreaBottom"/>
            <a:pathLst>
              <a:path w="21600" h="32044">
                <a:moveTo>
                  <a:pt x="5" y="0"/>
                </a:moveTo>
                <a:arcTo wR="5" hR="5" stAng="16200000" swAng="-5400000"/>
                <a:lnTo>
                  <a:pt x="0" y="32039"/>
                </a:lnTo>
                <a:arcTo wR="5" hR="5" stAng="10800000" swAng="-5400000"/>
                <a:lnTo>
                  <a:pt x="21595" y="32044"/>
                </a:lnTo>
                <a:arcTo wR="5" hR="5" stAng="5400000" swAng="-5400000"/>
                <a:lnTo>
                  <a:pt x="21600" y="5"/>
                </a:lnTo>
                <a:arcTo wR="5" hR="5" stAng="0" swAng="-5400000"/>
                <a:close/>
              </a:path>
            </a:pathLst>
          </a:custGeom>
          <a:solidFill>
            <a:srgbClr val="ffffff"/>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7" name=""/>
          <p:cNvSpPr/>
          <p:nvPr/>
        </p:nvSpPr>
        <p:spPr>
          <a:xfrm>
            <a:off x="0" y="0"/>
            <a:ext cx="6670800" cy="9896400"/>
          </a:xfrm>
          <a:custGeom>
            <a:avLst/>
            <a:gdLst>
              <a:gd name="textAreaLeft" fmla="*/ 360 w 6670800"/>
              <a:gd name="textAreaRight" fmla="*/ 6670440 w 6670800"/>
              <a:gd name="textAreaTop" fmla="*/ 360 h 9896400"/>
              <a:gd name="textAreaBottom" fmla="*/ 9896040 h 9896400"/>
            </a:gdLst>
            <a:ahLst/>
            <a:cxnLst/>
            <a:rect l="textAreaLeft" t="textAreaTop" r="textAreaRight" b="textAreaBottom"/>
            <a:pathLst>
              <a:path w="21600" h="32044">
                <a:moveTo>
                  <a:pt x="5" y="0"/>
                </a:moveTo>
                <a:arcTo wR="5" hR="5" stAng="16200000" swAng="-5400000"/>
                <a:lnTo>
                  <a:pt x="0" y="32039"/>
                </a:lnTo>
                <a:arcTo wR="5" hR="5" stAng="10800000" swAng="-5400000"/>
                <a:lnTo>
                  <a:pt x="21595" y="32044"/>
                </a:lnTo>
                <a:arcTo wR="5" hR="5" stAng="5400000" swAng="-5400000"/>
                <a:lnTo>
                  <a:pt x="21600" y="5"/>
                </a:lnTo>
                <a:arcTo wR="5" hR="5" stAng="0" swAng="-5400000"/>
                <a:close/>
              </a:path>
            </a:pathLst>
          </a:custGeom>
          <a:solidFill>
            <a:srgbClr val="ffffff"/>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8" name=""/>
          <p:cNvSpPr/>
          <p:nvPr/>
        </p:nvSpPr>
        <p:spPr>
          <a:xfrm>
            <a:off x="0" y="0"/>
            <a:ext cx="6670800" cy="9896400"/>
          </a:xfrm>
          <a:custGeom>
            <a:avLst/>
            <a:gdLst>
              <a:gd name="textAreaLeft" fmla="*/ 360 w 6670800"/>
              <a:gd name="textAreaRight" fmla="*/ 6670440 w 6670800"/>
              <a:gd name="textAreaTop" fmla="*/ 360 h 9896400"/>
              <a:gd name="textAreaBottom" fmla="*/ 9896040 h 9896400"/>
            </a:gdLst>
            <a:ahLst/>
            <a:cxnLst/>
            <a:rect l="textAreaLeft" t="textAreaTop" r="textAreaRight" b="textAreaBottom"/>
            <a:pathLst>
              <a:path w="21600" h="32044">
                <a:moveTo>
                  <a:pt x="5" y="0"/>
                </a:moveTo>
                <a:arcTo wR="5" hR="5" stAng="16200000" swAng="-5400000"/>
                <a:lnTo>
                  <a:pt x="0" y="32039"/>
                </a:lnTo>
                <a:arcTo wR="5" hR="5" stAng="10800000" swAng="-5400000"/>
                <a:lnTo>
                  <a:pt x="21595" y="32044"/>
                </a:lnTo>
                <a:arcTo wR="5" hR="5" stAng="5400000" swAng="-5400000"/>
                <a:lnTo>
                  <a:pt x="21600" y="5"/>
                </a:lnTo>
                <a:arcTo wR="5" hR="5" stAng="0" swAng="-5400000"/>
                <a:close/>
              </a:path>
            </a:pathLst>
          </a:custGeom>
          <a:solidFill>
            <a:srgbClr val="ffffff"/>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9" name=""/>
          <p:cNvSpPr/>
          <p:nvPr/>
        </p:nvSpPr>
        <p:spPr>
          <a:xfrm>
            <a:off x="0" y="0"/>
            <a:ext cx="6670800" cy="9896400"/>
          </a:xfrm>
          <a:custGeom>
            <a:avLst/>
            <a:gdLst>
              <a:gd name="textAreaLeft" fmla="*/ 360 w 6670800"/>
              <a:gd name="textAreaRight" fmla="*/ 6670440 w 6670800"/>
              <a:gd name="textAreaTop" fmla="*/ 360 h 9896400"/>
              <a:gd name="textAreaBottom" fmla="*/ 9896040 h 9896400"/>
            </a:gdLst>
            <a:ahLst/>
            <a:cxnLst/>
            <a:rect l="textAreaLeft" t="textAreaTop" r="textAreaRight" b="textAreaBottom"/>
            <a:pathLst>
              <a:path w="21600" h="32044">
                <a:moveTo>
                  <a:pt x="5" y="0"/>
                </a:moveTo>
                <a:arcTo wR="5" hR="5" stAng="16200000" swAng="-5400000"/>
                <a:lnTo>
                  <a:pt x="0" y="32039"/>
                </a:lnTo>
                <a:arcTo wR="5" hR="5" stAng="10800000" swAng="-5400000"/>
                <a:lnTo>
                  <a:pt x="21595" y="32044"/>
                </a:lnTo>
                <a:arcTo wR="5" hR="5" stAng="5400000" swAng="-5400000"/>
                <a:lnTo>
                  <a:pt x="21600" y="5"/>
                </a:lnTo>
                <a:arcTo wR="5" hR="5" stAng="0" swAng="-5400000"/>
                <a:close/>
              </a:path>
            </a:pathLst>
          </a:custGeom>
          <a:solidFill>
            <a:srgbClr val="ffffff"/>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0" name=""/>
          <p:cNvSpPr/>
          <p:nvPr/>
        </p:nvSpPr>
        <p:spPr>
          <a:xfrm>
            <a:off x="0" y="0"/>
            <a:ext cx="2889360" cy="49536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1" name=""/>
          <p:cNvSpPr/>
          <p:nvPr/>
        </p:nvSpPr>
        <p:spPr>
          <a:xfrm>
            <a:off x="3780000" y="0"/>
            <a:ext cx="2889000" cy="49536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2" name="PlaceHolder 1"/>
          <p:cNvSpPr>
            <a:spLocks noGrp="1"/>
          </p:cNvSpPr>
          <p:nvPr>
            <p:ph type="sldImg"/>
          </p:nvPr>
        </p:nvSpPr>
        <p:spPr>
          <a:xfrm>
            <a:off x="657000" y="743040"/>
            <a:ext cx="5352840" cy="3703680"/>
          </a:xfrm>
          <a:prstGeom prst="rect">
            <a:avLst/>
          </a:prstGeom>
          <a:noFill/>
          <a:ln w="9360">
            <a:solidFill>
              <a:srgbClr val="000000"/>
            </a:solidFill>
            <a:miter/>
          </a:ln>
        </p:spPr>
        <p:txBody>
          <a:bodyPr lIns="90000" rIns="90000" tIns="46800" bIns="46800" anchor="ctr">
            <a:noAutofit/>
          </a:bodyPr>
          <a:p>
            <a:pPr algn="ctr">
              <a:spcBef>
                <a:spcPts val="51"/>
              </a:spcBef>
              <a:spcAft>
                <a:spcPts val="51"/>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600" strike="noStrike" u="none">
                <a:solidFill>
                  <a:srgbClr val="ffffff"/>
                </a:solidFill>
                <a:effectLst/>
                <a:uFillTx/>
                <a:latin typeface="Arial"/>
              </a:rPr>
              <a:t>Click to move the slide</a:t>
            </a:r>
            <a:endParaRPr b="0" lang="en-US" sz="4600" strike="noStrike" u="none">
              <a:solidFill>
                <a:srgbClr val="ffffff"/>
              </a:solidFill>
              <a:effectLst/>
              <a:uFillTx/>
              <a:latin typeface="Arial"/>
            </a:endParaRPr>
          </a:p>
        </p:txBody>
      </p:sp>
      <p:sp>
        <p:nvSpPr>
          <p:cNvPr id="53" name="PlaceHolder 2"/>
          <p:cNvSpPr>
            <a:spLocks noGrp="1"/>
          </p:cNvSpPr>
          <p:nvPr>
            <p:ph type="body"/>
          </p:nvPr>
        </p:nvSpPr>
        <p:spPr>
          <a:xfrm>
            <a:off x="888480" y="4701960"/>
            <a:ext cx="4884840" cy="4444920"/>
          </a:xfrm>
          <a:prstGeom prst="rect">
            <a:avLst/>
          </a:prstGeom>
          <a:noFill/>
          <a:ln w="0">
            <a:noFill/>
          </a:ln>
        </p:spPr>
        <p:txBody>
          <a:bodyPr lIns="90000" rIns="90000" tIns="46800" bIns="4680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Times New Roman"/>
              </a:rPr>
              <a:t>Click to edit the notes format</a:t>
            </a:r>
            <a:endParaRPr b="0" lang="en-US" sz="1200" strike="noStrike" u="none">
              <a:solidFill>
                <a:srgbClr val="000000"/>
              </a:solidFill>
              <a:effectLst/>
              <a:uFillTx/>
              <a:latin typeface="Times New Roman"/>
            </a:endParaRPr>
          </a:p>
        </p:txBody>
      </p:sp>
      <p:sp>
        <p:nvSpPr>
          <p:cNvPr id="54" name=""/>
          <p:cNvSpPr/>
          <p:nvPr/>
        </p:nvSpPr>
        <p:spPr>
          <a:xfrm>
            <a:off x="0" y="9401040"/>
            <a:ext cx="2889360" cy="49536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5" name="PlaceHolder 3"/>
          <p:cNvSpPr>
            <a:spLocks noGrp="1"/>
          </p:cNvSpPr>
          <p:nvPr>
            <p:ph type="sldNum" idx="2"/>
          </p:nvPr>
        </p:nvSpPr>
        <p:spPr>
          <a:xfrm>
            <a:off x="3780000" y="9400680"/>
            <a:ext cx="2882880" cy="489240"/>
          </a:xfrm>
          <a:prstGeom prst="rect">
            <a:avLst/>
          </a:prstGeom>
          <a:noFill/>
          <a:ln w="0">
            <a:noFill/>
          </a:ln>
        </p:spPr>
        <p:txBody>
          <a:bodyPr lIns="90000" rIns="90000" tIns="46800" bIns="46800" anchor="b">
            <a:noAutofit/>
          </a:bodyPr>
          <a:lstStyle>
            <a:lvl1pPr indent="0" algn="r">
              <a:lnSpc>
                <a:spcPct val="100000"/>
              </a:lnSpc>
              <a:spcBef>
                <a:spcPts val="51"/>
              </a:spcBef>
              <a:spcAft>
                <a:spcPts val="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defRPr b="0" lang="en-US" sz="1200" strike="noStrike" u="none">
                <a:solidFill>
                  <a:srgbClr val="000000"/>
                </a:solidFill>
                <a:effectLst/>
                <a:uFillTx/>
                <a:latin typeface=".VnArial"/>
                <a:ea typeface="DejaVu Sans"/>
              </a:defRPr>
            </a:lvl1pPr>
          </a:lstStyle>
          <a:p>
            <a:pPr indent="0" algn="r">
              <a:lnSpc>
                <a:spcPct val="100000"/>
              </a:lnSpc>
              <a:spcBef>
                <a:spcPts val="51"/>
              </a:spcBef>
              <a:spcAft>
                <a:spcPts val="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785B5E15-D954-45AF-81BC-E2B802636466}" type="slidenum">
              <a:rPr b="0" lang="en-US" sz="1200" strike="noStrike" u="none">
                <a:solidFill>
                  <a:srgbClr val="000000"/>
                </a:solidFill>
                <a:effectLst/>
                <a:uFillTx/>
                <a:latin typeface=".VnArial"/>
                <a:ea typeface="DejaVu Sans"/>
              </a:rPr>
              <a:t>&lt;number&gt;</a:t>
            </a:fld>
            <a:endParaRPr b="0" lang="en-US"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657360" y="743040"/>
            <a:ext cx="5359320" cy="3709800"/>
          </a:xfrm>
          <a:prstGeom prst="rect">
            <a:avLst/>
          </a:prstGeom>
          <a:ln w="0">
            <a:noFill/>
          </a:ln>
        </p:spPr>
      </p:sp>
      <p:sp>
        <p:nvSpPr>
          <p:cNvPr id="151"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52"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E34E87F2-0A6B-4C9C-8305-928CF2A610F8}"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657360" y="743040"/>
            <a:ext cx="5359320" cy="3709800"/>
          </a:xfrm>
          <a:prstGeom prst="rect">
            <a:avLst/>
          </a:prstGeom>
          <a:ln w="0">
            <a:noFill/>
          </a:ln>
        </p:spPr>
      </p:sp>
      <p:sp>
        <p:nvSpPr>
          <p:cNvPr id="154"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55"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0B5481DD-02E1-4AA0-A6EA-06353082C02C}"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657360" y="743040"/>
            <a:ext cx="5359320" cy="3709800"/>
          </a:xfrm>
          <a:prstGeom prst="rect">
            <a:avLst/>
          </a:prstGeom>
          <a:ln w="0">
            <a:noFill/>
          </a:ln>
        </p:spPr>
      </p:sp>
      <p:sp>
        <p:nvSpPr>
          <p:cNvPr id="157"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58"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C600F067-B0C5-4462-99A6-1CAF34D53267}"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57360" y="743040"/>
            <a:ext cx="5359320" cy="3709800"/>
          </a:xfrm>
          <a:prstGeom prst="rect">
            <a:avLst/>
          </a:prstGeom>
          <a:ln w="0">
            <a:noFill/>
          </a:ln>
        </p:spPr>
      </p:sp>
      <p:sp>
        <p:nvSpPr>
          <p:cNvPr id="160"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61"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D45FC88E-8B76-4F79-A23D-3E1E1A4B55A6}"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657360" y="743040"/>
            <a:ext cx="5359320" cy="3709800"/>
          </a:xfrm>
          <a:prstGeom prst="rect">
            <a:avLst/>
          </a:prstGeom>
          <a:ln w="0">
            <a:noFill/>
          </a:ln>
        </p:spPr>
      </p:sp>
      <p:sp>
        <p:nvSpPr>
          <p:cNvPr id="163"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64"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D84D9CC4-0102-442B-AFC6-609A5291601A}"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657360" y="743040"/>
            <a:ext cx="5359320" cy="3709800"/>
          </a:xfrm>
          <a:prstGeom prst="rect">
            <a:avLst/>
          </a:prstGeom>
          <a:ln w="0">
            <a:noFill/>
          </a:ln>
        </p:spPr>
      </p:sp>
      <p:sp>
        <p:nvSpPr>
          <p:cNvPr id="166"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67"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38AA69D1-9943-47BB-8E0B-F987FC0A542D}"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57360" y="743040"/>
            <a:ext cx="5359320" cy="3709800"/>
          </a:xfrm>
          <a:prstGeom prst="rect">
            <a:avLst/>
          </a:prstGeom>
          <a:ln w="0">
            <a:noFill/>
          </a:ln>
        </p:spPr>
      </p:sp>
      <p:sp>
        <p:nvSpPr>
          <p:cNvPr id="169"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70"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9A59C9E8-0C98-4D42-B12F-64C5105B0A02}"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57360" y="743040"/>
            <a:ext cx="5359320" cy="3709800"/>
          </a:xfrm>
          <a:prstGeom prst="rect">
            <a:avLst/>
          </a:prstGeom>
          <a:ln w="0">
            <a:noFill/>
          </a:ln>
        </p:spPr>
      </p:sp>
      <p:sp>
        <p:nvSpPr>
          <p:cNvPr id="172"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73"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990F84A5-BFD2-4D66-958B-A1F6A670C359}"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657360" y="743040"/>
            <a:ext cx="5359320" cy="3709800"/>
          </a:xfrm>
          <a:prstGeom prst="rect">
            <a:avLst/>
          </a:prstGeom>
          <a:ln w="0">
            <a:noFill/>
          </a:ln>
        </p:spPr>
      </p:sp>
      <p:sp>
        <p:nvSpPr>
          <p:cNvPr id="175"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76"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DDFEEBC9-8E3E-4AE9-A3C3-E33D8A9B87D5}"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657360" y="743040"/>
            <a:ext cx="5359320" cy="3709800"/>
          </a:xfrm>
          <a:prstGeom prst="rect">
            <a:avLst/>
          </a:prstGeom>
          <a:ln w="0">
            <a:noFill/>
          </a:ln>
        </p:spPr>
      </p:sp>
      <p:sp>
        <p:nvSpPr>
          <p:cNvPr id="178"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79"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128C4BCB-7570-43A5-A2F0-66CF21D37352}"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657360" y="743040"/>
            <a:ext cx="5359320" cy="3709800"/>
          </a:xfrm>
          <a:prstGeom prst="rect">
            <a:avLst/>
          </a:prstGeom>
          <a:ln w="0">
            <a:noFill/>
          </a:ln>
        </p:spPr>
      </p:sp>
      <p:sp>
        <p:nvSpPr>
          <p:cNvPr id="181"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82"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5CF457A5-A3D0-4510-B90B-F7EF3FD27E54}"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657360" y="743040"/>
            <a:ext cx="5359320" cy="3709800"/>
          </a:xfrm>
          <a:prstGeom prst="rect">
            <a:avLst/>
          </a:prstGeom>
          <a:ln w="0">
            <a:noFill/>
          </a:ln>
        </p:spPr>
      </p:sp>
      <p:sp>
        <p:nvSpPr>
          <p:cNvPr id="184"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85"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23147553-6A52-4A83-95FF-39CF52086281}"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57360" y="743040"/>
            <a:ext cx="5359320" cy="3709800"/>
          </a:xfrm>
          <a:prstGeom prst="rect">
            <a:avLst/>
          </a:prstGeom>
          <a:ln w="0">
            <a:noFill/>
          </a:ln>
        </p:spPr>
      </p:sp>
      <p:sp>
        <p:nvSpPr>
          <p:cNvPr id="187"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88"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65181C9C-F462-460D-B564-924A1C4DC715}"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57360" y="743040"/>
            <a:ext cx="5359320" cy="3709800"/>
          </a:xfrm>
          <a:prstGeom prst="rect">
            <a:avLst/>
          </a:prstGeom>
          <a:ln w="0">
            <a:noFill/>
          </a:ln>
        </p:spPr>
      </p:sp>
      <p:sp>
        <p:nvSpPr>
          <p:cNvPr id="190"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91"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0C53A7F5-319A-4D84-97B4-E9CC150B15B7}"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57360" y="743040"/>
            <a:ext cx="5359320" cy="3709800"/>
          </a:xfrm>
          <a:prstGeom prst="rect">
            <a:avLst/>
          </a:prstGeom>
          <a:ln w="0">
            <a:noFill/>
          </a:ln>
        </p:spPr>
      </p:sp>
      <p:sp>
        <p:nvSpPr>
          <p:cNvPr id="193"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94"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E39D29D5-C0C0-47D5-998D-1D30D0673FE3}"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grpSp>
        <p:nvGrpSpPr>
          <p:cNvPr id="0" name=""/>
          <p:cNvGrpSpPr/>
          <p:nvPr/>
        </p:nvGrpSpPr>
        <p:grpSpPr>
          <a:xfrm>
            <a:off x="0" y="0"/>
            <a:ext cx="9899640" cy="6850080"/>
            <a:chOff x="0" y="0"/>
            <a:chExt cx="9899640" cy="6850080"/>
          </a:xfrm>
        </p:grpSpPr>
        <p:sp>
          <p:nvSpPr>
            <p:cNvPr id="1" name=""/>
            <p:cNvSpPr/>
            <p:nvPr/>
          </p:nvSpPr>
          <p:spPr>
            <a:xfrm>
              <a:off x="0" y="19080"/>
              <a:ext cx="9898200" cy="5189400"/>
            </a:xfrm>
            <a:custGeom>
              <a:avLst/>
              <a:gdLst>
                <a:gd name="GluePoint1X" fmla="*/ 3193 w 9898200"/>
                <a:gd name="GluePoint1Y" fmla="*/ 1816 h 5189400"/>
                <a:gd name="GluePoint2X" fmla="*/ 0 w 9898200"/>
                <a:gd name="GluePoint2Y" fmla="*/ 0 h 5189400"/>
                <a:gd name="GluePoint3X" fmla="*/ 0 w 9898200"/>
                <a:gd name="GluePoint3Y" fmla="*/ 522 h 5189400"/>
                <a:gd name="GluePoint4X" fmla="*/ 3037 w 9898200"/>
                <a:gd name="GluePoint4Y" fmla="*/ 1978 h 5189400"/>
                <a:gd name="GluePoint5X" fmla="*/ 5740 w 9898200"/>
                <a:gd name="GluePoint5Y" fmla="*/ 3273 h 5189400"/>
                <a:gd name="GluePoint6X" fmla="*/ 5740 w 9898200"/>
                <a:gd name="GluePoint6Y" fmla="*/ 3267 h 5189400"/>
                <a:gd name="GluePoint7X" fmla="*/ 3193 w 9898200"/>
                <a:gd name="GluePoint7Y" fmla="*/ 1816 h 5189400"/>
                <a:gd name="GluePoint8X" fmla="*/ 3193 w 9898200"/>
                <a:gd name="GluePoint8Y" fmla="*/ 1816 h 51894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 name=""/>
            <p:cNvSpPr/>
            <p:nvPr/>
          </p:nvSpPr>
          <p:spPr>
            <a:xfrm>
              <a:off x="255600" y="0"/>
              <a:ext cx="9642600" cy="5141880"/>
            </a:xfrm>
            <a:custGeom>
              <a:avLst/>
              <a:gdLst>
                <a:gd name="GluePoint1X" fmla="*/ 3163 w 9642600"/>
                <a:gd name="GluePoint1Y" fmla="*/ 1714 h 5141880"/>
                <a:gd name="GluePoint2X" fmla="*/ 431 w 9642600"/>
                <a:gd name="GluePoint2Y" fmla="*/ 0 h 5141880"/>
                <a:gd name="GluePoint3X" fmla="*/ 0 w 9642600"/>
                <a:gd name="GluePoint3Y" fmla="*/ 0 h 5141880"/>
                <a:gd name="GluePoint4X" fmla="*/ 3086 w 9642600"/>
                <a:gd name="GluePoint4Y" fmla="*/ 1786 h 5141880"/>
                <a:gd name="GluePoint5X" fmla="*/ 5591 w 9642600"/>
                <a:gd name="GluePoint5Y" fmla="*/ 3243 h 5141880"/>
                <a:gd name="GluePoint6X" fmla="*/ 5591 w 9642600"/>
                <a:gd name="GluePoint6Y" fmla="*/ 3237 h 5141880"/>
                <a:gd name="GluePoint7X" fmla="*/ 3163 w 9642600"/>
                <a:gd name="GluePoint7Y" fmla="*/ 1714 h 5141880"/>
                <a:gd name="GluePoint8X" fmla="*/ 3163 w 9642600"/>
                <a:gd name="GluePoint8Y" fmla="*/ 1714 h 5141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 name=""/>
            <p:cNvSpPr/>
            <p:nvPr/>
          </p:nvSpPr>
          <p:spPr>
            <a:xfrm>
              <a:off x="0" y="5450040"/>
              <a:ext cx="6939000" cy="296640"/>
            </a:xfrm>
            <a:custGeom>
              <a:avLst/>
              <a:gdLst>
                <a:gd name="GluePoint1X" fmla="*/ 0 w 6939000"/>
                <a:gd name="GluePoint1Y" fmla="*/ 156 h 296640"/>
                <a:gd name="GluePoint2X" fmla="*/ 4042 w 6939000"/>
                <a:gd name="GluePoint2Y" fmla="*/ 192 h 296640"/>
                <a:gd name="GluePoint3X" fmla="*/ 4042 w 6939000"/>
                <a:gd name="GluePoint3Y" fmla="*/ 144 h 296640"/>
                <a:gd name="GluePoint4X" fmla="*/ 0 w 6939000"/>
                <a:gd name="GluePoint4Y" fmla="*/ 0 h 296640"/>
                <a:gd name="GluePoint5X" fmla="*/ 0 w 6939000"/>
                <a:gd name="GluePoint5Y" fmla="*/ 156 h 296640"/>
                <a:gd name="GluePoint6X" fmla="*/ 0 w 6939000"/>
                <a:gd name="GluePoint6Y" fmla="*/ 156 h 296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 name=""/>
            <p:cNvSpPr/>
            <p:nvPr/>
          </p:nvSpPr>
          <p:spPr>
            <a:xfrm>
              <a:off x="6943680" y="5678640"/>
              <a:ext cx="2951280" cy="96840"/>
            </a:xfrm>
            <a:custGeom>
              <a:avLst/>
              <a:gdLst>
                <a:gd name="GluePoint1X" fmla="*/ 1710 w 2951280"/>
                <a:gd name="GluePoint1Y" fmla="*/ 60 h 96840"/>
                <a:gd name="GluePoint2X" fmla="*/ 1710 w 2951280"/>
                <a:gd name="GluePoint2Y" fmla="*/ 54 h 96840"/>
                <a:gd name="GluePoint3X" fmla="*/ 0 w 2951280"/>
                <a:gd name="GluePoint3Y" fmla="*/ 0 h 96840"/>
                <a:gd name="GluePoint4X" fmla="*/ 0 w 2951280"/>
                <a:gd name="GluePoint4Y" fmla="*/ 42 h 96840"/>
                <a:gd name="GluePoint5X" fmla="*/ 1710 w 2951280"/>
                <a:gd name="GluePoint5Y" fmla="*/ 60 h 96840"/>
                <a:gd name="GluePoint6X" fmla="*/ 1710 w 2951280"/>
                <a:gd name="GluePoint6Y" fmla="*/ 60 h 96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722" h="66">
                  <a:moveTo>
                    <a:pt x="1722" y="66"/>
                  </a:moveTo>
                  <a:lnTo>
                    <a:pt x="1722" y="60"/>
                  </a:lnTo>
                  <a:lnTo>
                    <a:pt x="0" y="0"/>
                  </a:lnTo>
                  <a:lnTo>
                    <a:pt x="0" y="48"/>
                  </a:lnTo>
                  <a:lnTo>
                    <a:pt x="1722" y="66"/>
                  </a:lnTo>
                  <a:close/>
                </a:path>
              </a:pathLst>
            </a:custGeom>
            <a:gradFill rotWithShape="0">
              <a:gsLst>
                <a:gs pos="0">
                  <a:srgbClr val="000080"/>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 name=""/>
            <p:cNvSpPr/>
            <p:nvPr/>
          </p:nvSpPr>
          <p:spPr>
            <a:xfrm>
              <a:off x="0" y="5915160"/>
              <a:ext cx="8223120" cy="515880"/>
            </a:xfrm>
            <a:custGeom>
              <a:avLst/>
              <a:gdLst>
                <a:gd name="GluePoint1X" fmla="*/ 0 w 8223120"/>
                <a:gd name="GluePoint1Y" fmla="*/ 329 h 515880"/>
                <a:gd name="GluePoint2X" fmla="*/ 4789 w 8223120"/>
                <a:gd name="GluePoint2Y" fmla="*/ 77 h 515880"/>
                <a:gd name="GluePoint3X" fmla="*/ 4789 w 8223120"/>
                <a:gd name="GluePoint3Y" fmla="*/ 0 h 515880"/>
                <a:gd name="GluePoint4X" fmla="*/ 0 w 8223120"/>
                <a:gd name="GluePoint4Y" fmla="*/ 107 h 515880"/>
                <a:gd name="GluePoint5X" fmla="*/ 0 w 8223120"/>
                <a:gd name="GluePoint5Y" fmla="*/ 329 h 515880"/>
                <a:gd name="GluePoint6X" fmla="*/ 0 w 8223120"/>
                <a:gd name="GluePoint6Y" fmla="*/ 329 h 515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 name=""/>
            <p:cNvSpPr/>
            <p:nvPr/>
          </p:nvSpPr>
          <p:spPr>
            <a:xfrm>
              <a:off x="8229600" y="5877000"/>
              <a:ext cx="1668600" cy="154080"/>
            </a:xfrm>
            <a:custGeom>
              <a:avLst/>
              <a:gdLst>
                <a:gd name="GluePoint1X" fmla="*/ 969 w 1668600"/>
                <a:gd name="GluePoint1Y" fmla="*/ 48 h 154080"/>
                <a:gd name="GluePoint2X" fmla="*/ 969 w 1668600"/>
                <a:gd name="GluePoint2Y" fmla="*/ 0 h 154080"/>
                <a:gd name="GluePoint3X" fmla="*/ 0 w 1668600"/>
                <a:gd name="GluePoint3Y" fmla="*/ 24 h 154080"/>
                <a:gd name="GluePoint4X" fmla="*/ 0 w 1668600"/>
                <a:gd name="GluePoint4Y" fmla="*/ 101 h 154080"/>
                <a:gd name="GluePoint5X" fmla="*/ 969 w 1668600"/>
                <a:gd name="GluePoint5Y" fmla="*/ 48 h 154080"/>
                <a:gd name="GluePoint6X" fmla="*/ 969 w 1668600"/>
                <a:gd name="GluePoint6Y" fmla="*/ 48 h 154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975" h="101">
                  <a:moveTo>
                    <a:pt x="975" y="48"/>
                  </a:moveTo>
                  <a:lnTo>
                    <a:pt x="975" y="0"/>
                  </a:lnTo>
                  <a:lnTo>
                    <a:pt x="0" y="24"/>
                  </a:lnTo>
                  <a:lnTo>
                    <a:pt x="0" y="101"/>
                  </a:lnTo>
                  <a:lnTo>
                    <a:pt x="975" y="48"/>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 name=""/>
            <p:cNvSpPr/>
            <p:nvPr/>
          </p:nvSpPr>
          <p:spPr>
            <a:xfrm>
              <a:off x="6226200" y="6056280"/>
              <a:ext cx="3672000" cy="308160"/>
            </a:xfrm>
            <a:custGeom>
              <a:avLst/>
              <a:gdLst>
                <a:gd name="GluePoint1X" fmla="*/ 2129 w 3672000"/>
                <a:gd name="GluePoint1Y" fmla="*/ 0 h 308160"/>
                <a:gd name="GluePoint2X" fmla="*/ 0 w 3672000"/>
                <a:gd name="GluePoint2Y" fmla="*/ 156 h 308160"/>
                <a:gd name="GluePoint3X" fmla="*/ 0 w 3672000"/>
                <a:gd name="GluePoint3Y" fmla="*/ 198 h 308160"/>
                <a:gd name="GluePoint4X" fmla="*/ 2129 w 3672000"/>
                <a:gd name="GluePoint4Y" fmla="*/ 0 h 308160"/>
                <a:gd name="GluePoint5X" fmla="*/ 2129 w 3672000"/>
                <a:gd name="GluePoint5Y" fmla="*/ 0 h 30816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141" h="198">
                  <a:moveTo>
                    <a:pt x="2141" y="0"/>
                  </a:moveTo>
                  <a:lnTo>
                    <a:pt x="0" y="156"/>
                  </a:lnTo>
                  <a:lnTo>
                    <a:pt x="0" y="198"/>
                  </a:lnTo>
                  <a:lnTo>
                    <a:pt x="2141" y="0"/>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8" name=""/>
            <p:cNvSpPr/>
            <p:nvPr/>
          </p:nvSpPr>
          <p:spPr>
            <a:xfrm>
              <a:off x="0" y="6303960"/>
              <a:ext cx="6218280" cy="546120"/>
            </a:xfrm>
            <a:custGeom>
              <a:avLst/>
              <a:gdLst>
                <a:gd name="GluePoint1X" fmla="*/ 0 w 6218280"/>
                <a:gd name="GluePoint1Y" fmla="*/ 348 h 546120"/>
                <a:gd name="GluePoint2X" fmla="*/ 311 w 6218280"/>
                <a:gd name="GluePoint2Y" fmla="*/ 348 h 546120"/>
                <a:gd name="GluePoint3X" fmla="*/ 3623 w 6218280"/>
                <a:gd name="GluePoint3Y" fmla="*/ 42 h 546120"/>
                <a:gd name="GluePoint4X" fmla="*/ 3623 w 6218280"/>
                <a:gd name="GluePoint4Y" fmla="*/ 0 h 546120"/>
                <a:gd name="GluePoint5X" fmla="*/ 0 w 6218280"/>
                <a:gd name="GluePoint5Y" fmla="*/ 264 h 546120"/>
                <a:gd name="GluePoint6X" fmla="*/ 0 w 6218280"/>
                <a:gd name="GluePoint6Y" fmla="*/ 348 h 546120"/>
                <a:gd name="GluePoint7X" fmla="*/ 0 w 6218280"/>
                <a:gd name="GluePoint7Y" fmla="*/ 348 h 5461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 name=""/>
            <p:cNvSpPr/>
            <p:nvPr/>
          </p:nvSpPr>
          <p:spPr>
            <a:xfrm>
              <a:off x="3606840" y="6418440"/>
              <a:ext cx="4316400" cy="431640"/>
            </a:xfrm>
            <a:custGeom>
              <a:avLst/>
              <a:gdLst>
                <a:gd name="GluePoint1X" fmla="*/ 2164 w 4316400"/>
                <a:gd name="GluePoint1Y" fmla="*/ 276 h 431640"/>
                <a:gd name="GluePoint2X" fmla="*/ 2499 w 4316400"/>
                <a:gd name="GluePoint2Y" fmla="*/ 204 h 431640"/>
                <a:gd name="GluePoint3X" fmla="*/ 2242 w 4316400"/>
                <a:gd name="GluePoint3Y" fmla="*/ 0 h 431640"/>
                <a:gd name="GluePoint4X" fmla="*/ 0 w 4316400"/>
                <a:gd name="GluePoint4Y" fmla="*/ 276 h 431640"/>
                <a:gd name="GluePoint5X" fmla="*/ 2164 w 4316400"/>
                <a:gd name="GluePoint5Y" fmla="*/ 276 h 431640"/>
                <a:gd name="GluePoint6X" fmla="*/ 2164 w 4316400"/>
                <a:gd name="GluePoint6Y" fmla="*/ 276 h 431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17" h="276">
                  <a:moveTo>
                    <a:pt x="2182" y="276"/>
                  </a:moveTo>
                  <a:lnTo>
                    <a:pt x="2517" y="204"/>
                  </a:lnTo>
                  <a:lnTo>
                    <a:pt x="2260" y="0"/>
                  </a:lnTo>
                  <a:lnTo>
                    <a:pt x="0" y="276"/>
                  </a:lnTo>
                  <a:lnTo>
                    <a:pt x="2182" y="276"/>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0" name=""/>
            <p:cNvSpPr/>
            <p:nvPr/>
          </p:nvSpPr>
          <p:spPr>
            <a:xfrm>
              <a:off x="7489800" y="6141960"/>
              <a:ext cx="2408400" cy="593640"/>
            </a:xfrm>
            <a:custGeom>
              <a:avLst/>
              <a:gdLst>
                <a:gd name="GluePoint1X" fmla="*/ 1405 w 2408400"/>
                <a:gd name="GluePoint1Y" fmla="*/ 126 h 593640"/>
                <a:gd name="GluePoint2X" fmla="*/ 1405 w 2408400"/>
                <a:gd name="GluePoint2Y" fmla="*/ 0 h 593640"/>
                <a:gd name="GluePoint3X" fmla="*/ 0 w 2408400"/>
                <a:gd name="GluePoint3Y" fmla="*/ 174 h 593640"/>
                <a:gd name="GluePoint4X" fmla="*/ 257 w 2408400"/>
                <a:gd name="GluePoint4Y" fmla="*/ 378 h 593640"/>
                <a:gd name="GluePoint5X" fmla="*/ 1405 w 2408400"/>
                <a:gd name="GluePoint5Y" fmla="*/ 126 h 593640"/>
                <a:gd name="GluePoint6X" fmla="*/ 1405 w 2408400"/>
                <a:gd name="GluePoint6Y" fmla="*/ 126 h 593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405" h="378">
                  <a:moveTo>
                    <a:pt x="1405" y="126"/>
                  </a:moveTo>
                  <a:lnTo>
                    <a:pt x="1405" y="0"/>
                  </a:lnTo>
                  <a:lnTo>
                    <a:pt x="0" y="174"/>
                  </a:lnTo>
                  <a:lnTo>
                    <a:pt x="257" y="378"/>
                  </a:lnTo>
                  <a:lnTo>
                    <a:pt x="1405" y="126"/>
                  </a:lnTo>
                  <a:lnTo>
                    <a:pt x="1405" y="126"/>
                  </a:lnTo>
                  <a:close/>
                </a:path>
              </a:pathLst>
            </a:custGeom>
            <a:gradFill rotWithShape="0">
              <a:gsLst>
                <a:gs pos="0">
                  <a:srgbClr val="000099"/>
                </a:gs>
                <a:gs pos="100000">
                  <a:srgbClr val="08089c"/>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1" name=""/>
            <p:cNvSpPr/>
            <p:nvPr/>
          </p:nvSpPr>
          <p:spPr>
            <a:xfrm>
              <a:off x="8651880" y="5002200"/>
              <a:ext cx="1244520" cy="374760"/>
            </a:xfrm>
            <a:custGeom>
              <a:avLst/>
              <a:gdLst>
                <a:gd name="GluePoint1X" fmla="*/ 723 w 1244520"/>
                <a:gd name="GluePoint1Y" fmla="*/ 240 h 374760"/>
                <a:gd name="GluePoint2X" fmla="*/ 0 w 1244520"/>
                <a:gd name="GluePoint2Y" fmla="*/ 0 h 374760"/>
                <a:gd name="GluePoint3X" fmla="*/ 0 w 1244520"/>
                <a:gd name="GluePoint3Y" fmla="*/ 6 h 374760"/>
                <a:gd name="GluePoint4X" fmla="*/ 723 w 1244520"/>
                <a:gd name="GluePoint4Y" fmla="*/ 240 h 374760"/>
                <a:gd name="GluePoint5X" fmla="*/ 723 w 1244520"/>
                <a:gd name="GluePoint5Y" fmla="*/ 240 h 37476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729" h="240">
                  <a:moveTo>
                    <a:pt x="729" y="240"/>
                  </a:moveTo>
                  <a:lnTo>
                    <a:pt x="0" y="0"/>
                  </a:lnTo>
                  <a:lnTo>
                    <a:pt x="0" y="6"/>
                  </a:lnTo>
                  <a:lnTo>
                    <a:pt x="729" y="240"/>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2" name=""/>
            <p:cNvSpPr/>
            <p:nvPr/>
          </p:nvSpPr>
          <p:spPr>
            <a:xfrm>
              <a:off x="0" y="2359080"/>
              <a:ext cx="8645400" cy="2646360"/>
            </a:xfrm>
            <a:custGeom>
              <a:avLst/>
              <a:gdLst>
                <a:gd name="GluePoint1X" fmla="*/ 0 w 8645400"/>
                <a:gd name="GluePoint1Y" fmla="*/ 72 h 2646360"/>
                <a:gd name="GluePoint2X" fmla="*/ 5035 w 8645400"/>
                <a:gd name="GluePoint2Y" fmla="*/ 1672 h 2646360"/>
                <a:gd name="GluePoint3X" fmla="*/ 5035 w 8645400"/>
                <a:gd name="GluePoint3Y" fmla="*/ 1666 h 2646360"/>
                <a:gd name="GluePoint4X" fmla="*/ 0 w 8645400"/>
                <a:gd name="GluePoint4Y" fmla="*/ 0 h 2646360"/>
                <a:gd name="GluePoint5X" fmla="*/ 0 w 8645400"/>
                <a:gd name="GluePoint5Y" fmla="*/ 72 h 2646360"/>
                <a:gd name="GluePoint6X" fmla="*/ 0 w 8645400"/>
                <a:gd name="GluePoint6Y" fmla="*/ 72 h 26463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3" name=""/>
            <p:cNvSpPr/>
            <p:nvPr/>
          </p:nvSpPr>
          <p:spPr>
            <a:xfrm>
              <a:off x="8651880" y="4840200"/>
              <a:ext cx="1244520" cy="498600"/>
            </a:xfrm>
            <a:custGeom>
              <a:avLst/>
              <a:gdLst>
                <a:gd name="GluePoint1X" fmla="*/ 723 w 1244520"/>
                <a:gd name="GluePoint1Y" fmla="*/ 318 h 498600"/>
                <a:gd name="GluePoint2X" fmla="*/ 723 w 1244520"/>
                <a:gd name="GluePoint2Y" fmla="*/ 312 h 498600"/>
                <a:gd name="GluePoint3X" fmla="*/ 0 w 1244520"/>
                <a:gd name="GluePoint3Y" fmla="*/ 0 h 498600"/>
                <a:gd name="GluePoint4X" fmla="*/ 0 w 1244520"/>
                <a:gd name="GluePoint4Y" fmla="*/ 54 h 498600"/>
                <a:gd name="GluePoint5X" fmla="*/ 723 w 1244520"/>
                <a:gd name="GluePoint5Y" fmla="*/ 318 h 498600"/>
                <a:gd name="GluePoint6X" fmla="*/ 723 w 1244520"/>
                <a:gd name="GluePoint6Y" fmla="*/ 318 h 498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29" h="318">
                  <a:moveTo>
                    <a:pt x="729" y="318"/>
                  </a:moveTo>
                  <a:lnTo>
                    <a:pt x="729" y="312"/>
                  </a:lnTo>
                  <a:lnTo>
                    <a:pt x="0" y="0"/>
                  </a:lnTo>
                  <a:lnTo>
                    <a:pt x="0" y="54"/>
                  </a:lnTo>
                  <a:lnTo>
                    <a:pt x="729" y="318"/>
                  </a:lnTo>
                  <a:close/>
                </a:path>
              </a:pathLst>
            </a:custGeom>
            <a:gradFill rotWithShape="0">
              <a:gsLst>
                <a:gs pos="0">
                  <a:srgbClr val="000080"/>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4" name=""/>
            <p:cNvSpPr/>
            <p:nvPr/>
          </p:nvSpPr>
          <p:spPr>
            <a:xfrm>
              <a:off x="0" y="1454040"/>
              <a:ext cx="8645400" cy="3465720"/>
            </a:xfrm>
            <a:custGeom>
              <a:avLst/>
              <a:gdLst>
                <a:gd name="GluePoint1X" fmla="*/ 0 w 8645400"/>
                <a:gd name="GluePoint1Y" fmla="*/ 396 h 3465720"/>
                <a:gd name="GluePoint2X" fmla="*/ 5035 w 8645400"/>
                <a:gd name="GluePoint2Y" fmla="*/ 2188 h 3465720"/>
                <a:gd name="GluePoint3X" fmla="*/ 5035 w 8645400"/>
                <a:gd name="GluePoint3Y" fmla="*/ 2134 h 3465720"/>
                <a:gd name="GluePoint4X" fmla="*/ 0 w 8645400"/>
                <a:gd name="GluePoint4Y" fmla="*/ 0 h 3465720"/>
                <a:gd name="GluePoint5X" fmla="*/ 0 w 8645400"/>
                <a:gd name="GluePoint5Y" fmla="*/ 396 h 3465720"/>
                <a:gd name="GluePoint6X" fmla="*/ 0 w 8645400"/>
                <a:gd name="GluePoint6Y" fmla="*/ 396 h 34657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5" name=""/>
            <p:cNvSpPr/>
            <p:nvPr/>
          </p:nvSpPr>
          <p:spPr>
            <a:xfrm>
              <a:off x="3944880" y="0"/>
              <a:ext cx="5427720" cy="4319640"/>
            </a:xfrm>
            <a:custGeom>
              <a:avLst/>
              <a:gdLst>
                <a:gd name="GluePoint1X" fmla="*/ 0 w 5427720"/>
                <a:gd name="GluePoint1Y" fmla="*/ 0 h 4319640"/>
                <a:gd name="GluePoint2X" fmla="*/ 3145 w 5427720"/>
                <a:gd name="GluePoint2Y" fmla="*/ 2727 h 4319640"/>
                <a:gd name="GluePoint3X" fmla="*/ 3163 w 5427720"/>
                <a:gd name="GluePoint3Y" fmla="*/ 2704 h 4319640"/>
                <a:gd name="GluePoint4X" fmla="*/ 102 w 5427720"/>
                <a:gd name="GluePoint4Y" fmla="*/ 0 h 4319640"/>
                <a:gd name="GluePoint5X" fmla="*/ 0 w 5427720"/>
                <a:gd name="GluePoint5Y" fmla="*/ 0 h 4319640"/>
                <a:gd name="GluePoint6X" fmla="*/ 0 w 5427720"/>
                <a:gd name="GluePoint6Y" fmla="*/ 0 h 4319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6" name=""/>
            <p:cNvSpPr/>
            <p:nvPr/>
          </p:nvSpPr>
          <p:spPr>
            <a:xfrm>
              <a:off x="9348840" y="4289400"/>
              <a:ext cx="549360" cy="468360"/>
            </a:xfrm>
            <a:custGeom>
              <a:avLst/>
              <a:gdLst>
                <a:gd name="GluePoint1X" fmla="*/ 323 w 549360"/>
                <a:gd name="GluePoint1Y" fmla="*/ 299 h 468360"/>
                <a:gd name="GluePoint2X" fmla="*/ 323 w 549360"/>
                <a:gd name="GluePoint2Y" fmla="*/ 263 h 468360"/>
                <a:gd name="GluePoint3X" fmla="*/ 18 w 549360"/>
                <a:gd name="GluePoint3Y" fmla="*/ 0 h 468360"/>
                <a:gd name="GluePoint4X" fmla="*/ 0 w 549360"/>
                <a:gd name="GluePoint4Y" fmla="*/ 23 h 468360"/>
                <a:gd name="GluePoint5X" fmla="*/ 323 w 549360"/>
                <a:gd name="GluePoint5Y" fmla="*/ 299 h 468360"/>
                <a:gd name="GluePoint6X" fmla="*/ 323 w 549360"/>
                <a:gd name="GluePoint6Y" fmla="*/ 299 h 4683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23" h="299">
                  <a:moveTo>
                    <a:pt x="323" y="299"/>
                  </a:moveTo>
                  <a:lnTo>
                    <a:pt x="323" y="263"/>
                  </a:lnTo>
                  <a:lnTo>
                    <a:pt x="18" y="0"/>
                  </a:lnTo>
                  <a:lnTo>
                    <a:pt x="0" y="23"/>
                  </a:lnTo>
                  <a:lnTo>
                    <a:pt x="323" y="299"/>
                  </a:lnTo>
                  <a:lnTo>
                    <a:pt x="323" y="299"/>
                  </a:lnTo>
                  <a:close/>
                </a:path>
              </a:pathLst>
            </a:custGeom>
            <a:gradFill rotWithShape="0">
              <a:gsLst>
                <a:gs pos="0">
                  <a:srgbClr val="000099"/>
                </a:gs>
                <a:gs pos="100000">
                  <a:srgbClr val="0f0f9f"/>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7" name=""/>
            <p:cNvSpPr/>
            <p:nvPr/>
          </p:nvSpPr>
          <p:spPr>
            <a:xfrm>
              <a:off x="9420120" y="4108320"/>
              <a:ext cx="478080" cy="525600"/>
            </a:xfrm>
            <a:custGeom>
              <a:avLst/>
              <a:gdLst>
                <a:gd name="GluePoint1X" fmla="*/ 287 w 478080"/>
                <a:gd name="GluePoint1Y" fmla="*/ 335 h 525600"/>
                <a:gd name="GluePoint2X" fmla="*/ 287 w 478080"/>
                <a:gd name="GluePoint2Y" fmla="*/ 173 h 525600"/>
                <a:gd name="GluePoint3X" fmla="*/ 96 w 478080"/>
                <a:gd name="GluePoint3Y" fmla="*/ 0 h 525600"/>
                <a:gd name="GluePoint4X" fmla="*/ 0 w 478080"/>
                <a:gd name="GluePoint4Y" fmla="*/ 90 h 525600"/>
                <a:gd name="GluePoint5X" fmla="*/ 287 w 478080"/>
                <a:gd name="GluePoint5Y" fmla="*/ 335 h 525600"/>
                <a:gd name="GluePoint6X" fmla="*/ 287 w 478080"/>
                <a:gd name="GluePoint6Y" fmla="*/ 335 h 525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81" h="335">
                  <a:moveTo>
                    <a:pt x="281" y="335"/>
                  </a:moveTo>
                  <a:lnTo>
                    <a:pt x="281" y="173"/>
                  </a:lnTo>
                  <a:lnTo>
                    <a:pt x="96" y="0"/>
                  </a:lnTo>
                  <a:lnTo>
                    <a:pt x="0" y="90"/>
                  </a:lnTo>
                  <a:lnTo>
                    <a:pt x="281" y="335"/>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8" name=""/>
            <p:cNvSpPr/>
            <p:nvPr/>
          </p:nvSpPr>
          <p:spPr>
            <a:xfrm>
              <a:off x="4219560" y="0"/>
              <a:ext cx="5349960" cy="4245120"/>
            </a:xfrm>
            <a:custGeom>
              <a:avLst/>
              <a:gdLst>
                <a:gd name="GluePoint1X" fmla="*/ 0 w 5349960"/>
                <a:gd name="GluePoint1Y" fmla="*/ 0 h 4245120"/>
                <a:gd name="GluePoint2X" fmla="*/ 3026 w 5349960"/>
                <a:gd name="GluePoint2Y" fmla="*/ 2680 h 4245120"/>
                <a:gd name="GluePoint3X" fmla="*/ 3122 w 5349960"/>
                <a:gd name="GluePoint3Y" fmla="*/ 2590 h 4245120"/>
                <a:gd name="GluePoint4X" fmla="*/ 383 w 5349960"/>
                <a:gd name="GluePoint4Y" fmla="*/ 0 h 4245120"/>
                <a:gd name="GluePoint5X" fmla="*/ 0 w 5349960"/>
                <a:gd name="GluePoint5Y" fmla="*/ 0 h 4245120"/>
                <a:gd name="GluePoint6X" fmla="*/ 0 w 5349960"/>
                <a:gd name="GluePoint6Y" fmla="*/ 0 h 42451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9" name=""/>
            <p:cNvSpPr/>
            <p:nvPr/>
          </p:nvSpPr>
          <p:spPr>
            <a:xfrm>
              <a:off x="9677520" y="4022640"/>
              <a:ext cx="220680" cy="203400"/>
            </a:xfrm>
            <a:custGeom>
              <a:avLst/>
              <a:gdLst>
                <a:gd name="GluePoint1X" fmla="*/ 132 w 220680"/>
                <a:gd name="GluePoint1Y" fmla="*/ 132 h 203400"/>
                <a:gd name="GluePoint2X" fmla="*/ 0 w 220680"/>
                <a:gd name="GluePoint2Y" fmla="*/ 0 h 203400"/>
                <a:gd name="GluePoint3X" fmla="*/ 0 w 220680"/>
                <a:gd name="GluePoint3Y" fmla="*/ 0 h 203400"/>
                <a:gd name="GluePoint4X" fmla="*/ 132 w 220680"/>
                <a:gd name="GluePoint4Y" fmla="*/ 132 h 203400"/>
                <a:gd name="GluePoint5X" fmla="*/ 132 w 220680"/>
                <a:gd name="GluePoint5Y" fmla="*/ 132 h 20340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32" h="132">
                  <a:moveTo>
                    <a:pt x="132" y="132"/>
                  </a:moveTo>
                  <a:lnTo>
                    <a:pt x="0" y="0"/>
                  </a:lnTo>
                  <a:lnTo>
                    <a:pt x="132" y="132"/>
                  </a:lnTo>
                  <a:close/>
                </a:path>
              </a:pathLst>
            </a:custGeom>
            <a:solidFill>
              <a:srgbClr val="ff99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0" name=""/>
            <p:cNvSpPr/>
            <p:nvPr/>
          </p:nvSpPr>
          <p:spPr>
            <a:xfrm>
              <a:off x="5351400" y="0"/>
              <a:ext cx="4316400" cy="4016520"/>
            </a:xfrm>
            <a:custGeom>
              <a:avLst/>
              <a:gdLst>
                <a:gd name="GluePoint1X" fmla="*/ 0 w 4316400"/>
                <a:gd name="GluePoint1Y" fmla="*/ 0 h 4016520"/>
                <a:gd name="GluePoint2X" fmla="*/ 2517 w 4316400"/>
                <a:gd name="GluePoint2Y" fmla="*/ 2536 h 4016520"/>
                <a:gd name="GluePoint3X" fmla="*/ 2517 w 4316400"/>
                <a:gd name="GluePoint3Y" fmla="*/ 2536 h 4016520"/>
                <a:gd name="GluePoint4X" fmla="*/ 66 w 4316400"/>
                <a:gd name="GluePoint4Y" fmla="*/ 0 h 4016520"/>
                <a:gd name="GluePoint5X" fmla="*/ 0 w 4316400"/>
                <a:gd name="GluePoint5Y" fmla="*/ 0 h 4016520"/>
                <a:gd name="GluePoint6X" fmla="*/ 0 w 4316400"/>
                <a:gd name="GluePoint6Y" fmla="*/ 0 h 4016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1" name=""/>
            <p:cNvSpPr/>
            <p:nvPr/>
          </p:nvSpPr>
          <p:spPr>
            <a:xfrm>
              <a:off x="5997600" y="0"/>
              <a:ext cx="3773520" cy="3930480"/>
            </a:xfrm>
            <a:custGeom>
              <a:avLst/>
              <a:gdLst>
                <a:gd name="GluePoint1X" fmla="*/ 0 w 3773520"/>
                <a:gd name="GluePoint1Y" fmla="*/ 0 h 3930480"/>
                <a:gd name="GluePoint2X" fmla="*/ 2188 w 3773520"/>
                <a:gd name="GluePoint2Y" fmla="*/ 2482 h 3930480"/>
                <a:gd name="GluePoint3X" fmla="*/ 2200 w 3773520"/>
                <a:gd name="GluePoint3Y" fmla="*/ 2476 h 3930480"/>
                <a:gd name="GluePoint4X" fmla="*/ 317 w 3773520"/>
                <a:gd name="GluePoint4Y" fmla="*/ 0 h 3930480"/>
                <a:gd name="GluePoint5X" fmla="*/ 0 w 3773520"/>
                <a:gd name="GluePoint5Y" fmla="*/ 0 h 3930480"/>
                <a:gd name="GluePoint6X" fmla="*/ 0 w 3773520"/>
                <a:gd name="GluePoint6Y" fmla="*/ 0 h 39304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2" name=""/>
            <p:cNvSpPr/>
            <p:nvPr/>
          </p:nvSpPr>
          <p:spPr>
            <a:xfrm>
              <a:off x="9759960" y="3927600"/>
              <a:ext cx="138240" cy="145800"/>
            </a:xfrm>
            <a:custGeom>
              <a:avLst/>
              <a:gdLst>
                <a:gd name="GluePoint1X" fmla="*/ 84 w 138240"/>
                <a:gd name="GluePoint1Y" fmla="*/ 96 h 145800"/>
                <a:gd name="GluePoint2X" fmla="*/ 84 w 138240"/>
                <a:gd name="GluePoint2Y" fmla="*/ 90 h 145800"/>
                <a:gd name="GluePoint3X" fmla="*/ 12 w 138240"/>
                <a:gd name="GluePoint3Y" fmla="*/ 0 h 145800"/>
                <a:gd name="GluePoint4X" fmla="*/ 0 w 138240"/>
                <a:gd name="GluePoint4Y" fmla="*/ 6 h 145800"/>
                <a:gd name="GluePoint5X" fmla="*/ 84 w 138240"/>
                <a:gd name="GluePoint5Y" fmla="*/ 96 h 145800"/>
                <a:gd name="GluePoint6X" fmla="*/ 84 w 138240"/>
                <a:gd name="GluePoint6Y" fmla="*/ 96 h 1458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84" h="96">
                  <a:moveTo>
                    <a:pt x="84" y="96"/>
                  </a:moveTo>
                  <a:lnTo>
                    <a:pt x="84" y="90"/>
                  </a:lnTo>
                  <a:lnTo>
                    <a:pt x="12" y="0"/>
                  </a:lnTo>
                  <a:lnTo>
                    <a:pt x="0" y="6"/>
                  </a:lnTo>
                  <a:lnTo>
                    <a:pt x="84" y="96"/>
                  </a:lnTo>
                  <a:lnTo>
                    <a:pt x="84" y="96"/>
                  </a:lnTo>
                  <a:close/>
                </a:path>
              </a:pathLst>
            </a:custGeom>
            <a:gradFill rotWithShape="0">
              <a:gsLst>
                <a:gs pos="0">
                  <a:srgbClr val="000099"/>
                </a:gs>
                <a:gs pos="100000">
                  <a:srgbClr val="1717a2"/>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3" name=""/>
            <p:cNvSpPr/>
            <p:nvPr/>
          </p:nvSpPr>
          <p:spPr>
            <a:xfrm>
              <a:off x="9637560" y="1349280"/>
              <a:ext cx="260640" cy="812880"/>
            </a:xfrm>
            <a:custGeom>
              <a:avLst/>
              <a:gdLst>
                <a:gd name="GluePoint1X" fmla="*/ 155 w 260640"/>
                <a:gd name="GluePoint1Y" fmla="*/ 516 h 812880"/>
                <a:gd name="GluePoint2X" fmla="*/ 155 w 260640"/>
                <a:gd name="GluePoint2Y" fmla="*/ 204 h 812880"/>
                <a:gd name="GluePoint3X" fmla="*/ 77 w 260640"/>
                <a:gd name="GluePoint3Y" fmla="*/ 0 h 812880"/>
                <a:gd name="GluePoint4X" fmla="*/ 0 w 260640"/>
                <a:gd name="GluePoint4Y" fmla="*/ 192 h 812880"/>
                <a:gd name="GluePoint5X" fmla="*/ 155 w 260640"/>
                <a:gd name="GluePoint5Y" fmla="*/ 516 h 812880"/>
                <a:gd name="GluePoint6X" fmla="*/ 155 w 260640"/>
                <a:gd name="GluePoint6Y" fmla="*/ 516 h 812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55" h="516">
                  <a:moveTo>
                    <a:pt x="155" y="516"/>
                  </a:moveTo>
                  <a:lnTo>
                    <a:pt x="155" y="204"/>
                  </a:lnTo>
                  <a:lnTo>
                    <a:pt x="77" y="0"/>
                  </a:lnTo>
                  <a:lnTo>
                    <a:pt x="0" y="192"/>
                  </a:lnTo>
                  <a:lnTo>
                    <a:pt x="155" y="516"/>
                  </a:lnTo>
                  <a:close/>
                </a:path>
              </a:pathLst>
            </a:custGeom>
            <a:solidFill>
              <a:srgbClr val="000080"/>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4" name=""/>
            <p:cNvSpPr/>
            <p:nvPr/>
          </p:nvSpPr>
          <p:spPr>
            <a:xfrm>
              <a:off x="8783640" y="0"/>
              <a:ext cx="973080" cy="1647720"/>
            </a:xfrm>
            <a:custGeom>
              <a:avLst/>
              <a:gdLst>
                <a:gd name="GluePoint1X" fmla="*/ 0 w 973080"/>
                <a:gd name="GluePoint1Y" fmla="*/ 0 h 1647720"/>
                <a:gd name="GluePoint2X" fmla="*/ 497 w 973080"/>
                <a:gd name="GluePoint2Y" fmla="*/ 1043 h 1647720"/>
                <a:gd name="GluePoint3X" fmla="*/ 574 w 973080"/>
                <a:gd name="GluePoint3Y" fmla="*/ 851 h 1647720"/>
                <a:gd name="GluePoint4X" fmla="*/ 251 w 973080"/>
                <a:gd name="GluePoint4Y" fmla="*/ 0 h 1647720"/>
                <a:gd name="GluePoint5X" fmla="*/ 0 w 973080"/>
                <a:gd name="GluePoint5Y" fmla="*/ 0 h 1647720"/>
                <a:gd name="GluePoint6X" fmla="*/ 0 w 973080"/>
                <a:gd name="GluePoint6Y" fmla="*/ 0 h 16477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5" name=""/>
            <p:cNvSpPr/>
            <p:nvPr/>
          </p:nvSpPr>
          <p:spPr>
            <a:xfrm>
              <a:off x="9307440" y="0"/>
              <a:ext cx="579600" cy="1257480"/>
            </a:xfrm>
            <a:custGeom>
              <a:avLst/>
              <a:gdLst>
                <a:gd name="GluePoint1X" fmla="*/ 144 w 579600"/>
                <a:gd name="GluePoint1Y" fmla="*/ 0 h 1257480"/>
                <a:gd name="GluePoint2X" fmla="*/ 0 w 579600"/>
                <a:gd name="GluePoint2Y" fmla="*/ 0 h 1257480"/>
                <a:gd name="GluePoint3X" fmla="*/ 287 w 579600"/>
                <a:gd name="GluePoint3Y" fmla="*/ 797 h 1257480"/>
                <a:gd name="GluePoint4X" fmla="*/ 341 w 579600"/>
                <a:gd name="GluePoint4Y" fmla="*/ 653 h 1257480"/>
                <a:gd name="GluePoint5X" fmla="*/ 144 w 579600"/>
                <a:gd name="GluePoint5Y" fmla="*/ 0 h 1257480"/>
                <a:gd name="GluePoint6X" fmla="*/ 144 w 579600"/>
                <a:gd name="GluePoint6Y" fmla="*/ 0 h 12574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6" name=""/>
            <p:cNvSpPr/>
            <p:nvPr/>
          </p:nvSpPr>
          <p:spPr>
            <a:xfrm>
              <a:off x="9801360" y="1036800"/>
              <a:ext cx="96840" cy="487080"/>
            </a:xfrm>
            <a:custGeom>
              <a:avLst/>
              <a:gdLst>
                <a:gd name="GluePoint1X" fmla="*/ 0 w 96840"/>
                <a:gd name="GluePoint1Y" fmla="*/ 144 h 487080"/>
                <a:gd name="GluePoint2X" fmla="*/ 60 w 96840"/>
                <a:gd name="GluePoint2Y" fmla="*/ 306 h 487080"/>
                <a:gd name="GluePoint3X" fmla="*/ 60 w 96840"/>
                <a:gd name="GluePoint3Y" fmla="*/ 6 h 487080"/>
                <a:gd name="GluePoint4X" fmla="*/ 54 w 96840"/>
                <a:gd name="GluePoint4Y" fmla="*/ 0 h 487080"/>
                <a:gd name="GluePoint5X" fmla="*/ 0 w 96840"/>
                <a:gd name="GluePoint5Y" fmla="*/ 144 h 487080"/>
                <a:gd name="GluePoint6X" fmla="*/ 0 w 96840"/>
                <a:gd name="GluePoint6Y" fmla="*/ 144 h 487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60" h="312">
                  <a:moveTo>
                    <a:pt x="0" y="144"/>
                  </a:moveTo>
                  <a:lnTo>
                    <a:pt x="60" y="312"/>
                  </a:lnTo>
                  <a:lnTo>
                    <a:pt x="60" y="6"/>
                  </a:lnTo>
                  <a:lnTo>
                    <a:pt x="54" y="0"/>
                  </a:lnTo>
                  <a:lnTo>
                    <a:pt x="0" y="144"/>
                  </a:lnTo>
                  <a:close/>
                </a:path>
              </a:pathLst>
            </a:custGeom>
            <a:solidFill>
              <a:srgbClr val="000080"/>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7" name=""/>
            <p:cNvSpPr/>
            <p:nvPr/>
          </p:nvSpPr>
          <p:spPr>
            <a:xfrm>
              <a:off x="3240" y="2541600"/>
              <a:ext cx="9889920" cy="2952720"/>
            </a:xfrm>
            <a:custGeom>
              <a:avLst/>
              <a:gdLst>
                <a:gd name="GluePoint1X" fmla="*/ 0 w 9889920"/>
                <a:gd name="GluePoint1Y" fmla="*/ 371 h 2952720"/>
                <a:gd name="GluePoint2X" fmla="*/ 5740 w 9889920"/>
                <a:gd name="GluePoint2Y" fmla="*/ 1864 h 2952720"/>
                <a:gd name="GluePoint3X" fmla="*/ 5740 w 9889920"/>
                <a:gd name="GluePoint3Y" fmla="*/ 1834 h 2952720"/>
                <a:gd name="GluePoint4X" fmla="*/ 0 w 9889920"/>
                <a:gd name="GluePoint4Y" fmla="*/ 0 h 2952720"/>
                <a:gd name="GluePoint5X" fmla="*/ 0 w 9889920"/>
                <a:gd name="GluePoint5Y" fmla="*/ 371 h 2952720"/>
                <a:gd name="GluePoint6X" fmla="*/ 0 w 9889920"/>
                <a:gd name="GluePoint6Y" fmla="*/ 371 h 29527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8" name=""/>
            <p:cNvSpPr/>
            <p:nvPr/>
          </p:nvSpPr>
          <p:spPr>
            <a:xfrm>
              <a:off x="9896400" y="5529240"/>
              <a:ext cx="3240" cy="3240"/>
            </a:xfrm>
            <a:custGeom>
              <a:avLst/>
              <a:gdLst>
                <a:gd name="GluePoint1X" fmla="*/ 6 w 3240"/>
                <a:gd name="GluePoint1Y" fmla="*/ 6 h 3240"/>
                <a:gd name="GluePoint2X" fmla="*/ 0 w 3240"/>
                <a:gd name="GluePoint2Y" fmla="*/ 0 h 3240"/>
                <a:gd name="GluePoint3X" fmla="*/ 0 w 3240"/>
                <a:gd name="GluePoint3Y" fmla="*/ 6 h 3240"/>
                <a:gd name="GluePoint4X" fmla="*/ 6 w 3240"/>
                <a:gd name="GluePoint4Y" fmla="*/ 6 h 3240"/>
                <a:gd name="GluePoint5X" fmla="*/ 6 w 3240"/>
                <a:gd name="GluePoint5Y" fmla="*/ 6 h 324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6" h="6">
                  <a:moveTo>
                    <a:pt x="6" y="6"/>
                  </a:moveTo>
                  <a:lnTo>
                    <a:pt x="0" y="0"/>
                  </a:lnTo>
                  <a:lnTo>
                    <a:pt x="0" y="6"/>
                  </a:lnTo>
                  <a:lnTo>
                    <a:pt x="6" y="6"/>
                  </a:lnTo>
                  <a:close/>
                </a:path>
              </a:pathLst>
            </a:custGeom>
            <a:solidFill>
              <a:srgbClr val="18ff00"/>
            </a:solidFill>
            <a:ln w="0">
              <a:noFill/>
            </a:ln>
          </p:spPr>
          <p:style>
            <a:lnRef idx="0"/>
            <a:fillRef idx="0"/>
            <a:effectRef idx="0"/>
            <a:fontRef idx="minor"/>
          </p:style>
          <p:txBody>
            <a:bodyPr wrap="none" lIns="90000" rIns="90000" tIns="-43560" bIns="-43560" anchor="ctr">
              <a:noAutofit/>
            </a:bodyPr>
            <a:p>
              <a:endParaRPr b="0" lang="en-US" sz="1900" strike="noStrike" u="none">
                <a:solidFill>
                  <a:srgbClr val="ffffff"/>
                </a:solidFill>
                <a:effectLst/>
                <a:uFillTx/>
                <a:latin typeface="VNI-Times"/>
              </a:endParaRPr>
            </a:p>
          </p:txBody>
        </p:sp>
        <p:sp>
          <p:nvSpPr>
            <p:cNvPr id="29" name=""/>
            <p:cNvSpPr/>
            <p:nvPr/>
          </p:nvSpPr>
          <p:spPr>
            <a:xfrm>
              <a:off x="3240" y="3416400"/>
              <a:ext cx="9889920" cy="2116080"/>
            </a:xfrm>
            <a:custGeom>
              <a:avLst/>
              <a:gdLst>
                <a:gd name="GluePoint1X" fmla="*/ 0 w 9889920"/>
                <a:gd name="GluePoint1Y" fmla="*/ 366 h 2116080"/>
                <a:gd name="GluePoint2X" fmla="*/ 5740 w 9889920"/>
                <a:gd name="GluePoint2Y" fmla="*/ 1337 h 2116080"/>
                <a:gd name="GluePoint3X" fmla="*/ 5740 w 9889920"/>
                <a:gd name="GluePoint3Y" fmla="*/ 1331 h 2116080"/>
                <a:gd name="GluePoint4X" fmla="*/ 0 w 9889920"/>
                <a:gd name="GluePoint4Y" fmla="*/ 0 h 2116080"/>
                <a:gd name="GluePoint5X" fmla="*/ 0 w 9889920"/>
                <a:gd name="GluePoint5Y" fmla="*/ 366 h 2116080"/>
                <a:gd name="GluePoint6X" fmla="*/ 0 w 9889920"/>
                <a:gd name="GluePoint6Y" fmla="*/ 366 h 2116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0" name=""/>
            <p:cNvSpPr/>
            <p:nvPr/>
          </p:nvSpPr>
          <p:spPr>
            <a:xfrm>
              <a:off x="3240" y="5043600"/>
              <a:ext cx="9889920" cy="650880"/>
            </a:xfrm>
            <a:custGeom>
              <a:avLst/>
              <a:gdLst>
                <a:gd name="GluePoint1X" fmla="*/ 0 w 9889920"/>
                <a:gd name="GluePoint1Y" fmla="*/ 48 h 650880"/>
                <a:gd name="GluePoint2X" fmla="*/ 5740 w 9889920"/>
                <a:gd name="GluePoint2Y" fmla="*/ 414 h 650880"/>
                <a:gd name="GluePoint3X" fmla="*/ 5740 w 9889920"/>
                <a:gd name="GluePoint3Y" fmla="*/ 402 h 650880"/>
                <a:gd name="GluePoint4X" fmla="*/ 0 w 9889920"/>
                <a:gd name="GluePoint4Y" fmla="*/ 0 h 650880"/>
                <a:gd name="GluePoint5X" fmla="*/ 0 w 9889920"/>
                <a:gd name="GluePoint5Y" fmla="*/ 48 h 650880"/>
                <a:gd name="GluePoint6X" fmla="*/ 0 w 9889920"/>
                <a:gd name="GluePoint6Y" fmla="*/ 48 h 650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1" name=""/>
            <p:cNvSpPr/>
            <p:nvPr/>
          </p:nvSpPr>
          <p:spPr>
            <a:xfrm>
              <a:off x="2230560" y="0"/>
              <a:ext cx="7662600" cy="5037120"/>
            </a:xfrm>
            <a:custGeom>
              <a:avLst/>
              <a:gdLst>
                <a:gd name="GluePoint1X" fmla="*/ 0 w 7662600"/>
                <a:gd name="GluePoint1Y" fmla="*/ 0 h 5037120"/>
                <a:gd name="GluePoint2X" fmla="*/ 4448 w 7662600"/>
                <a:gd name="GluePoint2Y" fmla="*/ 3177 h 5037120"/>
                <a:gd name="GluePoint3X" fmla="*/ 4448 w 7662600"/>
                <a:gd name="GluePoint3Y" fmla="*/ 3153 h 5037120"/>
                <a:gd name="GluePoint4X" fmla="*/ 125 w 7662600"/>
                <a:gd name="GluePoint4Y" fmla="*/ 0 h 5037120"/>
                <a:gd name="GluePoint5X" fmla="*/ 0 w 7662600"/>
                <a:gd name="GluePoint5Y" fmla="*/ 0 h 5037120"/>
                <a:gd name="GluePoint6X" fmla="*/ 0 w 7662600"/>
                <a:gd name="GluePoint6Y" fmla="*/ 0 h 50371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2" name=""/>
            <p:cNvSpPr/>
            <p:nvPr/>
          </p:nvSpPr>
          <p:spPr>
            <a:xfrm>
              <a:off x="5711760" y="0"/>
              <a:ext cx="4178520" cy="4143240"/>
            </a:xfrm>
            <a:custGeom>
              <a:avLst/>
              <a:gdLst>
                <a:gd name="GluePoint1X" fmla="*/ 0 w 4178520"/>
                <a:gd name="GluePoint1Y" fmla="*/ 0 h 4143240"/>
                <a:gd name="GluePoint2X" fmla="*/ 2428 w 4178520"/>
                <a:gd name="GluePoint2Y" fmla="*/ 2614 h 4143240"/>
                <a:gd name="GluePoint3X" fmla="*/ 2428 w 4178520"/>
                <a:gd name="GluePoint3Y" fmla="*/ 2608 h 4143240"/>
                <a:gd name="GluePoint4X" fmla="*/ 66 w 4178520"/>
                <a:gd name="GluePoint4Y" fmla="*/ 0 h 4143240"/>
                <a:gd name="GluePoint5X" fmla="*/ 0 w 4178520"/>
                <a:gd name="GluePoint5Y" fmla="*/ 0 h 4143240"/>
                <a:gd name="GluePoint6X" fmla="*/ 0 w 4178520"/>
                <a:gd name="GluePoint6Y" fmla="*/ 0 h 41432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3" name=""/>
            <p:cNvSpPr/>
            <p:nvPr/>
          </p:nvSpPr>
          <p:spPr>
            <a:xfrm>
              <a:off x="6792840" y="0"/>
              <a:ext cx="3098880" cy="3905280"/>
            </a:xfrm>
            <a:custGeom>
              <a:avLst/>
              <a:gdLst>
                <a:gd name="GluePoint1X" fmla="*/ 485 w 3098880"/>
                <a:gd name="GluePoint1Y" fmla="*/ 0 h 3905280"/>
                <a:gd name="GluePoint2X" fmla="*/ 0 w 3098880"/>
                <a:gd name="GluePoint2Y" fmla="*/ 0 h 3905280"/>
                <a:gd name="GluePoint3X" fmla="*/ 1800 w 3098880"/>
                <a:gd name="GluePoint3Y" fmla="*/ 2464 h 3905280"/>
                <a:gd name="GluePoint4X" fmla="*/ 1800 w 3098880"/>
                <a:gd name="GluePoint4Y" fmla="*/ 2248 h 3905280"/>
                <a:gd name="GluePoint5X" fmla="*/ 1794 w 3098880"/>
                <a:gd name="GluePoint5Y" fmla="*/ 2248 h 3905280"/>
                <a:gd name="GluePoint6X" fmla="*/ 485 w 3098880"/>
                <a:gd name="GluePoint6Y" fmla="*/ 0 h 3905280"/>
                <a:gd name="GluePoint7X" fmla="*/ 485 w 3098880"/>
                <a:gd name="GluePoint7Y" fmla="*/ 0 h 39052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4" name=""/>
            <p:cNvSpPr/>
            <p:nvPr/>
          </p:nvSpPr>
          <p:spPr>
            <a:xfrm>
              <a:off x="7773840" y="0"/>
              <a:ext cx="2117880" cy="3286080"/>
            </a:xfrm>
            <a:custGeom>
              <a:avLst/>
              <a:gdLst>
                <a:gd name="GluePoint1X" fmla="*/ 0 w 2117880"/>
                <a:gd name="GluePoint1Y" fmla="*/ 0 h 3286080"/>
                <a:gd name="GluePoint2X" fmla="*/ 1232 w 2117880"/>
                <a:gd name="GluePoint2Y" fmla="*/ 2074 h 3286080"/>
                <a:gd name="GluePoint3X" fmla="*/ 1232 w 2117880"/>
                <a:gd name="GluePoint3Y" fmla="*/ 2038 h 3286080"/>
                <a:gd name="GluePoint4X" fmla="*/ 42 w 2117880"/>
                <a:gd name="GluePoint4Y" fmla="*/ 0 h 3286080"/>
                <a:gd name="GluePoint5X" fmla="*/ 0 w 2117880"/>
                <a:gd name="GluePoint5Y" fmla="*/ 0 h 3286080"/>
                <a:gd name="GluePoint6X" fmla="*/ 0 w 2117880"/>
                <a:gd name="GluePoint6Y" fmla="*/ 0 h 3286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5" name=""/>
            <p:cNvSpPr/>
            <p:nvPr/>
          </p:nvSpPr>
          <p:spPr>
            <a:xfrm>
              <a:off x="8074080" y="0"/>
              <a:ext cx="1819080" cy="3067200"/>
            </a:xfrm>
            <a:custGeom>
              <a:avLst/>
              <a:gdLst>
                <a:gd name="GluePoint1X" fmla="*/ 0 w 1819080"/>
                <a:gd name="GluePoint1Y" fmla="*/ 0 h 3067200"/>
                <a:gd name="GluePoint2X" fmla="*/ 1058 w 1819080"/>
                <a:gd name="GluePoint2Y" fmla="*/ 1936 h 3067200"/>
                <a:gd name="GluePoint3X" fmla="*/ 1058 w 1819080"/>
                <a:gd name="GluePoint3Y" fmla="*/ 1930 h 3067200"/>
                <a:gd name="GluePoint4X" fmla="*/ 54 w 1819080"/>
                <a:gd name="GluePoint4Y" fmla="*/ 0 h 3067200"/>
                <a:gd name="GluePoint5X" fmla="*/ 0 w 1819080"/>
                <a:gd name="GluePoint5Y" fmla="*/ 0 h 3067200"/>
                <a:gd name="GluePoint6X" fmla="*/ 0 w 1819080"/>
                <a:gd name="GluePoint6Y" fmla="*/ 0 h 3067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6" name=""/>
            <p:cNvSpPr/>
            <p:nvPr/>
          </p:nvSpPr>
          <p:spPr>
            <a:xfrm>
              <a:off x="8567640" y="0"/>
              <a:ext cx="1324080" cy="2354400"/>
            </a:xfrm>
            <a:custGeom>
              <a:avLst/>
              <a:gdLst>
                <a:gd name="GluePoint1X" fmla="*/ 771 w 1324080"/>
                <a:gd name="GluePoint1Y" fmla="*/ 1433 h 2354400"/>
                <a:gd name="GluePoint2X" fmla="*/ 42 w 1324080"/>
                <a:gd name="GluePoint2Y" fmla="*/ 0 h 2354400"/>
                <a:gd name="GluePoint3X" fmla="*/ 0 w 1324080"/>
                <a:gd name="GluePoint3Y" fmla="*/ 0 h 2354400"/>
                <a:gd name="GluePoint4X" fmla="*/ 771 w 1324080"/>
                <a:gd name="GluePoint4Y" fmla="*/ 1487 h 2354400"/>
                <a:gd name="GluePoint5X" fmla="*/ 771 w 1324080"/>
                <a:gd name="GluePoint5Y" fmla="*/ 1433 h 2354400"/>
                <a:gd name="GluePoint6X" fmla="*/ 771 w 1324080"/>
                <a:gd name="GluePoint6Y" fmla="*/ 1433 h 23544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grpSp>
          <p:nvGrpSpPr>
            <p:cNvPr id="37" name=""/>
            <p:cNvGrpSpPr/>
            <p:nvPr/>
          </p:nvGrpSpPr>
          <p:grpSpPr>
            <a:xfrm>
              <a:off x="0" y="2590920"/>
              <a:ext cx="9896400" cy="2943000"/>
              <a:chOff x="0" y="2590920"/>
              <a:chExt cx="9896400" cy="2943000"/>
            </a:xfrm>
          </p:grpSpPr>
          <p:sp>
            <p:nvSpPr>
              <p:cNvPr id="38" name=""/>
              <p:cNvSpPr/>
              <p:nvPr/>
            </p:nvSpPr>
            <p:spPr>
              <a:xfrm>
                <a:off x="0" y="2590920"/>
                <a:ext cx="6305400" cy="2077920"/>
              </a:xfrm>
              <a:custGeom>
                <a:avLst/>
                <a:gdLst>
                  <a:gd name="GluePoint1X" fmla="*/ 0 w 6305400"/>
                  <a:gd name="GluePoint1Y" fmla="*/ 0 h 2077920"/>
                  <a:gd name="GluePoint2X" fmla="*/ 0 w 6305400"/>
                  <a:gd name="GluePoint2Y" fmla="*/ 366 h 2077920"/>
                  <a:gd name="GluePoint3X" fmla="*/ 3635 w 6305400"/>
                  <a:gd name="GluePoint3Y" fmla="*/ 1313 h 2077920"/>
                  <a:gd name="GluePoint4X" fmla="*/ 3647 w 6305400"/>
                  <a:gd name="GluePoint4Y" fmla="*/ 1235 h 2077920"/>
                  <a:gd name="GluePoint5X" fmla="*/ 3659 w 6305400"/>
                  <a:gd name="GluePoint5Y" fmla="*/ 1163 h 2077920"/>
                  <a:gd name="GluePoint6X" fmla="*/ 0 w 6305400"/>
                  <a:gd name="GluePoint6Y" fmla="*/ 0 h 2077920"/>
                  <a:gd name="GluePoint7X" fmla="*/ 0 w 6305400"/>
                  <a:gd name="GluePoint7Y" fmla="*/ 0 h 20779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9" name=""/>
              <p:cNvSpPr/>
              <p:nvPr/>
            </p:nvSpPr>
            <p:spPr>
              <a:xfrm>
                <a:off x="6270480" y="4437000"/>
                <a:ext cx="3625920" cy="1096920"/>
              </a:xfrm>
              <a:custGeom>
                <a:avLst/>
                <a:gdLst>
                  <a:gd name="GluePoint1X" fmla="*/ 2105 w 3625920"/>
                  <a:gd name="GluePoint1Y" fmla="*/ 665 h 1096920"/>
                  <a:gd name="GluePoint2X" fmla="*/ 24 w 3625920"/>
                  <a:gd name="GluePoint2Y" fmla="*/ 0 h 1096920"/>
                  <a:gd name="GluePoint3X" fmla="*/ 12 w 3625920"/>
                  <a:gd name="GluePoint3Y" fmla="*/ 72 h 1096920"/>
                  <a:gd name="GluePoint4X" fmla="*/ 0 w 3625920"/>
                  <a:gd name="GluePoint4Y" fmla="*/ 150 h 1096920"/>
                  <a:gd name="GluePoint5X" fmla="*/ 2105 w 3625920"/>
                  <a:gd name="GluePoint5Y" fmla="*/ 695 h 1096920"/>
                  <a:gd name="GluePoint6X" fmla="*/ 2105 w 3625920"/>
                  <a:gd name="GluePoint6Y" fmla="*/ 665 h 1096920"/>
                  <a:gd name="GluePoint7X" fmla="*/ 2105 w 3625920"/>
                  <a:gd name="GluePoint7Y" fmla="*/ 665 h 10969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rgbClr val="000099"/>
                  </a:gs>
                  <a:gs pos="100000">
                    <a:srgbClr val="1717a2"/>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grpSp>
      </p:grpSp>
      <p:sp>
        <p:nvSpPr>
          <p:cNvPr id="40" name="PlaceHolder 1"/>
          <p:cNvSpPr>
            <a:spLocks noGrp="1"/>
          </p:cNvSpPr>
          <p:nvPr>
            <p:ph type="title"/>
          </p:nvPr>
        </p:nvSpPr>
        <p:spPr>
          <a:xfrm>
            <a:off x="495000" y="277560"/>
            <a:ext cx="8908920" cy="1136520"/>
          </a:xfrm>
          <a:prstGeom prst="rect">
            <a:avLst/>
          </a:prstGeom>
          <a:noFill/>
          <a:ln w="0">
            <a:noFill/>
          </a:ln>
        </p:spPr>
        <p:txBody>
          <a:bodyPr lIns="95760" rIns="95760" tIns="47880" bIns="47880" anchor="ctr">
            <a:noAutofit/>
          </a:bodyPr>
          <a:p>
            <a:pPr indent="0" algn="ctr">
              <a:spcBef>
                <a:spcPts val="51"/>
              </a:spcBef>
              <a:spcAft>
                <a:spcPts val="51"/>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600" strike="noStrike" u="none">
                <a:solidFill>
                  <a:srgbClr val="ffffff"/>
                </a:solidFill>
                <a:effectLst/>
                <a:uFillTx/>
                <a:latin typeface="Arial"/>
              </a:rPr>
              <a:t>Click to edit the title text format</a:t>
            </a:r>
            <a:endParaRPr b="0" lang="en-US" sz="4600" strike="noStrike" u="none">
              <a:solidFill>
                <a:srgbClr val="ffffff"/>
              </a:solidFill>
              <a:effectLst/>
              <a:uFillTx/>
              <a:latin typeface="Arial"/>
            </a:endParaRPr>
          </a:p>
        </p:txBody>
      </p:sp>
      <p:sp>
        <p:nvSpPr>
          <p:cNvPr id="41" name="PlaceHolder 2"/>
          <p:cNvSpPr>
            <a:spLocks noGrp="1"/>
          </p:cNvSpPr>
          <p:nvPr>
            <p:ph type="body"/>
          </p:nvPr>
        </p:nvSpPr>
        <p:spPr>
          <a:xfrm>
            <a:off x="495000" y="1603080"/>
            <a:ext cx="8908920" cy="4521240"/>
          </a:xfrm>
          <a:prstGeom prst="rect">
            <a:avLst/>
          </a:prstGeom>
          <a:noFill/>
          <a:ln w="0">
            <a:noFill/>
          </a:ln>
        </p:spPr>
        <p:txBody>
          <a:bodyPr lIns="95760" rIns="95760" tIns="47880" bIns="47880" anchor="t">
            <a:normAutofit/>
          </a:bodyPr>
          <a:p>
            <a:pPr marL="343080" indent="-343080">
              <a:spcBef>
                <a:spcPts val="901"/>
              </a:spcBef>
              <a:spcAft>
                <a:spcPts val="51"/>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Click to edit the outline text format</a:t>
            </a:r>
            <a:endParaRPr b="0" lang="en-US" sz="3400" strike="noStrike" u="none">
              <a:solidFill>
                <a:srgbClr val="ffffff"/>
              </a:solidFill>
              <a:effectLst/>
              <a:uFillTx/>
              <a:latin typeface="Arial"/>
            </a:endParaRPr>
          </a:p>
          <a:p>
            <a:pPr lvl="1" marL="343080" indent="-343080">
              <a:spcBef>
                <a:spcPts val="901"/>
              </a:spcBef>
              <a:spcAft>
                <a:spcPts val="51"/>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Second Outline Level</a:t>
            </a:r>
            <a:endParaRPr b="0" lang="en-US" sz="3400" strike="noStrike" u="none">
              <a:solidFill>
                <a:srgbClr val="ffffff"/>
              </a:solidFill>
              <a:effectLst/>
              <a:uFillTx/>
              <a:latin typeface="Arial"/>
            </a:endParaRPr>
          </a:p>
          <a:p>
            <a:pPr lvl="2" marL="343080" indent="-343080">
              <a:spcBef>
                <a:spcPts val="901"/>
              </a:spcBef>
              <a:spcAft>
                <a:spcPts val="51"/>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Third Outline Level</a:t>
            </a:r>
            <a:endParaRPr b="0" lang="en-US" sz="3400" strike="noStrike" u="none">
              <a:solidFill>
                <a:srgbClr val="ffffff"/>
              </a:solidFill>
              <a:effectLst/>
              <a:uFillTx/>
              <a:latin typeface="Arial"/>
            </a:endParaRPr>
          </a:p>
          <a:p>
            <a:pPr lvl="3" marL="343080" indent="-343080">
              <a:spcBef>
                <a:spcPts val="901"/>
              </a:spcBef>
              <a:spcAft>
                <a:spcPts val="51"/>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Fourth Outline Level</a:t>
            </a:r>
            <a:endParaRPr b="0" lang="en-US" sz="3400" strike="noStrike" u="none">
              <a:solidFill>
                <a:srgbClr val="ffffff"/>
              </a:solidFill>
              <a:effectLst/>
              <a:uFillTx/>
              <a:latin typeface="Arial"/>
            </a:endParaRPr>
          </a:p>
          <a:p>
            <a:pPr lvl="4" marL="343080" indent="-343080">
              <a:spcBef>
                <a:spcPts val="901"/>
              </a:spcBef>
              <a:spcAft>
                <a:spcPts val="51"/>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Fifth Outline Level</a:t>
            </a:r>
            <a:endParaRPr b="0" lang="en-US" sz="3400" strike="noStrike" u="none">
              <a:solidFill>
                <a:srgbClr val="ffffff"/>
              </a:solidFill>
              <a:effectLst/>
              <a:uFillTx/>
              <a:latin typeface="Arial"/>
            </a:endParaRPr>
          </a:p>
          <a:p>
            <a:pPr lvl="5" marL="343080" indent="-343080">
              <a:spcBef>
                <a:spcPts val="901"/>
              </a:spcBef>
              <a:spcAft>
                <a:spcPts val="51"/>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Sixth Outline Level</a:t>
            </a:r>
            <a:endParaRPr b="0" lang="en-US" sz="3400" strike="noStrike" u="none">
              <a:solidFill>
                <a:srgbClr val="ffffff"/>
              </a:solidFill>
              <a:effectLst/>
              <a:uFillTx/>
              <a:latin typeface="Arial"/>
            </a:endParaRPr>
          </a:p>
          <a:p>
            <a:pPr lvl="6" marL="343080" indent="-343080">
              <a:spcBef>
                <a:spcPts val="901"/>
              </a:spcBef>
              <a:spcAft>
                <a:spcPts val="51"/>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Seventh Outline Level</a:t>
            </a:r>
            <a:endParaRPr b="0" lang="en-US" sz="3400" strike="noStrike" u="none">
              <a:solidFill>
                <a:srgbClr val="ffffff"/>
              </a:solidFill>
              <a:effectLst/>
              <a:uFillTx/>
              <a:latin typeface="Arial"/>
            </a:endParaRPr>
          </a:p>
        </p:txBody>
      </p:sp>
      <p:sp>
        <p:nvSpPr>
          <p:cNvPr id="42" name=""/>
          <p:cNvSpPr/>
          <p:nvPr/>
        </p:nvSpPr>
        <p:spPr>
          <a:xfrm>
            <a:off x="495360" y="6246720"/>
            <a:ext cx="2311200" cy="453960"/>
          </a:xfrm>
          <a:prstGeom prst="rect">
            <a:avLst/>
          </a:prstGeom>
          <a:noFill/>
          <a:ln w="0">
            <a:noFill/>
          </a:ln>
        </p:spPr>
        <p:style>
          <a:lnRef idx="0"/>
          <a:fillRef idx="0"/>
          <a:effectRef idx="0"/>
          <a:fontRef idx="minor"/>
        </p:style>
        <p:txBody>
          <a:bodyPr wrap="none" lIns="90000" rIns="90000" tIns="46800" bIns="46800" anchor="ctr">
            <a:noAutofit/>
          </a:bodyPr>
          <a:p>
            <a:pPr indent="0">
              <a:spcBef>
                <a:spcPts val="51"/>
              </a:spcBef>
              <a:spcAft>
                <a:spcPts val="51"/>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900" strike="noStrike" u="none">
              <a:solidFill>
                <a:srgbClr val="ffffff"/>
              </a:solidFill>
              <a:effectLst/>
              <a:uFillTx/>
              <a:latin typeface="VNI-Times"/>
            </a:endParaRPr>
          </a:p>
        </p:txBody>
      </p:sp>
      <p:sp>
        <p:nvSpPr>
          <p:cNvPr id="43" name=""/>
          <p:cNvSpPr/>
          <p:nvPr/>
        </p:nvSpPr>
        <p:spPr>
          <a:xfrm>
            <a:off x="3384720" y="6248520"/>
            <a:ext cx="3136680" cy="457200"/>
          </a:xfrm>
          <a:prstGeom prst="rect">
            <a:avLst/>
          </a:prstGeom>
          <a:noFill/>
          <a:ln w="0">
            <a:noFill/>
          </a:ln>
        </p:spPr>
        <p:style>
          <a:lnRef idx="0"/>
          <a:fillRef idx="0"/>
          <a:effectRef idx="0"/>
          <a:fontRef idx="minor"/>
        </p:style>
        <p:txBody>
          <a:bodyPr wrap="none" lIns="90000" rIns="90000" tIns="46800" bIns="46800" anchor="ctr">
            <a:noAutofit/>
          </a:bodyPr>
          <a:p>
            <a:pPr indent="0">
              <a:spcBef>
                <a:spcPts val="51"/>
              </a:spcBef>
              <a:spcAft>
                <a:spcPts val="51"/>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900" strike="noStrike" u="none">
              <a:solidFill>
                <a:srgbClr val="ffffff"/>
              </a:solidFill>
              <a:effectLst/>
              <a:uFillTx/>
              <a:latin typeface="VNI-Times"/>
            </a:endParaRPr>
          </a:p>
        </p:txBody>
      </p:sp>
      <p:sp>
        <p:nvSpPr>
          <p:cNvPr id="44" name="PlaceHolder 3"/>
          <p:cNvSpPr>
            <a:spLocks noGrp="1"/>
          </p:cNvSpPr>
          <p:nvPr>
            <p:ph type="sldNum" idx="1"/>
          </p:nvPr>
        </p:nvSpPr>
        <p:spPr>
          <a:xfrm>
            <a:off x="7098840" y="6246720"/>
            <a:ext cx="2305080" cy="447840"/>
          </a:xfrm>
          <a:prstGeom prst="rect">
            <a:avLst/>
          </a:prstGeom>
          <a:noFill/>
          <a:ln w="0">
            <a:noFill/>
          </a:ln>
        </p:spPr>
        <p:txBody>
          <a:bodyPr lIns="95760" rIns="95760" tIns="47880" bIns="47880" anchor="b">
            <a:noAutofit/>
          </a:bodyPr>
          <a:lstStyle>
            <a:lvl1pPr indent="0" algn="r">
              <a:lnSpc>
                <a:spcPct val="100000"/>
              </a:lnSpc>
              <a:spcBef>
                <a:spcPts val="51"/>
              </a:spcBef>
              <a:spcAft>
                <a:spcPts val="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defRPr b="0" lang="en-US" sz="1200" strike="noStrike" u="none">
                <a:solidFill>
                  <a:srgbClr val="ffffff"/>
                </a:solidFill>
                <a:effectLst/>
                <a:uFillTx/>
                <a:latin typeface="Arial"/>
                <a:ea typeface="DejaVu Sans"/>
              </a:defRPr>
            </a:lvl1pPr>
          </a:lstStyle>
          <a:p>
            <a:pPr indent="0" algn="r">
              <a:lnSpc>
                <a:spcPct val="100000"/>
              </a:lnSpc>
              <a:spcBef>
                <a:spcPts val="51"/>
              </a:spcBef>
              <a:spcAft>
                <a:spcPts val="51"/>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8B29CB47-DFC8-4CC6-A647-7290473734EB}" type="slidenum">
              <a:rPr b="0" lang="en-US" sz="1200" strike="noStrike" u="none">
                <a:solidFill>
                  <a:srgbClr val="ffffff"/>
                </a:solidFill>
                <a:effectLst/>
                <a:uFillTx/>
                <a:latin typeface="Arial"/>
                <a:ea typeface="DejaVu Sans"/>
              </a:rPr>
              <a:t>&lt;number&gt;</a:t>
            </a:fld>
            <a:endParaRPr b="0" lang="en-US" sz="12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56" name=""/>
          <p:cNvSpPr/>
          <p:nvPr/>
        </p:nvSpPr>
        <p:spPr>
          <a:xfrm>
            <a:off x="495360" y="277920"/>
            <a:ext cx="8915400" cy="1143000"/>
          </a:xfrm>
          <a:prstGeom prst="rect">
            <a:avLst/>
          </a:prstGeom>
          <a:noFill/>
          <a:ln w="0">
            <a:noFill/>
          </a:ln>
        </p:spPr>
        <p:style>
          <a:lnRef idx="0"/>
          <a:fillRef idx="0"/>
          <a:effectRef idx="0"/>
          <a:fontRef idx="minor"/>
        </p:style>
        <p:txBody>
          <a:bodyPr lIns="95760" rIns="95760" tIns="47880" bIns="47880" anchor="ctr" anchorCtr="1">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2800" strike="noStrike" u="none">
                <a:solidFill>
                  <a:srgbClr val="ffffff"/>
                </a:solidFill>
                <a:effectLst/>
                <a:uFillTx/>
                <a:latin typeface="Arial"/>
              </a:rPr>
              <a:t>Bài 6: PHÁP LUẬT BẢO VỆ QUYỀN LỢI NGƯỜI TIÊU DÙNG</a:t>
            </a:r>
            <a:endParaRPr b="0" lang="en-US" sz="2800" strike="noStrike" u="none">
              <a:solidFill>
                <a:srgbClr val="ffffff"/>
              </a:solidFill>
              <a:effectLst/>
              <a:uFillTx/>
              <a:latin typeface="VNI-Times"/>
            </a:endParaRPr>
          </a:p>
        </p:txBody>
      </p:sp>
      <p:sp>
        <p:nvSpPr>
          <p:cNvPr id="57"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1E33BC36-3F00-4848-8FFC-D9FB191B5936}"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pic>
        <p:nvPicPr>
          <p:cNvPr id="58" name="" descr=""/>
          <p:cNvPicPr/>
          <p:nvPr/>
        </p:nvPicPr>
        <p:blipFill>
          <a:blip r:embed="rId1"/>
          <a:stretch/>
        </p:blipFill>
        <p:spPr>
          <a:xfrm>
            <a:off x="304920" y="1600200"/>
            <a:ext cx="9219960" cy="4952880"/>
          </a:xfrm>
          <a:prstGeom prst="rect">
            <a:avLst/>
          </a:prstGeom>
          <a:noFill/>
          <a:ln w="0">
            <a:noFill/>
          </a:ln>
        </p:spPr>
      </p:pic>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59"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BF3EB1FC-B598-479D-B783-14AFDCB28CAC}"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60" name=""/>
          <p:cNvSpPr/>
          <p:nvPr/>
        </p:nvSpPr>
        <p:spPr>
          <a:xfrm>
            <a:off x="380880" y="457200"/>
            <a:ext cx="9068040" cy="624852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gn="ctr">
              <a:lnSpc>
                <a:spcPct val="15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61" name=""/>
          <p:cNvSpPr/>
          <p:nvPr/>
        </p:nvSpPr>
        <p:spPr>
          <a:xfrm>
            <a:off x="380880" y="1676520"/>
            <a:ext cx="9144000" cy="6094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i="1" lang="vi-VN" sz="3200" strike="noStrike" u="none">
                <a:solidFill>
                  <a:srgbClr val="ffffff"/>
                </a:solidFill>
                <a:effectLst/>
                <a:uFillTx/>
                <a:latin typeface="Times New Roman"/>
                <a:ea typeface="Times New Roman"/>
              </a:rPr>
              <a:t>Sau khi học xong bài này, người học đạt được:</a:t>
            </a:r>
            <a:endParaRPr b="0" lang="en-US" sz="3200" strike="noStrike" u="none">
              <a:solidFill>
                <a:srgbClr val="ffffff"/>
              </a:solidFill>
              <a:effectLst/>
              <a:uFillTx/>
              <a:latin typeface="VNI-Times"/>
            </a:endParaRPr>
          </a:p>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p:txBody>
      </p:sp>
      <p:sp>
        <p:nvSpPr>
          <p:cNvPr id="62" name=""/>
          <p:cNvSpPr/>
          <p:nvPr/>
        </p:nvSpPr>
        <p:spPr>
          <a:xfrm>
            <a:off x="380880" y="2705040"/>
            <a:ext cx="9144000" cy="1600200"/>
          </a:xfrm>
          <a:prstGeom prst="rect">
            <a:avLst/>
          </a:prstGeom>
          <a:solidFill>
            <a:srgbClr val="7b46d0"/>
          </a:solidFill>
          <a:ln w="25560">
            <a:solidFill>
              <a:srgbClr val="593198"/>
            </a:solidFill>
            <a:miter/>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lang="en-US" sz="3200" strike="noStrike" u="none">
                <a:solidFill>
                  <a:srgbClr val="ffffff"/>
                </a:solidFill>
                <a:effectLst/>
                <a:uFillTx/>
                <a:latin typeface="Times New Roman"/>
                <a:ea typeface="Times New Roman"/>
              </a:rPr>
              <a:t>	</a:t>
            </a:r>
            <a:r>
              <a:rPr b="0" lang="vi-VN" sz="4000" strike="noStrike" u="none">
                <a:solidFill>
                  <a:srgbClr val="ffffff"/>
                </a:solidFill>
                <a:effectLst/>
                <a:uFillTx/>
                <a:latin typeface="Times New Roman"/>
                <a:ea typeface="Times New Roman"/>
              </a:rPr>
              <a:t>- Trình bày được quyền và nghĩa vụ của người tiêu dùng;</a:t>
            </a:r>
            <a:endParaRPr b="0" lang="en-US" sz="4000" strike="noStrike" u="none">
              <a:solidFill>
                <a:srgbClr val="ffffff"/>
              </a:solidFill>
              <a:effectLst/>
              <a:uFillTx/>
              <a:latin typeface="VNI-Times"/>
            </a:endParaRPr>
          </a:p>
        </p:txBody>
      </p:sp>
      <p:sp>
        <p:nvSpPr>
          <p:cNvPr id="63" name=""/>
          <p:cNvSpPr/>
          <p:nvPr/>
        </p:nvSpPr>
        <p:spPr>
          <a:xfrm>
            <a:off x="304920" y="4646520"/>
            <a:ext cx="9296280" cy="190656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200" strike="noStrike" u="none">
                <a:solidFill>
                  <a:srgbClr val="ffffff"/>
                </a:solidFill>
                <a:effectLst/>
                <a:uFillTx/>
                <a:latin typeface="Times New Roman"/>
                <a:ea typeface="Times New Roman"/>
              </a:rPr>
              <a:t>	</a:t>
            </a:r>
            <a:r>
              <a:rPr b="0" lang="vi-VN" sz="3600" strike="noStrike" u="none">
                <a:solidFill>
                  <a:srgbClr val="ffffff"/>
                </a:solidFill>
                <a:effectLst/>
                <a:uFillTx/>
                <a:latin typeface="Times New Roman"/>
                <a:ea typeface="Times New Roman"/>
              </a:rPr>
              <a:t> - Nhận thức được trách nhiệm của tổ chức, cá nhân đối với người tiêu dùng và bảo vệ quyền lợi người tiêu dùng</a:t>
            </a:r>
            <a:endParaRPr b="0" lang="en-US" sz="3600" strike="noStrike" u="none">
              <a:solidFill>
                <a:srgbClr val="ffffff"/>
              </a:solidFill>
              <a:effectLst/>
              <a:uFillTx/>
              <a:latin typeface="VNI-Times"/>
            </a:endParaRPr>
          </a:p>
        </p:txBody>
      </p:sp>
      <p:sp>
        <p:nvSpPr>
          <p:cNvPr id="64" name=""/>
          <p:cNvSpPr/>
          <p:nvPr/>
        </p:nvSpPr>
        <p:spPr>
          <a:xfrm>
            <a:off x="2057400" y="380880"/>
            <a:ext cx="5486400" cy="685800"/>
          </a:xfrm>
          <a:prstGeom prst="rect">
            <a:avLst/>
          </a:pr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ctr" anchorCtr="1">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600" strike="noStrike" u="none">
                <a:solidFill>
                  <a:srgbClr val="ffffff"/>
                </a:solidFill>
                <a:effectLst/>
                <a:uFillTx/>
                <a:latin typeface="Times New Roman"/>
                <a:ea typeface="Times New Roman"/>
              </a:rPr>
              <a:t>  MỤC TIÊU BÀI HỌC</a:t>
            </a:r>
            <a:endParaRPr b="0" lang="en-US" sz="3600" strike="noStrike" u="none">
              <a:solidFill>
                <a:srgbClr val="ffffff"/>
              </a:solidFill>
              <a:effectLst/>
              <a:uFillTx/>
              <a:latin typeface="VNI-Times"/>
            </a:endParaRPr>
          </a:p>
        </p:txBody>
      </p:sp>
      <p:cxnSp>
        <p:nvCxnSpPr>
          <p:cNvPr id="65" name=""/>
          <p:cNvCxnSpPr>
            <a:stCxn id="61" idx="2"/>
            <a:endCxn id="62" idx="0"/>
          </p:cNvCxnSpPr>
          <p:nvPr/>
        </p:nvCxnSpPr>
        <p:spPr>
          <a:xfrm>
            <a:off x="4952520" y="2286000"/>
            <a:ext cx="2520" cy="419760"/>
          </a:xfrm>
          <a:prstGeom prst="straightConnector1">
            <a:avLst/>
          </a:prstGeom>
          <a:ln w="38160">
            <a:solidFill>
              <a:srgbClr val="ffffff"/>
            </a:solidFill>
            <a:miter/>
            <a:tailEnd len="med" type="arrow" w="med"/>
          </a:ln>
        </p:spPr>
      </p:cxnSp>
      <p:cxnSp>
        <p:nvCxnSpPr>
          <p:cNvPr id="66" name=""/>
          <p:cNvCxnSpPr>
            <a:stCxn id="62" idx="2"/>
            <a:endCxn id="63" idx="0"/>
          </p:cNvCxnSpPr>
          <p:nvPr/>
        </p:nvCxnSpPr>
        <p:spPr>
          <a:xfrm>
            <a:off x="4952520" y="4305240"/>
            <a:ext cx="2520" cy="342000"/>
          </a:xfrm>
          <a:prstGeom prst="straightConnector1">
            <a:avLst/>
          </a:prstGeom>
          <a:ln w="38160">
            <a:solidFill>
              <a:srgbClr val="ffffff"/>
            </a:solidFill>
            <a:miter/>
            <a:tailEnd len="med" type="arrow" w="med"/>
          </a:ln>
        </p:spPr>
      </p:cxnSp>
    </p:spTree>
  </p:cSld>
  <p:timing>
    <p:tnLst>
      <p:par>
        <p:cTn id="1" dur="indefinite" restart="never" nodeType="tmRoot">
          <p:childTnLst>
            <p:seq>
              <p:cTn id="2" dur="indefinite" nodeType="mainSeq">
                <p:childTnLst>
                  <p:par>
                    <p:cTn id="3" dur="indefinite" nodeType="clickEffect" fill="hold">
                      <p:stCondLst>
                        <p:cond delay="indefinite"/>
                      </p:stCondLst>
                      <p:childTnLst>
                        <p:par>
                          <p:cTn id="4" dur="indefinite" nodeType="withEffect" fill="hold">
                            <p:stCondLst>
                              <p:cond delay="0"/>
                            </p:stCondLst>
                            <p:childTnLst>
                              <p:par>
                                <p:cTn id="5" dur="indefinite" nodeType="clickEffect" fill="hold" presetClass="entr" presetID="4" presetSubtype="16">
                                  <p:stCondLst>
                                    <p:cond delay="0"/>
                                  </p:stCondLst>
                                  <p:childTnLst>
                                    <p:set>
                                      <p:cBhvr>
                                        <p:cTn id="6" dur="1" fill="hold">
                                          <p:stCondLst>
                                            <p:cond delay="0"/>
                                          </p:stCondLst>
                                        </p:cTn>
                                        <p:tgtEl>
                                          <p:spTgt spid="64"/>
                                        </p:tgtEl>
                                        <p:attrNameLst>
                                          <p:attrName>style.visibility</p:attrName>
                                        </p:attrNameLst>
                                      </p:cBhvr>
                                      <p:to>
                                        <p:strVal val="visible"/>
                                      </p:to>
                                    </p:set>
                                    <p:animEffect filter="box(in)" transition="in">
                                      <p:cBhvr additive="repl">
                                        <p:cTn id="7" dur="500"/>
                                        <p:tgtEl>
                                          <p:spTgt spid="64"/>
                                        </p:tgtEl>
                                      </p:cBhvr>
                                    </p:animEffect>
                                  </p:childTnLst>
                                </p:cTn>
                              </p:par>
                            </p:childTnLst>
                          </p:cTn>
                        </p:par>
                      </p:childTnLst>
                    </p:cTn>
                  </p:par>
                  <p:par>
                    <p:cTn id="8" dur="indefinite" nodeType="clickEffect" fill="hold">
                      <p:stCondLst>
                        <p:cond delay="indefinite"/>
                      </p:stCondLst>
                      <p:childTnLst>
                        <p:par>
                          <p:cTn id="9" dur="indefinite" nodeType="withEffect" fill="hold">
                            <p:stCondLst>
                              <p:cond delay="0"/>
                            </p:stCondLst>
                            <p:childTnLst>
                              <p:par>
                                <p:cTn id="10" dur="indefinite" nodeType="clickEffect" fill="hold" presetClass="entr" presetID="8" presetSubtype="16">
                                  <p:stCondLst>
                                    <p:cond delay="0"/>
                                  </p:stCondLst>
                                  <p:childTnLst>
                                    <p:set>
                                      <p:cBhvr>
                                        <p:cTn id="11" dur="1" fill="hold">
                                          <p:stCondLst>
                                            <p:cond delay="0"/>
                                          </p:stCondLst>
                                        </p:cTn>
                                        <p:tgtEl>
                                          <p:spTgt spid="61"/>
                                        </p:tgtEl>
                                        <p:attrNameLst>
                                          <p:attrName>style.visibility</p:attrName>
                                        </p:attrNameLst>
                                      </p:cBhvr>
                                      <p:to>
                                        <p:strVal val="visible"/>
                                      </p:to>
                                    </p:set>
                                    <p:animEffect filter="diamond(in)" transition="in">
                                      <p:cBhvr additive="repl">
                                        <p:cTn id="12" dur="2000"/>
                                        <p:tgtEl>
                                          <p:spTgt spid="61"/>
                                        </p:tgtEl>
                                      </p:cBhvr>
                                    </p:animEffect>
                                  </p:childTnLst>
                                </p:cTn>
                              </p:par>
                            </p:childTnLst>
                          </p:cTn>
                        </p:par>
                      </p:childTnLst>
                    </p:cTn>
                  </p:par>
                  <p:par>
                    <p:cTn id="13" dur="indefinite" nodeType="clickEffect" fill="hold">
                      <p:stCondLst>
                        <p:cond delay="indefinite"/>
                      </p:stCondLst>
                      <p:childTnLst>
                        <p:par>
                          <p:cTn id="14" dur="indefinite" nodeType="withEffect" fill="hold">
                            <p:stCondLst>
                              <p:cond delay="0"/>
                            </p:stCondLst>
                            <p:childTnLst>
                              <p:par>
                                <p:cTn id="15" dur="indefinite" nodeType="clickEffect" fill="hold" presetClass="entr" presetID="3" presetSubtype="10">
                                  <p:stCondLst>
                                    <p:cond delay="0"/>
                                  </p:stCondLst>
                                  <p:childTnLst>
                                    <p:set>
                                      <p:cBhvr>
                                        <p:cTn id="16" dur="1" fill="hold">
                                          <p:stCondLst>
                                            <p:cond delay="0"/>
                                          </p:stCondLst>
                                        </p:cTn>
                                        <p:tgtEl>
                                          <p:spTgt spid="65"/>
                                        </p:tgtEl>
                                        <p:attrNameLst>
                                          <p:attrName>style.visibility</p:attrName>
                                        </p:attrNameLst>
                                      </p:cBhvr>
                                      <p:to>
                                        <p:strVal val="visible"/>
                                      </p:to>
                                    </p:set>
                                    <p:animEffect filter="blinds(horizontal)" transition="in">
                                      <p:cBhvr additive="repl">
                                        <p:cTn id="17" dur="500"/>
                                        <p:tgtEl>
                                          <p:spTgt spid="65"/>
                                        </p:tgtEl>
                                      </p:cBhvr>
                                    </p:animEffect>
                                  </p:childTnLst>
                                </p:cTn>
                              </p:par>
                            </p:childTnLst>
                          </p:cTn>
                        </p:par>
                      </p:childTnLst>
                    </p:cTn>
                  </p:par>
                  <p:par>
                    <p:cTn id="18" dur="indefinite" nodeType="clickEffect" fill="hold">
                      <p:stCondLst>
                        <p:cond delay="indefinite"/>
                      </p:stCondLst>
                      <p:childTnLst>
                        <p:par>
                          <p:cTn id="19" dur="indefinite" nodeType="withEffect" fill="hold">
                            <p:stCondLst>
                              <p:cond delay="0"/>
                            </p:stCondLst>
                            <p:childTnLst>
                              <p:par>
                                <p:cTn id="20" dur="indefinite" nodeType="clickEffect" fill="hold" presetClass="entr" presetID="4" presetSubtype="16">
                                  <p:stCondLst>
                                    <p:cond delay="0"/>
                                  </p:stCondLst>
                                  <p:childTnLst>
                                    <p:set>
                                      <p:cBhvr>
                                        <p:cTn id="21" dur="1" fill="hold">
                                          <p:stCondLst>
                                            <p:cond delay="0"/>
                                          </p:stCondLst>
                                        </p:cTn>
                                        <p:tgtEl>
                                          <p:spTgt spid="62"/>
                                        </p:tgtEl>
                                        <p:attrNameLst>
                                          <p:attrName>style.visibility</p:attrName>
                                        </p:attrNameLst>
                                      </p:cBhvr>
                                      <p:to>
                                        <p:strVal val="visible"/>
                                      </p:to>
                                    </p:set>
                                    <p:animEffect filter="box(in)" transition="in">
                                      <p:cBhvr additive="repl">
                                        <p:cTn id="22" dur="500"/>
                                        <p:tgtEl>
                                          <p:spTgt spid="62"/>
                                        </p:tgtEl>
                                      </p:cBhvr>
                                    </p:animEffect>
                                  </p:childTnLst>
                                </p:cTn>
                              </p:par>
                            </p:childTnLst>
                          </p:cTn>
                        </p:par>
                      </p:childTnLst>
                    </p:cTn>
                  </p:par>
                  <p:par>
                    <p:cTn id="23" dur="indefinite" nodeType="clickEffect" fill="hold">
                      <p:stCondLst>
                        <p:cond delay="indefinite"/>
                      </p:stCondLst>
                      <p:childTnLst>
                        <p:par>
                          <p:cTn id="24" dur="indefinite" nodeType="withEffect" fill="hold">
                            <p:stCondLst>
                              <p:cond delay="0"/>
                            </p:stCondLst>
                            <p:childTnLst>
                              <p:par>
                                <p:cTn id="25" dur="indefinite" nodeType="clickEffect" fill="hold" presetClass="entr" presetID="3" presetSubtype="10">
                                  <p:stCondLst>
                                    <p:cond delay="0"/>
                                  </p:stCondLst>
                                  <p:childTnLst>
                                    <p:set>
                                      <p:cBhvr>
                                        <p:cTn id="26" dur="1" fill="hold">
                                          <p:stCondLst>
                                            <p:cond delay="0"/>
                                          </p:stCondLst>
                                        </p:cTn>
                                        <p:tgtEl>
                                          <p:spTgt spid="66"/>
                                        </p:tgtEl>
                                        <p:attrNameLst>
                                          <p:attrName>style.visibility</p:attrName>
                                        </p:attrNameLst>
                                      </p:cBhvr>
                                      <p:to>
                                        <p:strVal val="visible"/>
                                      </p:to>
                                    </p:set>
                                    <p:animEffect filter="blinds(horizontal)" transition="in">
                                      <p:cBhvr additive="repl">
                                        <p:cTn id="27" dur="500"/>
                                        <p:tgtEl>
                                          <p:spTgt spid="66"/>
                                        </p:tgtEl>
                                      </p:cBhvr>
                                    </p:animEffect>
                                  </p:childTnLst>
                                </p:cTn>
                              </p:par>
                            </p:childTnLst>
                          </p:cTn>
                        </p:par>
                      </p:childTnLst>
                    </p:cTn>
                  </p:par>
                  <p:par>
                    <p:cTn id="28" dur="indefinite" nodeType="clickEffect" fill="hold">
                      <p:stCondLst>
                        <p:cond delay="indefinite"/>
                      </p:stCondLst>
                      <p:childTnLst>
                        <p:par>
                          <p:cTn id="29" dur="indefinite" nodeType="withEffect" fill="hold">
                            <p:stCondLst>
                              <p:cond delay="0"/>
                            </p:stCondLst>
                            <p:childTnLst>
                              <p:par>
                                <p:cTn id="30" dur="indefinite" nodeType="clickEffect" fill="hold" presetClass="entr" presetID="5" presetSubtype="10">
                                  <p:stCondLst>
                                    <p:cond delay="0"/>
                                  </p:stCondLst>
                                  <p:childTnLst>
                                    <p:set>
                                      <p:cBhvr>
                                        <p:cTn id="31" dur="1" fill="hold">
                                          <p:stCondLst>
                                            <p:cond delay="0"/>
                                          </p:stCondLst>
                                        </p:cTn>
                                        <p:tgtEl>
                                          <p:spTgt spid="63"/>
                                        </p:tgtEl>
                                        <p:attrNameLst>
                                          <p:attrName>style.visibility</p:attrName>
                                        </p:attrNameLst>
                                      </p:cBhvr>
                                      <p:to>
                                        <p:strVal val="visible"/>
                                      </p:to>
                                    </p:set>
                                    <p:animEffect filter="checkerboard(across)" transition="in">
                                      <p:cBhvr additive="repl">
                                        <p:cTn id="32" dur="5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67"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F8F75044-5C2E-45AA-8D83-BB1C7EC0D6E4}"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68" name=""/>
          <p:cNvSpPr/>
          <p:nvPr/>
        </p:nvSpPr>
        <p:spPr>
          <a:xfrm>
            <a:off x="380880" y="457200"/>
            <a:ext cx="9068040" cy="624852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gn="ctr">
              <a:lnSpc>
                <a:spcPct val="15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69" name=""/>
          <p:cNvSpPr/>
          <p:nvPr/>
        </p:nvSpPr>
        <p:spPr>
          <a:xfrm>
            <a:off x="152280" y="1600200"/>
            <a:ext cx="9601200" cy="10666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200" strike="noStrike" u="none">
                <a:solidFill>
                  <a:srgbClr val="ffffff"/>
                </a:solidFill>
                <a:effectLst/>
                <a:uFillTx/>
                <a:latin typeface="Times New Roman"/>
                <a:ea typeface="Times New Roman"/>
              </a:rPr>
              <a:t>	</a:t>
            </a:r>
            <a:r>
              <a:rPr b="1" lang="vi-VN" sz="3200" strike="noStrike" u="none">
                <a:solidFill>
                  <a:srgbClr val="ffffff"/>
                </a:solidFill>
                <a:effectLst/>
                <a:uFillTx/>
                <a:latin typeface="Times New Roman"/>
                <a:ea typeface="Times New Roman"/>
              </a:rPr>
              <a:t> 1. Sự cần thiết phải ban hành luật bảo vệ quyền lợi người tiêu dùng.</a:t>
            </a:r>
            <a:endParaRPr b="0" lang="en-US" sz="3200" strike="noStrike" u="none">
              <a:solidFill>
                <a:srgbClr val="ffffff"/>
              </a:solidFill>
              <a:effectLst/>
              <a:uFillTx/>
              <a:latin typeface="VNI-Times"/>
            </a:endParaRPr>
          </a:p>
        </p:txBody>
      </p:sp>
      <p:sp>
        <p:nvSpPr>
          <p:cNvPr id="70" name=""/>
          <p:cNvSpPr/>
          <p:nvPr/>
        </p:nvSpPr>
        <p:spPr>
          <a:xfrm>
            <a:off x="136440" y="2703600"/>
            <a:ext cx="9601200" cy="1143000"/>
          </a:xfrm>
          <a:prstGeom prst="rect">
            <a:avLst/>
          </a:pr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1" lang="en-US" sz="3200" strike="noStrike" u="none">
                <a:solidFill>
                  <a:srgbClr val="ffffff"/>
                </a:solidFill>
                <a:effectLst/>
                <a:uFillTx/>
                <a:latin typeface="Times New Roman"/>
                <a:ea typeface="Times New Roman"/>
              </a:rPr>
              <a:t>	</a:t>
            </a:r>
            <a:r>
              <a:rPr b="1" lang="vi-VN" sz="3200" strike="noStrike" u="none">
                <a:solidFill>
                  <a:srgbClr val="ffffff"/>
                </a:solidFill>
                <a:effectLst/>
                <a:uFillTx/>
                <a:latin typeface="Times New Roman"/>
                <a:ea typeface="Times New Roman"/>
              </a:rPr>
              <a:t>2.  Quyền và nghĩa vụ của người tiêu dùng</a:t>
            </a:r>
            <a:endParaRPr b="0" lang="en-US" sz="3200" strike="noStrike" u="none">
              <a:solidFill>
                <a:srgbClr val="ffffff"/>
              </a:solidFill>
              <a:effectLst/>
              <a:uFillTx/>
              <a:latin typeface="VNI-Times"/>
            </a:endParaRPr>
          </a:p>
        </p:txBody>
      </p:sp>
      <p:sp>
        <p:nvSpPr>
          <p:cNvPr id="71" name=""/>
          <p:cNvSpPr/>
          <p:nvPr/>
        </p:nvSpPr>
        <p:spPr>
          <a:xfrm>
            <a:off x="3395520" y="304920"/>
            <a:ext cx="3048120" cy="91440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ctr" anchorCtr="1">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4000" strike="noStrike" u="none">
                <a:solidFill>
                  <a:srgbClr val="ffff00"/>
                </a:solidFill>
                <a:effectLst/>
                <a:uFillTx/>
                <a:latin typeface="Times New Roman"/>
                <a:ea typeface="Times New Roman"/>
              </a:rPr>
              <a:t>NỘI DUNG</a:t>
            </a:r>
            <a:endParaRPr b="0" lang="en-US" sz="4000" strike="noStrike" u="none">
              <a:solidFill>
                <a:srgbClr val="ffffff"/>
              </a:solidFill>
              <a:effectLst/>
              <a:uFillTx/>
              <a:latin typeface="VNI-Times"/>
            </a:endParaRPr>
          </a:p>
        </p:txBody>
      </p:sp>
      <p:cxnSp>
        <p:nvCxnSpPr>
          <p:cNvPr id="72" name=""/>
          <p:cNvCxnSpPr>
            <a:stCxn id="71" idx="2"/>
            <a:endCxn id="69" idx="0"/>
          </p:cNvCxnSpPr>
          <p:nvPr/>
        </p:nvCxnSpPr>
        <p:spPr>
          <a:xfrm>
            <a:off x="4919760" y="1219320"/>
            <a:ext cx="33840" cy="381600"/>
          </a:xfrm>
          <a:prstGeom prst="straightConnector1">
            <a:avLst/>
          </a:prstGeom>
          <a:ln w="38160">
            <a:solidFill>
              <a:srgbClr val="ffffff"/>
            </a:solidFill>
            <a:miter/>
            <a:tailEnd len="med" type="arrow" w="med"/>
          </a:ln>
        </p:spPr>
      </p:cxnSp>
      <p:sp>
        <p:nvSpPr>
          <p:cNvPr id="73" name=""/>
          <p:cNvSpPr/>
          <p:nvPr/>
        </p:nvSpPr>
        <p:spPr>
          <a:xfrm>
            <a:off x="157320" y="4132440"/>
            <a:ext cx="9601200" cy="1887480"/>
          </a:xfrm>
          <a:prstGeom prst="rect">
            <a:avLst/>
          </a:pr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1" lang="en-US" sz="3200" strike="noStrike" u="none">
                <a:solidFill>
                  <a:srgbClr val="ffffff"/>
                </a:solidFill>
                <a:effectLst/>
                <a:uFillTx/>
                <a:latin typeface="Times New Roman"/>
                <a:ea typeface="Times New Roman"/>
              </a:rPr>
              <a:t>	</a:t>
            </a:r>
            <a:r>
              <a:rPr b="1" lang="vi-VN" sz="3200" strike="noStrike" u="none">
                <a:solidFill>
                  <a:srgbClr val="ffffff"/>
                </a:solidFill>
                <a:effectLst/>
                <a:uFillTx/>
                <a:latin typeface="Times New Roman"/>
                <a:ea typeface="Times New Roman"/>
              </a:rPr>
              <a:t>3.  Trách nhiệm của tổ chức, cá nhân kinh doanh hàng hóa, dịch vụ trong việc cung cấp thông tin về hàng hóa, dịch vụ cho người tiêu dùng</a:t>
            </a:r>
            <a:endParaRPr b="0" lang="en-US" sz="3200" strike="noStrike" u="none">
              <a:solidFill>
                <a:srgbClr val="ffffff"/>
              </a:solidFill>
              <a:effectLst/>
              <a:uFillTx/>
              <a:latin typeface="VNI-Times"/>
            </a:endParaRPr>
          </a:p>
        </p:txBody>
      </p:sp>
    </p:spTree>
  </p:cSld>
  <p:timing>
    <p:tnLst>
      <p:par>
        <p:cTn id="33" dur="indefinite" restart="never" nodeType="tmRoot">
          <p:childTnLst>
            <p:seq>
              <p:cTn id="34" dur="indefinite" nodeType="mainSeq">
                <p:childTnLst>
                  <p:par>
                    <p:cTn id="35" dur="indefinite" nodeType="clickEffect" fill="hold">
                      <p:stCondLst>
                        <p:cond delay="indefinite"/>
                      </p:stCondLst>
                      <p:childTnLst>
                        <p:par>
                          <p:cTn id="36" dur="indefinite" nodeType="withEffect" fill="hold">
                            <p:stCondLst>
                              <p:cond delay="0"/>
                            </p:stCondLst>
                            <p:childTnLst>
                              <p:par>
                                <p:cTn id="37" dur="indefinite" nodeType="clickEffect" fill="hold" presetClass="entr" presetID="4" presetSubtype="16">
                                  <p:stCondLst>
                                    <p:cond delay="0"/>
                                  </p:stCondLst>
                                  <p:childTnLst>
                                    <p:set>
                                      <p:cBhvr>
                                        <p:cTn id="38" dur="1" fill="hold">
                                          <p:stCondLst>
                                            <p:cond delay="0"/>
                                          </p:stCondLst>
                                        </p:cTn>
                                        <p:tgtEl>
                                          <p:spTgt spid="71"/>
                                        </p:tgtEl>
                                        <p:attrNameLst>
                                          <p:attrName>style.visibility</p:attrName>
                                        </p:attrNameLst>
                                      </p:cBhvr>
                                      <p:to>
                                        <p:strVal val="visible"/>
                                      </p:to>
                                    </p:set>
                                    <p:animEffect filter="box(in)" transition="in">
                                      <p:cBhvr additive="repl">
                                        <p:cTn id="39" dur="500"/>
                                        <p:tgtEl>
                                          <p:spTgt spid="71"/>
                                        </p:tgtEl>
                                      </p:cBhvr>
                                    </p:animEffect>
                                  </p:childTnLst>
                                </p:cTn>
                              </p:par>
                            </p:childTnLst>
                          </p:cTn>
                        </p:par>
                      </p:childTnLst>
                    </p:cTn>
                  </p:par>
                  <p:par>
                    <p:cTn id="40" dur="indefinite" nodeType="clickEffect" fill="hold">
                      <p:stCondLst>
                        <p:cond delay="indefinite"/>
                      </p:stCondLst>
                      <p:childTnLst>
                        <p:par>
                          <p:cTn id="41" dur="indefinite" nodeType="withEffect" fill="hold">
                            <p:stCondLst>
                              <p:cond delay="0"/>
                            </p:stCondLst>
                            <p:childTnLst>
                              <p:par>
                                <p:cTn id="42" dur="indefinite" nodeType="clickEffect" fill="hold" presetClass="entr" presetID="3" presetSubtype="10">
                                  <p:stCondLst>
                                    <p:cond delay="0"/>
                                  </p:stCondLst>
                                  <p:childTnLst>
                                    <p:set>
                                      <p:cBhvr>
                                        <p:cTn id="43" dur="1" fill="hold">
                                          <p:stCondLst>
                                            <p:cond delay="0"/>
                                          </p:stCondLst>
                                        </p:cTn>
                                        <p:tgtEl>
                                          <p:spTgt spid="72"/>
                                        </p:tgtEl>
                                        <p:attrNameLst>
                                          <p:attrName>style.visibility</p:attrName>
                                        </p:attrNameLst>
                                      </p:cBhvr>
                                      <p:to>
                                        <p:strVal val="visible"/>
                                      </p:to>
                                    </p:set>
                                    <p:animEffect filter="blinds(horizontal)" transition="in">
                                      <p:cBhvr additive="repl">
                                        <p:cTn id="44" dur="500"/>
                                        <p:tgtEl>
                                          <p:spTgt spid="72"/>
                                        </p:tgtEl>
                                      </p:cBhvr>
                                    </p:animEffect>
                                  </p:childTnLst>
                                </p:cTn>
                              </p:par>
                            </p:childTnLst>
                          </p:cTn>
                        </p:par>
                      </p:childTnLst>
                    </p:cTn>
                  </p:par>
                  <p:par>
                    <p:cTn id="45" dur="indefinite" nodeType="clickEffect" fill="hold">
                      <p:stCondLst>
                        <p:cond delay="indefinite"/>
                      </p:stCondLst>
                      <p:childTnLst>
                        <p:par>
                          <p:cTn id="46" dur="indefinite" nodeType="withEffect" fill="hold">
                            <p:stCondLst>
                              <p:cond delay="0"/>
                            </p:stCondLst>
                            <p:childTnLst>
                              <p:par>
                                <p:cTn id="47" dur="indefinite" nodeType="clickEffect" fill="hold" presetClass="entr" presetID="8" presetSubtype="16">
                                  <p:stCondLst>
                                    <p:cond delay="0"/>
                                  </p:stCondLst>
                                  <p:childTnLst>
                                    <p:set>
                                      <p:cBhvr>
                                        <p:cTn id="48" dur="1" fill="hold">
                                          <p:stCondLst>
                                            <p:cond delay="0"/>
                                          </p:stCondLst>
                                        </p:cTn>
                                        <p:tgtEl>
                                          <p:spTgt spid="69"/>
                                        </p:tgtEl>
                                        <p:attrNameLst>
                                          <p:attrName>style.visibility</p:attrName>
                                        </p:attrNameLst>
                                      </p:cBhvr>
                                      <p:to>
                                        <p:strVal val="visible"/>
                                      </p:to>
                                    </p:set>
                                    <p:animEffect filter="diamond(in)" transition="in">
                                      <p:cBhvr additive="repl">
                                        <p:cTn id="49" dur="2000"/>
                                        <p:tgtEl>
                                          <p:spTgt spid="69"/>
                                        </p:tgtEl>
                                      </p:cBhvr>
                                    </p:animEffect>
                                  </p:childTnLst>
                                </p:cTn>
                              </p:par>
                            </p:childTnLst>
                          </p:cTn>
                        </p:par>
                      </p:childTnLst>
                    </p:cTn>
                  </p:par>
                  <p:par>
                    <p:cTn id="50" dur="indefinite" nodeType="clickEffect" fill="hold">
                      <p:stCondLst>
                        <p:cond delay="indefinite"/>
                      </p:stCondLst>
                      <p:childTnLst>
                        <p:par>
                          <p:cTn id="51" dur="indefinite" nodeType="withEffect" fill="hold">
                            <p:stCondLst>
                              <p:cond delay="0"/>
                            </p:stCondLst>
                            <p:childTnLst>
                              <p:par>
                                <p:cTn id="52" dur="indefinite" nodeType="clickEffect" fill="hold" presetClass="entr" presetID="4" presetSubtype="16">
                                  <p:stCondLst>
                                    <p:cond delay="0"/>
                                  </p:stCondLst>
                                  <p:childTnLst>
                                    <p:set>
                                      <p:cBhvr>
                                        <p:cTn id="53" dur="1" fill="hold">
                                          <p:stCondLst>
                                            <p:cond delay="0"/>
                                          </p:stCondLst>
                                        </p:cTn>
                                        <p:tgtEl>
                                          <p:spTgt spid="70"/>
                                        </p:tgtEl>
                                        <p:attrNameLst>
                                          <p:attrName>style.visibility</p:attrName>
                                        </p:attrNameLst>
                                      </p:cBhvr>
                                      <p:to>
                                        <p:strVal val="visible"/>
                                      </p:to>
                                    </p:set>
                                    <p:animEffect filter="box(in)" transition="in">
                                      <p:cBhvr additive="repl">
                                        <p:cTn id="54" dur="500"/>
                                        <p:tgtEl>
                                          <p:spTgt spid="70"/>
                                        </p:tgtEl>
                                      </p:cBhvr>
                                    </p:animEffect>
                                  </p:childTnLst>
                                </p:cTn>
                              </p:par>
                            </p:childTnLst>
                          </p:cTn>
                        </p:par>
                      </p:childTnLst>
                    </p:cTn>
                  </p:par>
                  <p:par>
                    <p:cTn id="55" dur="indefinite" nodeType="clickEffect" fill="hold">
                      <p:stCondLst>
                        <p:cond delay="indefinite"/>
                      </p:stCondLst>
                      <p:childTnLst>
                        <p:par>
                          <p:cTn id="56" dur="indefinite" nodeType="withEffect" fill="hold">
                            <p:stCondLst>
                              <p:cond delay="0"/>
                            </p:stCondLst>
                            <p:childTnLst>
                              <p:par>
                                <p:cTn id="57" dur="indefinite" nodeType="clickEffect" fill="hold" presetClass="entr" presetID="4" presetSubtype="16">
                                  <p:stCondLst>
                                    <p:cond delay="0"/>
                                  </p:stCondLst>
                                  <p:childTnLst>
                                    <p:set>
                                      <p:cBhvr>
                                        <p:cTn id="58" dur="1" fill="hold">
                                          <p:stCondLst>
                                            <p:cond delay="0"/>
                                          </p:stCondLst>
                                        </p:cTn>
                                        <p:tgtEl>
                                          <p:spTgt spid="73"/>
                                        </p:tgtEl>
                                        <p:attrNameLst>
                                          <p:attrName>style.visibility</p:attrName>
                                        </p:attrNameLst>
                                      </p:cBhvr>
                                      <p:to>
                                        <p:strVal val="visible"/>
                                      </p:to>
                                    </p:set>
                                    <p:animEffect filter="box(in)" transition="in">
                                      <p:cBhvr additive="repl">
                                        <p:cTn id="59" dur="500"/>
                                        <p:tgtEl>
                                          <p:spTgt spid="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74"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FCDCA6E8-11A2-4829-B109-274E937F4F27}"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75" name=""/>
          <p:cNvSpPr/>
          <p:nvPr/>
        </p:nvSpPr>
        <p:spPr>
          <a:xfrm>
            <a:off x="380880" y="457200"/>
            <a:ext cx="9068040" cy="624852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gn="ctr">
              <a:lnSpc>
                <a:spcPct val="15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76" name=""/>
          <p:cNvSpPr/>
          <p:nvPr/>
        </p:nvSpPr>
        <p:spPr>
          <a:xfrm>
            <a:off x="152280" y="355680"/>
            <a:ext cx="9601200" cy="1066680"/>
          </a:xfrm>
          <a:prstGeom prst="rect">
            <a:avLst/>
          </a:prstGeom>
          <a:solidFill>
            <a:srgbClr val="000080"/>
          </a:solidFill>
          <a:ln w="9360">
            <a:solidFill>
              <a:srgbClr val="3366ff"/>
            </a:solidFill>
            <a:round/>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200" strike="noStrike" u="none">
                <a:solidFill>
                  <a:srgbClr val="ffffff"/>
                </a:solidFill>
                <a:effectLst/>
                <a:uFillTx/>
                <a:latin typeface="Times New Roman"/>
                <a:ea typeface="Times New Roman"/>
              </a:rPr>
              <a:t> </a:t>
            </a:r>
            <a:r>
              <a:rPr b="1" lang="vi-VN" sz="3600" strike="noStrike" u="none">
                <a:solidFill>
                  <a:srgbClr val="ffffff"/>
                </a:solidFill>
                <a:effectLst/>
                <a:uFillTx/>
                <a:latin typeface="Times New Roman"/>
                <a:ea typeface="Times New Roman"/>
              </a:rPr>
              <a:t>1. Sự cần thiết phải ban hành luật bảo vệ quyền lợi người tiêu dùng.</a:t>
            </a:r>
            <a:endParaRPr b="0" lang="en-US" sz="3600" strike="noStrike" u="none">
              <a:solidFill>
                <a:srgbClr val="ffffff"/>
              </a:solidFill>
              <a:effectLst/>
              <a:uFillTx/>
              <a:latin typeface="VNI-Times"/>
            </a:endParaRPr>
          </a:p>
        </p:txBody>
      </p:sp>
      <p:sp>
        <p:nvSpPr>
          <p:cNvPr id="77" name=""/>
          <p:cNvSpPr/>
          <p:nvPr/>
        </p:nvSpPr>
        <p:spPr>
          <a:xfrm>
            <a:off x="33480" y="1523880"/>
            <a:ext cx="9685080" cy="1238400"/>
          </a:xfrm>
          <a:prstGeom prst="rect">
            <a:avLst/>
          </a:pr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1" lang="en-US" sz="3200" strike="noStrike" u="none">
                <a:solidFill>
                  <a:srgbClr val="ffffff"/>
                </a:solidFill>
                <a:effectLst/>
                <a:uFillTx/>
                <a:latin typeface="Times New Roman"/>
                <a:ea typeface="Times New Roman"/>
              </a:rPr>
              <a:t>	</a:t>
            </a:r>
            <a:r>
              <a:rPr b="1" lang="vi-VN" sz="3200" strike="noStrike" u="none">
                <a:solidFill>
                  <a:srgbClr val="ffffff"/>
                </a:solidFill>
                <a:effectLst/>
                <a:uFillTx/>
                <a:latin typeface="Times New Roman"/>
                <a:ea typeface="Times New Roman"/>
              </a:rPr>
              <a:t>1.1. Thực trạng vi phạm quyền lợi người tiêu dùng tại Việt Nam</a:t>
            </a:r>
            <a:endParaRPr b="0" lang="en-US" sz="3200" strike="noStrike" u="none">
              <a:solidFill>
                <a:srgbClr val="ffffff"/>
              </a:solidFill>
              <a:effectLst/>
              <a:uFillTx/>
              <a:latin typeface="VNI-Times"/>
            </a:endParaRPr>
          </a:p>
        </p:txBody>
      </p:sp>
      <p:sp>
        <p:nvSpPr>
          <p:cNvPr id="78" name=""/>
          <p:cNvSpPr/>
          <p:nvPr/>
        </p:nvSpPr>
        <p:spPr>
          <a:xfrm>
            <a:off x="228600" y="2971800"/>
            <a:ext cx="9337680" cy="2898360"/>
          </a:xfrm>
          <a:prstGeom prst="rect">
            <a:avLst/>
          </a:prstGeom>
          <a:noFill/>
          <a:ln w="0">
            <a:noFill/>
          </a:ln>
        </p:spPr>
        <p:style>
          <a:lnRef idx="0"/>
          <a:fillRef idx="0"/>
          <a:effectRef idx="0"/>
          <a:fontRef idx="minor"/>
        </p:style>
        <p:txBody>
          <a:bodyPr lIns="90000" rIns="90000" tIns="46800" bIns="46800" anchor="t">
            <a:spAutoFit/>
          </a:bodyPr>
          <a:p>
            <a:pPr algn="just">
              <a:lnSpc>
                <a:spcPct val="115000"/>
              </a:lnSpc>
              <a:spcBef>
                <a:spcPts val="649"/>
              </a:spcBef>
              <a:spcAft>
                <a:spcPts val="6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lang="en-US" sz="3200" strike="noStrike" u="none">
                <a:solidFill>
                  <a:srgbClr val="ffffff"/>
                </a:solidFill>
                <a:effectLst/>
                <a:uFillTx/>
                <a:latin typeface="Times New Roman"/>
                <a:ea typeface="Times New Roman"/>
              </a:rPr>
              <a:t>N</a:t>
            </a:r>
            <a:r>
              <a:rPr b="0" lang="vi-VN" sz="3200" strike="noStrike" u="none">
                <a:solidFill>
                  <a:srgbClr val="ffffff"/>
                </a:solidFill>
                <a:effectLst/>
                <a:uFillTx/>
                <a:latin typeface="Times New Roman"/>
                <a:ea typeface="Times New Roman"/>
              </a:rPr>
              <a:t>gày 17 tháng 11 năm 2010,</a:t>
            </a:r>
            <a:r>
              <a:rPr b="0" lang="en-US" sz="3200" strike="noStrike" u="none">
                <a:solidFill>
                  <a:srgbClr val="ffffff"/>
                </a:solidFill>
                <a:effectLst/>
                <a:uFillTx/>
                <a:latin typeface="Times New Roman"/>
                <a:ea typeface="Times New Roman"/>
              </a:rPr>
              <a:t> tại kỳ họp thứ 8</a:t>
            </a:r>
            <a:r>
              <a:rPr b="0" lang="vi-VN" sz="3200" strike="noStrike" u="none">
                <a:solidFill>
                  <a:srgbClr val="ffffff"/>
                </a:solidFill>
                <a:effectLst/>
                <a:uFillTx/>
                <a:latin typeface="Times New Roman"/>
                <a:ea typeface="Times New Roman"/>
              </a:rPr>
              <a:t> Quốc hội nước </a:t>
            </a:r>
            <a:r>
              <a:rPr b="0" lang="en-US" sz="3200" strike="noStrike" u="none">
                <a:solidFill>
                  <a:srgbClr val="ffffff"/>
                </a:solidFill>
                <a:effectLst/>
                <a:uFillTx/>
                <a:latin typeface="Times New Roman"/>
                <a:ea typeface="Times New Roman"/>
              </a:rPr>
              <a:t>Cộng hòa xã hội chủ nghĩa </a:t>
            </a:r>
            <a:r>
              <a:rPr b="0" lang="vi-VN" sz="3200" strike="noStrike" u="none">
                <a:solidFill>
                  <a:srgbClr val="ffffff"/>
                </a:solidFill>
                <a:effectLst/>
                <a:uFillTx/>
                <a:latin typeface="Times New Roman"/>
                <a:ea typeface="Times New Roman"/>
              </a:rPr>
              <a:t>Việt Nam đã thông qua Luật Bảo vệ quyền lợi người tiêu dùng và đã được Chủ tịch nước CHXHCN Việt Nam công bố tại Lệnh số 16/2010/L-CTN ngày 30 tháng 11 năm 2010</a:t>
            </a:r>
            <a:r>
              <a:rPr b="0" lang="en-US" sz="3200" strike="noStrike" u="none">
                <a:solidFill>
                  <a:srgbClr val="ffffff"/>
                </a:solidFill>
                <a:effectLst/>
                <a:uFillTx/>
                <a:latin typeface="Times New Roman"/>
                <a:ea typeface="Times New Roman"/>
              </a:rPr>
              <a:t>. </a:t>
            </a:r>
            <a:endParaRPr b="0" lang="en-US" sz="3200" strike="noStrike" u="none">
              <a:solidFill>
                <a:srgbClr val="ffffff"/>
              </a:solidFill>
              <a:effectLst/>
              <a:uFillTx/>
              <a:latin typeface="VNI-Times"/>
            </a:endParaRPr>
          </a:p>
        </p:txBody>
      </p:sp>
    </p:spTree>
  </p:cSld>
  <p:timing>
    <p:tnLst>
      <p:par>
        <p:cTn id="60" dur="indefinite" restart="never" nodeType="tmRoot">
          <p:childTnLst>
            <p:seq>
              <p:cTn id="61" dur="indefinite" nodeType="mainSeq">
                <p:childTnLst>
                  <p:par>
                    <p:cTn id="62" dur="indefinite" nodeType="clickEffect" fill="hold">
                      <p:stCondLst>
                        <p:cond delay="indefinite"/>
                      </p:stCondLst>
                      <p:childTnLst>
                        <p:par>
                          <p:cTn id="63" dur="indefinite" nodeType="withEffect" fill="hold">
                            <p:stCondLst>
                              <p:cond delay="0"/>
                            </p:stCondLst>
                            <p:childTnLst>
                              <p:par>
                                <p:cTn id="64" dur="indefinite" nodeType="clickEffect" fill="hold" presetClass="entr" presetID="1">
                                  <p:stCondLst>
                                    <p:cond delay="0"/>
                                  </p:stCondLst>
                                  <p:childTnLst>
                                    <p:set>
                                      <p:cBhvr>
                                        <p:cTn id="65" dur="1" fill="hold">
                                          <p:stCondLst>
                                            <p:cond delay="499"/>
                                          </p:stCondLst>
                                        </p:cTn>
                                        <p:tgtEl>
                                          <p:spTgt spid="76"/>
                                        </p:tgtEl>
                                        <p:attrNameLst>
                                          <p:attrName>style.visibility</p:attrName>
                                        </p:attrNameLst>
                                      </p:cBhvr>
                                      <p:to>
                                        <p:strVal val="visible"/>
                                      </p:to>
                                    </p:set>
                                  </p:childTnLst>
                                </p:cTn>
                              </p:par>
                            </p:childTnLst>
                          </p:cTn>
                        </p:par>
                      </p:childTnLst>
                    </p:cTn>
                  </p:par>
                  <p:par>
                    <p:cTn id="66" dur="indefinite" nodeType="clickEffect" fill="hold">
                      <p:stCondLst>
                        <p:cond delay="indefinite"/>
                      </p:stCondLst>
                      <p:childTnLst>
                        <p:par>
                          <p:cTn id="67" dur="indefinite" nodeType="withEffect" fill="hold">
                            <p:stCondLst>
                              <p:cond delay="0"/>
                            </p:stCondLst>
                            <p:childTnLst>
                              <p:par>
                                <p:cTn id="68" dur="indefinite" nodeType="clickEffect" fill="hold" presetClass="entr" presetID="4" presetSubtype="16">
                                  <p:stCondLst>
                                    <p:cond delay="0"/>
                                  </p:stCondLst>
                                  <p:childTnLst>
                                    <p:set>
                                      <p:cBhvr>
                                        <p:cTn id="69" dur="1" fill="hold">
                                          <p:stCondLst>
                                            <p:cond delay="0"/>
                                          </p:stCondLst>
                                        </p:cTn>
                                        <p:tgtEl>
                                          <p:spTgt spid="77"/>
                                        </p:tgtEl>
                                        <p:attrNameLst>
                                          <p:attrName>style.visibility</p:attrName>
                                        </p:attrNameLst>
                                      </p:cBhvr>
                                      <p:to>
                                        <p:strVal val="visible"/>
                                      </p:to>
                                    </p:set>
                                    <p:animEffect filter="box(in)" transition="in">
                                      <p:cBhvr additive="repl">
                                        <p:cTn id="70" dur="500"/>
                                        <p:tgtEl>
                                          <p:spTgt spid="77"/>
                                        </p:tgtEl>
                                      </p:cBhvr>
                                    </p:animEffect>
                                  </p:childTnLst>
                                </p:cTn>
                              </p:par>
                            </p:childTnLst>
                          </p:cTn>
                        </p:par>
                      </p:childTnLst>
                    </p:cTn>
                  </p:par>
                  <p:par>
                    <p:cTn id="71" dur="indefinite" nodeType="clickEffect" fill="hold">
                      <p:stCondLst>
                        <p:cond delay="indefinite"/>
                      </p:stCondLst>
                      <p:childTnLst>
                        <p:par>
                          <p:cTn id="72" dur="indefinite" nodeType="withEffect" fill="hold">
                            <p:stCondLst>
                              <p:cond delay="0"/>
                            </p:stCondLst>
                            <p:childTnLst>
                              <p:par>
                                <p:cTn id="73" dur="indefinite" nodeType="clickEffect" fill="hold" presetClass="entr" presetID="10">
                                  <p:stCondLst>
                                    <p:cond delay="0"/>
                                  </p:stCondLst>
                                  <p:childTnLst>
                                    <p:set>
                                      <p:cBhvr>
                                        <p:cTn id="74" dur="1" fill="hold">
                                          <p:stCondLst>
                                            <p:cond delay="0"/>
                                          </p:stCondLst>
                                        </p:cTn>
                                        <p:tgtEl>
                                          <p:spTgt spid="78"/>
                                        </p:tgtEl>
                                        <p:attrNameLst>
                                          <p:attrName>style.visibility</p:attrName>
                                        </p:attrNameLst>
                                      </p:cBhvr>
                                      <p:to>
                                        <p:strVal val="visible"/>
                                      </p:to>
                                    </p:set>
                                    <p:animEffect filter="fade" transition="in">
                                      <p:cBhvr additive="repl">
                                        <p:cTn id="75" dur="50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79"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1D0C06A7-FBB0-4C5C-A9D8-D91370AB3588}"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80" name=""/>
          <p:cNvSpPr/>
          <p:nvPr/>
        </p:nvSpPr>
        <p:spPr>
          <a:xfrm>
            <a:off x="380880" y="457200"/>
            <a:ext cx="9068040" cy="624852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gn="ctr">
              <a:lnSpc>
                <a:spcPct val="15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81" name=""/>
          <p:cNvSpPr/>
          <p:nvPr/>
        </p:nvSpPr>
        <p:spPr>
          <a:xfrm>
            <a:off x="152280" y="355680"/>
            <a:ext cx="9601200" cy="2255760"/>
          </a:xfrm>
          <a:prstGeom prst="rect">
            <a:avLst/>
          </a:prstGeom>
          <a:solidFill>
            <a:srgbClr val="000080"/>
          </a:solidFill>
          <a:ln w="9360">
            <a:solidFill>
              <a:srgbClr val="3366ff"/>
            </a:solidFill>
            <a:round/>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200" strike="noStrike" u="none">
                <a:solidFill>
                  <a:srgbClr val="ffffff"/>
                </a:solidFill>
                <a:effectLst/>
                <a:uFillTx/>
                <a:latin typeface="Times New Roman"/>
                <a:ea typeface="Times New Roman"/>
              </a:rPr>
              <a:t>	</a:t>
            </a:r>
            <a:r>
              <a:rPr b="1" lang="en-US" sz="3200" strike="noStrike" u="none">
                <a:solidFill>
                  <a:srgbClr val="ffffff"/>
                </a:solidFill>
                <a:effectLst/>
                <a:uFillTx/>
                <a:latin typeface="Times New Roman"/>
                <a:ea typeface="Times New Roman"/>
              </a:rPr>
              <a:t>- </a:t>
            </a:r>
            <a:r>
              <a:rPr b="1" lang="vi-VN" sz="3200" strike="noStrike" u="none">
                <a:solidFill>
                  <a:srgbClr val="ffffff"/>
                </a:solidFill>
                <a:effectLst/>
                <a:uFillTx/>
                <a:latin typeface="Times New Roman"/>
                <a:ea typeface="Times New Roman"/>
              </a:rPr>
              <a:t> Thực trạng công tác bảo vệ người tiêu dùng tại Việt Nam cho thấy, các vụ vi phạm quyền lợi người tiêu dùng có xu hướng ngày càng gia tăng cả về số lượng và mức độ. </a:t>
            </a:r>
            <a:endParaRPr b="0" lang="en-US" sz="3200" strike="noStrike" u="none">
              <a:solidFill>
                <a:srgbClr val="ffffff"/>
              </a:solidFill>
              <a:effectLst/>
              <a:uFillTx/>
              <a:latin typeface="VNI-Times"/>
            </a:endParaRPr>
          </a:p>
        </p:txBody>
      </p:sp>
      <p:pic>
        <p:nvPicPr>
          <p:cNvPr id="82" name="" descr=""/>
          <p:cNvPicPr/>
          <p:nvPr/>
        </p:nvPicPr>
        <p:blipFill>
          <a:blip r:embed="rId1"/>
          <a:stretch/>
        </p:blipFill>
        <p:spPr>
          <a:xfrm>
            <a:off x="1905120" y="2438280"/>
            <a:ext cx="6172200" cy="4262400"/>
          </a:xfrm>
          <a:prstGeom prst="rect">
            <a:avLst/>
          </a:prstGeom>
          <a:noFill/>
          <a:ln w="0">
            <a:noFill/>
          </a:ln>
        </p:spPr>
      </p:pic>
    </p:spTree>
  </p:cSld>
  <p:timing>
    <p:tnLst>
      <p:par>
        <p:cTn id="76" dur="indefinite" restart="never" nodeType="tmRoot">
          <p:childTnLst>
            <p:seq>
              <p:cTn id="77" dur="indefinite" nodeType="mainSeq">
                <p:childTnLst>
                  <p:par>
                    <p:cTn id="78" dur="indefinite" nodeType="clickEffect" fill="hold">
                      <p:stCondLst>
                        <p:cond delay="indefinite"/>
                      </p:stCondLst>
                      <p:childTnLst>
                        <p:par>
                          <p:cTn id="79" dur="indefinite" nodeType="withEffect" fill="hold">
                            <p:stCondLst>
                              <p:cond delay="0"/>
                            </p:stCondLst>
                            <p:childTnLst>
                              <p:par>
                                <p:cTn id="80" dur="indefinite" nodeType="clickEffect" fill="hold" presetClass="entr" presetID="1">
                                  <p:stCondLst>
                                    <p:cond delay="0"/>
                                  </p:stCondLst>
                                  <p:childTnLst>
                                    <p:set>
                                      <p:cBhvr>
                                        <p:cTn id="81" dur="1" fill="hold">
                                          <p:stCondLst>
                                            <p:cond delay="499"/>
                                          </p:stCondLst>
                                        </p:cTn>
                                        <p:tgtEl>
                                          <p:spTgt spid="81"/>
                                        </p:tgtEl>
                                        <p:attrNameLst>
                                          <p:attrName>style.visibility</p:attrName>
                                        </p:attrNameLst>
                                      </p:cBhvr>
                                      <p:to>
                                        <p:strVal val="visible"/>
                                      </p:to>
                                    </p:set>
                                  </p:childTnLst>
                                </p:cTn>
                              </p:par>
                            </p:childTnLst>
                          </p:cTn>
                        </p:par>
                      </p:childTnLst>
                    </p:cTn>
                  </p:par>
                  <p:par>
                    <p:cTn id="82" dur="indefinite" nodeType="clickEffect" fill="hold">
                      <p:stCondLst>
                        <p:cond delay="indefinite"/>
                      </p:stCondLst>
                      <p:childTnLst>
                        <p:par>
                          <p:cTn id="83" dur="indefinite" nodeType="withEffect" fill="hold">
                            <p:stCondLst>
                              <p:cond delay="0"/>
                            </p:stCondLst>
                            <p:childTnLst>
                              <p:par>
                                <p:cTn id="84" dur="indefinite" nodeType="clickEffect" fill="hold" presetClass="entr" presetID="1">
                                  <p:stCondLst>
                                    <p:cond delay="0"/>
                                  </p:stCondLst>
                                  <p:childTnLst>
                                    <p:set>
                                      <p:cBhvr>
                                        <p:cTn id="85"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83"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CD18B998-24FC-420D-ABC6-36FB5917827D}"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84" name=""/>
          <p:cNvSpPr/>
          <p:nvPr/>
        </p:nvSpPr>
        <p:spPr>
          <a:xfrm>
            <a:off x="380880" y="457200"/>
            <a:ext cx="9068040" cy="624852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gn="ctr">
              <a:lnSpc>
                <a:spcPct val="15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85" name=""/>
          <p:cNvSpPr/>
          <p:nvPr/>
        </p:nvSpPr>
        <p:spPr>
          <a:xfrm>
            <a:off x="152280" y="355680"/>
            <a:ext cx="9601200" cy="2255760"/>
          </a:xfrm>
          <a:prstGeom prst="rect">
            <a:avLst/>
          </a:prstGeom>
          <a:solidFill>
            <a:srgbClr val="000080"/>
          </a:solidFill>
          <a:ln w="9360">
            <a:solidFill>
              <a:srgbClr val="3366ff"/>
            </a:solidFill>
            <a:round/>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200" strike="noStrike" u="none">
                <a:solidFill>
                  <a:srgbClr val="ffffff"/>
                </a:solidFill>
                <a:effectLst/>
                <a:uFillTx/>
                <a:latin typeface="Times New Roman"/>
                <a:ea typeface="Times New Roman"/>
              </a:rPr>
              <a:t>	</a:t>
            </a:r>
            <a:r>
              <a:rPr b="1" lang="vi-VN" sz="2800" strike="noStrike" u="none">
                <a:solidFill>
                  <a:srgbClr val="ffffff"/>
                </a:solidFill>
                <a:effectLst/>
                <a:uFillTx/>
                <a:latin typeface="Times New Roman"/>
                <a:ea typeface="Times New Roman"/>
              </a:rPr>
              <a:t>Hàng loạt các vụ vi phạm nghiêm trọng quyền và lợi ích của người tiêu dùng được phát hiện như vụ xăng pha aceton, vụ nước tương nhiễm chất 3-MCPD, vụ gian lận xăng dầu hay gần đây nhất là việc phát hiện hàng loạt các cơ sở kinh doanh mỡ động vật không rõ nguồn gốc xuất xứ…</a:t>
            </a:r>
            <a:endParaRPr b="0" lang="en-US" sz="2800" strike="noStrike" u="none">
              <a:solidFill>
                <a:srgbClr val="ffffff"/>
              </a:solidFill>
              <a:effectLst/>
              <a:uFillTx/>
              <a:latin typeface="VNI-Times"/>
            </a:endParaRPr>
          </a:p>
        </p:txBody>
      </p:sp>
      <p:pic>
        <p:nvPicPr>
          <p:cNvPr id="86" name="" descr=""/>
          <p:cNvPicPr/>
          <p:nvPr/>
        </p:nvPicPr>
        <p:blipFill>
          <a:blip r:embed="rId1"/>
          <a:stretch/>
        </p:blipFill>
        <p:spPr>
          <a:xfrm>
            <a:off x="1486080" y="2730600"/>
            <a:ext cx="6858000" cy="4133880"/>
          </a:xfrm>
          <a:prstGeom prst="rect">
            <a:avLst/>
          </a:prstGeom>
          <a:noFill/>
          <a:ln w="0">
            <a:noFill/>
          </a:ln>
        </p:spPr>
      </p:pic>
    </p:spTree>
  </p:cSld>
  <p:timing>
    <p:tnLst>
      <p:par>
        <p:cTn id="86" dur="indefinite" restart="never" nodeType="tmRoot">
          <p:childTnLst>
            <p:seq>
              <p:cTn id="87" dur="indefinite" nodeType="mainSeq">
                <p:childTnLst>
                  <p:par>
                    <p:cTn id="88" dur="indefinite" nodeType="clickEffect" fill="hold">
                      <p:stCondLst>
                        <p:cond delay="indefinite"/>
                      </p:stCondLst>
                      <p:childTnLst>
                        <p:par>
                          <p:cTn id="89" dur="indefinite" nodeType="withEffect" fill="hold">
                            <p:stCondLst>
                              <p:cond delay="0"/>
                            </p:stCondLst>
                            <p:childTnLst>
                              <p:par>
                                <p:cTn id="90" dur="indefinite" nodeType="clickEffect" fill="hold" presetClass="entr" presetID="1">
                                  <p:stCondLst>
                                    <p:cond delay="0"/>
                                  </p:stCondLst>
                                  <p:childTnLst>
                                    <p:set>
                                      <p:cBhvr>
                                        <p:cTn id="91" dur="1" fill="hold">
                                          <p:stCondLst>
                                            <p:cond delay="499"/>
                                          </p:stCondLst>
                                        </p:cTn>
                                        <p:tgtEl>
                                          <p:spTgt spid="85"/>
                                        </p:tgtEl>
                                        <p:attrNameLst>
                                          <p:attrName>style.visibility</p:attrName>
                                        </p:attrNameLst>
                                      </p:cBhvr>
                                      <p:to>
                                        <p:strVal val="visible"/>
                                      </p:to>
                                    </p:set>
                                  </p:childTnLst>
                                </p:cTn>
                              </p:par>
                            </p:childTnLst>
                          </p:cTn>
                        </p:par>
                      </p:childTnLst>
                    </p:cTn>
                  </p:par>
                  <p:par>
                    <p:cTn id="92" dur="indefinite" nodeType="clickEffect" fill="hold">
                      <p:stCondLst>
                        <p:cond delay="indefinite"/>
                      </p:stCondLst>
                      <p:childTnLst>
                        <p:par>
                          <p:cTn id="93" dur="indefinite" nodeType="withEffect" fill="hold">
                            <p:stCondLst>
                              <p:cond delay="0"/>
                            </p:stCondLst>
                            <p:childTnLst>
                              <p:par>
                                <p:cTn id="94" dur="indefinite" nodeType="clickEffect" fill="hold" presetClass="entr" presetID="10">
                                  <p:stCondLst>
                                    <p:cond delay="0"/>
                                  </p:stCondLst>
                                  <p:childTnLst>
                                    <p:set>
                                      <p:cBhvr>
                                        <p:cTn id="95" dur="1" fill="hold">
                                          <p:stCondLst>
                                            <p:cond delay="0"/>
                                          </p:stCondLst>
                                        </p:cTn>
                                        <p:tgtEl>
                                          <p:spTgt spid="86"/>
                                        </p:tgtEl>
                                        <p:attrNameLst>
                                          <p:attrName>style.visibility</p:attrName>
                                        </p:attrNameLst>
                                      </p:cBhvr>
                                      <p:to>
                                        <p:strVal val="visible"/>
                                      </p:to>
                                    </p:set>
                                    <p:animEffect filter="fade" transition="in">
                                      <p:cBhvr additive="repl">
                                        <p:cTn id="96" dur="500"/>
                                        <p:tgtEl>
                                          <p:spTgt spid="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87"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BE62A6BF-3B0C-46A6-8E53-A1603A028B6B}"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88" name=""/>
          <p:cNvSpPr/>
          <p:nvPr/>
        </p:nvSpPr>
        <p:spPr>
          <a:xfrm>
            <a:off x="380880" y="457200"/>
            <a:ext cx="9068040" cy="624852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gn="ctr">
              <a:lnSpc>
                <a:spcPct val="15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89" name=""/>
          <p:cNvSpPr/>
          <p:nvPr/>
        </p:nvSpPr>
        <p:spPr>
          <a:xfrm>
            <a:off x="114480" y="200160"/>
            <a:ext cx="9601200" cy="6345000"/>
          </a:xfrm>
          <a:prstGeom prst="rect">
            <a:avLst/>
          </a:prstGeom>
          <a:solidFill>
            <a:srgbClr val="000080"/>
          </a:solidFill>
          <a:ln w="9360">
            <a:solidFill>
              <a:srgbClr val="3366ff"/>
            </a:solidFill>
            <a:round/>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200" strike="noStrike" u="none">
                <a:solidFill>
                  <a:srgbClr val="ffffff"/>
                </a:solidFill>
                <a:effectLst/>
                <a:uFillTx/>
                <a:latin typeface="Times New Roman"/>
                <a:ea typeface="Times New Roman"/>
              </a:rPr>
              <a:t>	</a:t>
            </a:r>
            <a:r>
              <a:rPr b="1" lang="vi-VN" sz="2800" strike="noStrike" u="none">
                <a:solidFill>
                  <a:srgbClr val="ffffff"/>
                </a:solidFill>
                <a:effectLst/>
                <a:uFillTx/>
                <a:latin typeface="Times New Roman"/>
                <a:ea typeface="Times New Roman"/>
              </a:rPr>
              <a:t>Riêng năm 2008, các lực lượng chức năng đã kiểm tra xử lý 146.958 vụ vi phạm, trong đó có 15.092 vụ buôn bán hàng cấm, hàng nhập lậu, 18.539 vụ sản xuất, buôn bán hàng giả, hàng kém chất lượng, vi phạm quyền sở hữu trí tuệ và an toàn vệ sinh thực phẩm, 4.303 vụ về đầu cơ găm hàng. </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2800" strike="noStrike" u="none">
                <a:solidFill>
                  <a:srgbClr val="ffffff"/>
                </a:solidFill>
                <a:effectLst/>
                <a:uFillTx/>
                <a:latin typeface="Times New Roman"/>
                <a:ea typeface="Times New Roman"/>
              </a:rPr>
              <a:t>	</a:t>
            </a:r>
            <a:r>
              <a:rPr b="1" lang="vi-VN" sz="2800" strike="noStrike" u="none">
                <a:solidFill>
                  <a:srgbClr val="ffffff"/>
                </a:solidFill>
                <a:effectLst/>
                <a:uFillTx/>
                <a:latin typeface="Times New Roman"/>
                <a:ea typeface="Times New Roman"/>
              </a:rPr>
              <a:t>Đặc biệt, một số vụ vi phạm có phạm vi ảnh hưởng lớn tới người tiêu dùng như các vụ việc về 315.000 điện kế điện tử giả; vụ gian lận cước taxi bằng cách gắn bộ tăng cây số do Trung Quốc sản xuất dưới gầm xe, nút bấm điều khiển dưới vô-lăng xe; vụ sữa melamine trẻ em; vụ gian lận trong đo lường và kinh doanh sản phẩm xăng dầu; vụ mũ bảo hiểm không đảm bảo an toàn chất lượng. </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2800" strike="noStrike" u="none">
                <a:solidFill>
                  <a:srgbClr val="ffffff"/>
                </a:solidFill>
                <a:effectLst/>
                <a:uFillTx/>
                <a:latin typeface="Times New Roman"/>
                <a:ea typeface="Times New Roman"/>
              </a:rPr>
              <a:t>	</a:t>
            </a:r>
            <a:r>
              <a:rPr b="1" lang="vi-VN" sz="2800" strike="noStrike" u="none">
                <a:solidFill>
                  <a:srgbClr val="ffffff"/>
                </a:solidFill>
                <a:effectLst/>
                <a:uFillTx/>
                <a:latin typeface="Times New Roman"/>
                <a:ea typeface="Times New Roman"/>
              </a:rPr>
              <a:t>Những vụ việc này đã gây thiệt hại không chỉ về tài sản mà còn ảnh hưởng đến sức khỏe thậm chí là tính mạng của người tiêu dùng.</a:t>
            </a:r>
            <a:endParaRPr b="0" lang="en-US" sz="2800" strike="noStrike" u="none">
              <a:solidFill>
                <a:srgbClr val="ffffff"/>
              </a:solidFill>
              <a:effectLst/>
              <a:uFillTx/>
              <a:latin typeface="VNI-Times"/>
            </a:endParaRPr>
          </a:p>
        </p:txBody>
      </p:sp>
    </p:spTree>
  </p:cSld>
  <p:timing>
    <p:tnLst>
      <p:par>
        <p:cTn id="97" dur="indefinite" restart="never" nodeType="tmRoot">
          <p:childTnLst>
            <p:seq>
              <p:cTn id="98" dur="indefinite" nodeType="mainSeq">
                <p:childTnLst>
                  <p:par>
                    <p:cTn id="99" dur="indefinite" nodeType="clickEffect" fill="hold">
                      <p:stCondLst>
                        <p:cond delay="indefinite"/>
                      </p:stCondLst>
                      <p:childTnLst>
                        <p:par>
                          <p:cTn id="100" dur="indefinite" nodeType="withEffect" fill="hold">
                            <p:stCondLst>
                              <p:cond delay="0"/>
                            </p:stCondLst>
                            <p:childTnLst>
                              <p:par>
                                <p:cTn id="101" dur="indefinite" nodeType="clickEffect" fill="hold" presetClass="entr" presetID="1">
                                  <p:stCondLst>
                                    <p:cond delay="0"/>
                                  </p:stCondLst>
                                  <p:childTnLst>
                                    <p:set>
                                      <p:cBhvr>
                                        <p:cTn id="102" dur="1" fill="hold">
                                          <p:stCondLst>
                                            <p:cond delay="499"/>
                                          </p:stCondLst>
                                        </p:cTn>
                                        <p:tgtEl>
                                          <p:spTgt spid="89"/>
                                        </p:tgtEl>
                                        <p:attrNameLst>
                                          <p:attrName>style.visibility</p:attrName>
                                        </p:attrNameLst>
                                      </p:cBhvr>
                                      <p:to>
                                        <p:strVal val="visible"/>
                                      </p:to>
                                    </p:set>
                                  </p:childTnLst>
                                </p:cTn>
                              </p:par>
                            </p:childTnLst>
                          </p:cTn>
                        </p:par>
                      </p:childTnLst>
                    </p:cTn>
                  </p:par>
                  <p:par>
                    <p:cTn id="103" dur="indefinite" nodeType="clickEffect" fill="hold">
                      <p:stCondLst>
                        <p:cond delay="indefinite"/>
                      </p:stCondLst>
                      <p:childTnLst>
                        <p:par>
                          <p:cTn id="104" dur="indefinite" nodeType="withEffect" fill="hold">
                            <p:stCondLst>
                              <p:cond delay="0"/>
                            </p:stCondLst>
                            <p:childTnLst>
                              <p:par>
                                <p:cTn id="105" dur="indefinite" nodeType="clickEffect" fill="hold" presetClass="entr" presetID="2" presetSubtype="4">
                                  <p:stCondLst>
                                    <p:cond delay="0"/>
                                  </p:stCondLst>
                                  <p:childTnLst>
                                    <p:set>
                                      <p:cBhvr>
                                        <p:cTn id="106" dur="1" fill="hold">
                                          <p:stCondLst>
                                            <p:cond delay="0"/>
                                          </p:stCondLst>
                                        </p:cTn>
                                        <p:tgtEl>
                                          <p:spTgt spid="89">
                                            <p:txEl>
                                              <p:pRg st="1" end="1"/>
                                            </p:txEl>
                                          </p:spTgt>
                                        </p:tgtEl>
                                        <p:attrNameLst>
                                          <p:attrName>style.visibility</p:attrName>
                                        </p:attrNameLst>
                                      </p:cBhvr>
                                      <p:to>
                                        <p:strVal val="visible"/>
                                      </p:to>
                                    </p:set>
                                    <p:anim calcmode="lin" valueType="num">
                                      <p:cBhvr additive="repl">
                                        <p:cTn id="107" dur="500" fill="hold"/>
                                        <p:tgtEl>
                                          <p:spTgt spid="89">
                                            <p:txEl>
                                              <p:pRg st="1" end="1"/>
                                            </p:txEl>
                                          </p:spTgt>
                                        </p:tgtEl>
                                        <p:attrNameLst>
                                          <p:attrName>ppt_x</p:attrName>
                                        </p:attrNameLst>
                                      </p:cBhvr>
                                      <p:tavLst>
                                        <p:tav tm="0">
                                          <p:val>
                                            <p:strVal val="#ppt_x"/>
                                          </p:val>
                                        </p:tav>
                                        <p:tav tm="100000">
                                          <p:val>
                                            <p:strVal val="#ppt_x"/>
                                          </p:val>
                                        </p:tav>
                                      </p:tavLst>
                                    </p:anim>
                                    <p:anim calcmode="lin" valueType="num">
                                      <p:cBhvr additive="repl">
                                        <p:cTn id="108" dur="500" fill="hold"/>
                                        <p:tgtEl>
                                          <p:spTgt spid="8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9" dur="indefinite" nodeType="clickEffect" fill="hold">
                      <p:stCondLst>
                        <p:cond delay="indefinite"/>
                      </p:stCondLst>
                      <p:childTnLst>
                        <p:par>
                          <p:cTn id="110" dur="indefinite" nodeType="withEffect" fill="hold">
                            <p:stCondLst>
                              <p:cond delay="0"/>
                            </p:stCondLst>
                            <p:childTnLst>
                              <p:par>
                                <p:cTn id="111" dur="indefinite" nodeType="clickEffect" fill="hold" presetClass="entr" presetID="2" presetSubtype="4">
                                  <p:stCondLst>
                                    <p:cond delay="0"/>
                                  </p:stCondLst>
                                  <p:childTnLst>
                                    <p:set>
                                      <p:cBhvr>
                                        <p:cTn id="112" dur="1" fill="hold">
                                          <p:stCondLst>
                                            <p:cond delay="0"/>
                                          </p:stCondLst>
                                        </p:cTn>
                                        <p:tgtEl>
                                          <p:spTgt spid="89">
                                            <p:txEl>
                                              <p:pRg st="2" end="2"/>
                                            </p:txEl>
                                          </p:spTgt>
                                        </p:tgtEl>
                                        <p:attrNameLst>
                                          <p:attrName>style.visibility</p:attrName>
                                        </p:attrNameLst>
                                      </p:cBhvr>
                                      <p:to>
                                        <p:strVal val="visible"/>
                                      </p:to>
                                    </p:set>
                                    <p:anim calcmode="lin" valueType="num">
                                      <p:cBhvr additive="repl">
                                        <p:cTn id="113" dur="500" fill="hold"/>
                                        <p:tgtEl>
                                          <p:spTgt spid="89">
                                            <p:txEl>
                                              <p:pRg st="2" end="2"/>
                                            </p:txEl>
                                          </p:spTgt>
                                        </p:tgtEl>
                                        <p:attrNameLst>
                                          <p:attrName>ppt_x</p:attrName>
                                        </p:attrNameLst>
                                      </p:cBhvr>
                                      <p:tavLst>
                                        <p:tav tm="0">
                                          <p:val>
                                            <p:strVal val="#ppt_x"/>
                                          </p:val>
                                        </p:tav>
                                        <p:tav tm="100000">
                                          <p:val>
                                            <p:strVal val="#ppt_x"/>
                                          </p:val>
                                        </p:tav>
                                      </p:tavLst>
                                    </p:anim>
                                    <p:anim calcmode="lin" valueType="num">
                                      <p:cBhvr additive="repl">
                                        <p:cTn id="114" dur="500" fill="hold"/>
                                        <p:tgtEl>
                                          <p:spTgt spid="8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90"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77A28C67-290B-41BB-966D-273068AF4E02}"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91" name=""/>
          <p:cNvSpPr/>
          <p:nvPr/>
        </p:nvSpPr>
        <p:spPr>
          <a:xfrm>
            <a:off x="380880" y="457200"/>
            <a:ext cx="9068040" cy="624852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gn="ctr">
              <a:lnSpc>
                <a:spcPct val="15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92" name=""/>
          <p:cNvSpPr/>
          <p:nvPr/>
        </p:nvSpPr>
        <p:spPr>
          <a:xfrm>
            <a:off x="152280" y="355680"/>
            <a:ext cx="9601200" cy="2255760"/>
          </a:xfrm>
          <a:prstGeom prst="rect">
            <a:avLst/>
          </a:prstGeom>
          <a:solidFill>
            <a:srgbClr val="000080"/>
          </a:solidFill>
          <a:ln w="9360">
            <a:solidFill>
              <a:srgbClr val="3366ff"/>
            </a:solidFill>
            <a:round/>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200" strike="noStrike" u="none">
                <a:solidFill>
                  <a:srgbClr val="ffffff"/>
                </a:solidFill>
                <a:effectLst/>
                <a:uFillTx/>
                <a:latin typeface="Times New Roman"/>
                <a:ea typeface="Times New Roman"/>
              </a:rPr>
              <a:t>	</a:t>
            </a:r>
            <a:r>
              <a:rPr b="1" lang="vi-VN" sz="2400" strike="noStrike" u="none">
                <a:solidFill>
                  <a:srgbClr val="ffffff"/>
                </a:solidFill>
                <a:effectLst/>
                <a:uFillTx/>
                <a:latin typeface="Times New Roman"/>
                <a:ea typeface="Times New Roman"/>
              </a:rPr>
              <a:t>Theo thống kê của Bệnh viện K cho thấy, mỗi năm Việt Nam có khoảng 77.457 ca mới mắc bệnh ung thư trong đó 80% là do môi trường sống và chỉ có khoảng 5% là do gen di truyền. Một thống kê khác cũng rất đáng chú ý là, từ năm 2004 đến năm 2008 cả nước có 1.634 vụ ngộ độc thực phẩm với 23.894 người bị mắc và 321 người tử vong .</a:t>
            </a:r>
            <a:endParaRPr b="0" lang="en-US" sz="2400" strike="noStrike" u="none">
              <a:solidFill>
                <a:srgbClr val="ffffff"/>
              </a:solidFill>
              <a:effectLst/>
              <a:uFillTx/>
              <a:latin typeface="VNI-Times"/>
            </a:endParaRPr>
          </a:p>
        </p:txBody>
      </p:sp>
      <p:pic>
        <p:nvPicPr>
          <p:cNvPr id="93" name="" descr=""/>
          <p:cNvPicPr/>
          <p:nvPr/>
        </p:nvPicPr>
        <p:blipFill>
          <a:blip r:embed="rId1"/>
          <a:stretch/>
        </p:blipFill>
        <p:spPr>
          <a:xfrm>
            <a:off x="1371600" y="2611440"/>
            <a:ext cx="6934320" cy="4075200"/>
          </a:xfrm>
          <a:prstGeom prst="rect">
            <a:avLst/>
          </a:prstGeom>
          <a:noFill/>
          <a:ln w="0">
            <a:noFill/>
          </a:ln>
        </p:spPr>
      </p:pic>
    </p:spTree>
  </p:cSld>
  <p:timing>
    <p:tnLst>
      <p:par>
        <p:cTn id="115" dur="indefinite" restart="never" nodeType="tmRoot">
          <p:childTnLst>
            <p:seq>
              <p:cTn id="116" dur="indefinite" nodeType="mainSeq">
                <p:childTnLst>
                  <p:par>
                    <p:cTn id="117" dur="indefinite" nodeType="clickEffect" fill="hold">
                      <p:stCondLst>
                        <p:cond delay="indefinite"/>
                      </p:stCondLst>
                      <p:childTnLst>
                        <p:par>
                          <p:cTn id="118" dur="indefinite" nodeType="withEffect" fill="hold">
                            <p:stCondLst>
                              <p:cond delay="0"/>
                            </p:stCondLst>
                            <p:childTnLst>
                              <p:par>
                                <p:cTn id="119" dur="indefinite" nodeType="clickEffect" fill="hold" presetClass="entr" presetID="1">
                                  <p:stCondLst>
                                    <p:cond delay="0"/>
                                  </p:stCondLst>
                                  <p:childTnLst>
                                    <p:set>
                                      <p:cBhvr>
                                        <p:cTn id="120" dur="1" fill="hold">
                                          <p:stCondLst>
                                            <p:cond delay="499"/>
                                          </p:stCondLst>
                                        </p:cTn>
                                        <p:tgtEl>
                                          <p:spTgt spid="92"/>
                                        </p:tgtEl>
                                        <p:attrNameLst>
                                          <p:attrName>style.visibility</p:attrName>
                                        </p:attrNameLst>
                                      </p:cBhvr>
                                      <p:to>
                                        <p:strVal val="visible"/>
                                      </p:to>
                                    </p:set>
                                  </p:childTnLst>
                                </p:cTn>
                              </p:par>
                            </p:childTnLst>
                          </p:cTn>
                        </p:par>
                      </p:childTnLst>
                    </p:cTn>
                  </p:par>
                  <p:par>
                    <p:cTn id="121" dur="indefinite" nodeType="clickEffect" fill="hold">
                      <p:stCondLst>
                        <p:cond delay="indefinite"/>
                      </p:stCondLst>
                      <p:childTnLst>
                        <p:par>
                          <p:cTn id="122" dur="indefinite" nodeType="withEffect" fill="hold">
                            <p:stCondLst>
                              <p:cond delay="0"/>
                            </p:stCondLst>
                            <p:childTnLst>
                              <p:par>
                                <p:cTn id="123" dur="indefinite" nodeType="clickEffect" fill="hold" presetClass="entr" presetID="1">
                                  <p:stCondLst>
                                    <p:cond delay="0"/>
                                  </p:stCondLst>
                                  <p:childTnLst>
                                    <p:set>
                                      <p:cBhvr>
                                        <p:cTn id="124"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94" name=""/>
          <p:cNvSpPr/>
          <p:nvPr/>
        </p:nvSpPr>
        <p:spPr>
          <a:xfrm>
            <a:off x="495360" y="277920"/>
            <a:ext cx="8915400" cy="114300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pic>
        <p:nvPicPr>
          <p:cNvPr id="95" name="" descr=""/>
          <p:cNvPicPr/>
          <p:nvPr/>
        </p:nvPicPr>
        <p:blipFill>
          <a:blip r:embed="rId1"/>
          <a:stretch/>
        </p:blipFill>
        <p:spPr>
          <a:xfrm>
            <a:off x="14400" y="27000"/>
            <a:ext cx="9448560" cy="5459400"/>
          </a:xfrm>
          <a:prstGeom prst="rect">
            <a:avLst/>
          </a:prstGeom>
          <a:noFill/>
          <a:ln w="0">
            <a:noFill/>
          </a:ln>
        </p:spPr>
      </p:pic>
      <p:sp>
        <p:nvSpPr>
          <p:cNvPr id="96"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67AFE46A-5AC0-42C6-B11E-7D705AAD4C41}"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97" name=""/>
          <p:cNvSpPr/>
          <p:nvPr/>
        </p:nvSpPr>
        <p:spPr>
          <a:xfrm>
            <a:off x="730080" y="5486400"/>
            <a:ext cx="882036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lang="vi-VN" sz="3600" strike="noStrike" u="none">
                <a:solidFill>
                  <a:srgbClr val="ffffff"/>
                </a:solidFill>
                <a:effectLst/>
                <a:uFillTx/>
                <a:latin typeface="Times New Roman"/>
                <a:ea typeface="Times New Roman"/>
              </a:rPr>
              <a:t>Ô nhiễm nguồn nước gây ra các "làng ung thư"</a:t>
            </a:r>
            <a:endParaRPr b="0" lang="en-US" sz="3600" strike="noStrike" u="none">
              <a:solidFill>
                <a:srgbClr val="ffffff"/>
              </a:solidFill>
              <a:effectLst/>
              <a:uFillTx/>
              <a:latin typeface="VNI-Times"/>
            </a:endParaRPr>
          </a:p>
        </p:txBody>
      </p:sp>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98"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78530843-7516-4793-B1D9-D2B9BA704F1F}"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99" name=""/>
          <p:cNvSpPr/>
          <p:nvPr/>
        </p:nvSpPr>
        <p:spPr>
          <a:xfrm>
            <a:off x="228600" y="152280"/>
            <a:ext cx="9448920" cy="61722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100" name=""/>
          <p:cNvSpPr/>
          <p:nvPr/>
        </p:nvSpPr>
        <p:spPr>
          <a:xfrm>
            <a:off x="228600" y="304920"/>
            <a:ext cx="9677520" cy="1143000"/>
          </a:xfrm>
          <a:prstGeom prst="rect">
            <a:avLst/>
          </a:prstGeom>
          <a:solidFill>
            <a:srgbClr val="ff0000"/>
          </a:solidFill>
          <a:ln w="9360">
            <a:solidFill>
              <a:srgbClr val="3366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600" strike="noStrike" u="none">
                <a:solidFill>
                  <a:srgbClr val="ffffff"/>
                </a:solidFill>
                <a:effectLst/>
                <a:uFillTx/>
                <a:latin typeface="Times New Roman"/>
                <a:ea typeface="Times New Roman"/>
              </a:rPr>
              <a:t>1.2. Hệ thống quy định của pháp luật về bảo vệ quyền lợi người tiêu dùng còn nhiều bất cập</a:t>
            </a:r>
            <a:endParaRPr b="0" lang="en-US" sz="3600" strike="noStrike" u="none">
              <a:solidFill>
                <a:srgbClr val="ffffff"/>
              </a:solidFill>
              <a:effectLst/>
              <a:uFillTx/>
              <a:latin typeface="VNI-Times"/>
            </a:endParaRPr>
          </a:p>
        </p:txBody>
      </p:sp>
      <p:sp>
        <p:nvSpPr>
          <p:cNvPr id="101" name=""/>
          <p:cNvSpPr/>
          <p:nvPr/>
        </p:nvSpPr>
        <p:spPr>
          <a:xfrm>
            <a:off x="95400" y="2743200"/>
            <a:ext cx="2668320" cy="3957480"/>
          </a:xfrm>
          <a:prstGeom prst="rect">
            <a:avLst/>
          </a:prstGeom>
          <a:solidFill>
            <a:srgbClr val="000099"/>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200" strike="noStrike" u="none">
                <a:solidFill>
                  <a:srgbClr val="ffffff"/>
                </a:solidFill>
                <a:effectLst/>
                <a:uFillTx/>
                <a:latin typeface="Times New Roman"/>
                <a:ea typeface="Times New Roman"/>
              </a:rPr>
              <a:t>a) Các quy định về bảo vệ người tiêu dùng còn mang tính tuyên ngôn, khó thực hiện</a:t>
            </a:r>
            <a:endParaRPr b="0" lang="en-US" sz="3200" strike="noStrike" u="none">
              <a:solidFill>
                <a:srgbClr val="ffffff"/>
              </a:solidFill>
              <a:effectLst/>
              <a:uFillTx/>
              <a:latin typeface="VNI-Times"/>
            </a:endParaRPr>
          </a:p>
        </p:txBody>
      </p:sp>
      <p:sp>
        <p:nvSpPr>
          <p:cNvPr id="102" name=""/>
          <p:cNvSpPr/>
          <p:nvPr/>
        </p:nvSpPr>
        <p:spPr>
          <a:xfrm>
            <a:off x="3021120" y="2743200"/>
            <a:ext cx="3298680" cy="3957480"/>
          </a:xfrm>
          <a:prstGeom prst="rect">
            <a:avLst/>
          </a:pr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2800" strike="noStrike" u="none">
                <a:solidFill>
                  <a:srgbClr val="ffffff"/>
                </a:solidFill>
                <a:effectLst/>
                <a:uFillTx/>
                <a:latin typeface="Times New Roman"/>
                <a:ea typeface="Times New Roman"/>
              </a:rPr>
              <a:t>b) Quy định của pháp luật hiện hành chưa xây dựng được một cơ chế giải quyết các khiếu nại, tranh chấp hữu hiệu để người tiêu dùng có thể tự bảo vệ mình</a:t>
            </a:r>
            <a:endParaRPr b="0" lang="en-US" sz="2800" strike="noStrike" u="none">
              <a:solidFill>
                <a:srgbClr val="ffffff"/>
              </a:solidFill>
              <a:effectLst/>
              <a:uFillTx/>
              <a:latin typeface="VNI-Times"/>
            </a:endParaRPr>
          </a:p>
        </p:txBody>
      </p:sp>
      <p:sp>
        <p:nvSpPr>
          <p:cNvPr id="103" name=""/>
          <p:cNvSpPr/>
          <p:nvPr/>
        </p:nvSpPr>
        <p:spPr>
          <a:xfrm>
            <a:off x="6576840" y="2743200"/>
            <a:ext cx="3024360" cy="395748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2800" strike="noStrike" u="none">
                <a:solidFill>
                  <a:srgbClr val="ffffff"/>
                </a:solidFill>
                <a:effectLst/>
                <a:uFillTx/>
                <a:latin typeface="Times New Roman"/>
                <a:ea typeface="Calibri"/>
              </a:rPr>
              <a:t>c) Quy định của pháp luật hiện hành chưa có những chế tài đặc thù, đủ sức răn đe để xử lý các hành vi vi phạm pháp luật </a:t>
            </a:r>
            <a:endParaRPr b="0" lang="en-US" sz="2800" strike="noStrike" u="none">
              <a:solidFill>
                <a:srgbClr val="ffffff"/>
              </a:solidFill>
              <a:effectLst/>
              <a:uFillTx/>
              <a:latin typeface="VNI-Times"/>
            </a:endParaRPr>
          </a:p>
        </p:txBody>
      </p:sp>
      <p:cxnSp>
        <p:nvCxnSpPr>
          <p:cNvPr id="104" name=""/>
          <p:cNvCxnSpPr>
            <a:stCxn id="100" idx="2"/>
            <a:endCxn id="102" idx="0"/>
          </p:cNvCxnSpPr>
          <p:nvPr/>
        </p:nvCxnSpPr>
        <p:spPr>
          <a:xfrm flipH="1">
            <a:off x="4669560" y="1447920"/>
            <a:ext cx="397800" cy="1296000"/>
          </a:xfrm>
          <a:prstGeom prst="straightConnector1">
            <a:avLst/>
          </a:prstGeom>
          <a:ln w="38160">
            <a:solidFill>
              <a:srgbClr val="ffffff"/>
            </a:solidFill>
            <a:miter/>
            <a:tailEnd len="med" type="arrow" w="med"/>
          </a:ln>
        </p:spPr>
      </p:cxnSp>
      <p:cxnSp>
        <p:nvCxnSpPr>
          <p:cNvPr id="105" name=""/>
          <p:cNvCxnSpPr>
            <a:stCxn id="100" idx="2"/>
            <a:endCxn id="103" idx="0"/>
          </p:cNvCxnSpPr>
          <p:nvPr/>
        </p:nvCxnSpPr>
        <p:spPr>
          <a:xfrm>
            <a:off x="5067360" y="1447920"/>
            <a:ext cx="3023280" cy="1296000"/>
          </a:xfrm>
          <a:prstGeom prst="straightConnector1">
            <a:avLst/>
          </a:prstGeom>
          <a:ln w="38160">
            <a:solidFill>
              <a:srgbClr val="ffffff"/>
            </a:solidFill>
            <a:miter/>
            <a:tailEnd len="med" type="arrow" w="med"/>
          </a:ln>
        </p:spPr>
      </p:cxnSp>
      <p:cxnSp>
        <p:nvCxnSpPr>
          <p:cNvPr id="106" name=""/>
          <p:cNvCxnSpPr>
            <a:stCxn id="100" idx="2"/>
            <a:endCxn id="101" idx="0"/>
          </p:cNvCxnSpPr>
          <p:nvPr/>
        </p:nvCxnSpPr>
        <p:spPr>
          <a:xfrm flipH="1">
            <a:off x="1429560" y="1447920"/>
            <a:ext cx="3637800" cy="1296000"/>
          </a:xfrm>
          <a:prstGeom prst="straightConnector1">
            <a:avLst/>
          </a:prstGeom>
          <a:ln w="38160">
            <a:solidFill>
              <a:srgbClr val="ffffff"/>
            </a:solidFill>
            <a:miter/>
            <a:tailEnd len="med" type="arrow" w="med"/>
          </a:ln>
        </p:spPr>
      </p:cxnSp>
    </p:spTree>
  </p:cSld>
  <p:timing>
    <p:tnLst>
      <p:par>
        <p:cTn id="125" dur="indefinite" restart="never" nodeType="tmRoot">
          <p:childTnLst>
            <p:seq>
              <p:cTn id="126" dur="indefinite" nodeType="mainSeq">
                <p:childTnLst>
                  <p:par>
                    <p:cTn id="127" dur="indefinite" nodeType="clickEffect" fill="hold">
                      <p:stCondLst>
                        <p:cond delay="indefinite"/>
                      </p:stCondLst>
                      <p:childTnLst>
                        <p:par>
                          <p:cTn id="128" dur="indefinite" nodeType="withEffect" fill="hold">
                            <p:stCondLst>
                              <p:cond delay="0"/>
                            </p:stCondLst>
                            <p:childTnLst>
                              <p:par>
                                <p:cTn id="129" dur="indefinite" nodeType="clickEffect" fill="hold" presetClass="entr" presetID="3" presetSubtype="10">
                                  <p:stCondLst>
                                    <p:cond delay="0"/>
                                  </p:stCondLst>
                                  <p:childTnLst>
                                    <p:set>
                                      <p:cBhvr>
                                        <p:cTn id="130" dur="1" fill="hold">
                                          <p:stCondLst>
                                            <p:cond delay="0"/>
                                          </p:stCondLst>
                                        </p:cTn>
                                        <p:tgtEl>
                                          <p:spTgt spid="100"/>
                                        </p:tgtEl>
                                        <p:attrNameLst>
                                          <p:attrName>style.visibility</p:attrName>
                                        </p:attrNameLst>
                                      </p:cBhvr>
                                      <p:to>
                                        <p:strVal val="visible"/>
                                      </p:to>
                                    </p:set>
                                    <p:animEffect filter="blinds(horizontal)" transition="in">
                                      <p:cBhvr additive="repl">
                                        <p:cTn id="131" dur="500"/>
                                        <p:tgtEl>
                                          <p:spTgt spid="100"/>
                                        </p:tgtEl>
                                      </p:cBhvr>
                                    </p:animEffect>
                                  </p:childTnLst>
                                </p:cTn>
                              </p:par>
                            </p:childTnLst>
                          </p:cTn>
                        </p:par>
                      </p:childTnLst>
                    </p:cTn>
                  </p:par>
                  <p:par>
                    <p:cTn id="132" dur="indefinite" nodeType="clickEffect" fill="hold">
                      <p:stCondLst>
                        <p:cond delay="indefinite"/>
                      </p:stCondLst>
                      <p:childTnLst>
                        <p:par>
                          <p:cTn id="133" dur="indefinite" nodeType="withEffect" fill="hold">
                            <p:stCondLst>
                              <p:cond delay="0"/>
                            </p:stCondLst>
                            <p:childTnLst>
                              <p:par>
                                <p:cTn id="134" dur="indefinite" nodeType="clickEffect" fill="hold" presetClass="entr" presetID="25">
                                  <p:stCondLst>
                                    <p:cond delay="0"/>
                                  </p:stCondLst>
                                  <p:childTnLst>
                                    <p:set>
                                      <p:cBhvr>
                                        <p:cTn id="135" dur="1" fill="hold">
                                          <p:stCondLst>
                                            <p:cond delay="0"/>
                                          </p:stCondLst>
                                        </p:cTn>
                                        <p:tgtEl>
                                          <p:spTgt spid="106"/>
                                        </p:tgtEl>
                                        <p:attrNameLst>
                                          <p:attrName>style.visibility</p:attrName>
                                        </p:attrNameLst>
                                      </p:cBhvr>
                                      <p:to>
                                        <p:strVal val="visible"/>
                                      </p:to>
                                    </p:set>
                                    <p:anim calcmode="lin" valueType="num">
                                      <p:cBhvr additive="repl">
                                        <p:cTn id="136" dur="500" fill="hold">
                                          <p:stCondLst>
                                            <p:cond delay="0"/>
                                          </p:stCondLst>
                                        </p:cTn>
                                        <p:tgtEl>
                                          <p:spTgt spid="106"/>
                                        </p:tgtEl>
                                        <p:attrNameLst>
                                          <p:attrName>r</p:attrName>
                                        </p:attrNameLst>
                                      </p:cBhvr>
                                      <p:tavLst>
                                        <p:tav tm="0">
                                          <p:val>
                                            <p:strVal val="-90"/>
                                          </p:val>
                                        </p:tav>
                                        <p:tav tm="100000">
                                          <p:val>
                                            <p:strVal val="0"/>
                                          </p:val>
                                        </p:tav>
                                      </p:tavLst>
                                    </p:anim>
                                    <p:anim calcmode="lin" valueType="num">
                                      <p:cBhvr additive="repl">
                                        <p:cTn id="137" dur="500" fill="hold">
                                          <p:stCondLst>
                                            <p:cond delay="0"/>
                                          </p:stCondLst>
                                        </p:cTn>
                                        <p:tgtEl>
                                          <p:spTgt spid="106"/>
                                        </p:tgtEl>
                                        <p:attrNameLst>
                                          <p:attrName>ppt_w</p:attrName>
                                        </p:attrNameLst>
                                      </p:cBhvr>
                                      <p:tavLst>
                                        <p:tav tm="0">
                                          <p:val>
                                            <p:strVal val="#ppt_w"/>
                                          </p:val>
                                        </p:tav>
                                        <p:tav tm="100000">
                                          <p:val>
                                            <p:strVal val="#ppt_w*.05"/>
                                          </p:val>
                                        </p:tav>
                                      </p:tavLst>
                                    </p:anim>
                                    <p:anim calcmode="lin" valueType="num">
                                      <p:cBhvr additive="repl">
                                        <p:cTn id="138" dur="500" fill="hold">
                                          <p:stCondLst>
                                            <p:cond delay="500"/>
                                          </p:stCondLst>
                                        </p:cTn>
                                        <p:tgtEl>
                                          <p:spTgt spid="106"/>
                                        </p:tgtEl>
                                        <p:attrNameLst>
                                          <p:attrName>ppt_w</p:attrName>
                                        </p:attrNameLst>
                                      </p:cBhvr>
                                      <p:tavLst>
                                        <p:tav tm="0">
                                          <p:val>
                                            <p:strVal val="#ppt_w*.05"/>
                                          </p:val>
                                        </p:tav>
                                        <p:tav tm="100000">
                                          <p:val>
                                            <p:strVal val="#ppt_w"/>
                                          </p:val>
                                        </p:tav>
                                      </p:tavLst>
                                    </p:anim>
                                    <p:anim calcmode="lin" valueType="num">
                                      <p:cBhvr additive="repl">
                                        <p:cTn id="139" dur="1000" fill="hold"/>
                                        <p:tgtEl>
                                          <p:spTgt spid="106"/>
                                        </p:tgtEl>
                                        <p:attrNameLst>
                                          <p:attrName>ppt_h</p:attrName>
                                        </p:attrNameLst>
                                      </p:cBhvr>
                                      <p:tavLst>
                                        <p:tav tm="0">
                                          <p:val>
                                            <p:strVal val="#ppt_h"/>
                                          </p:val>
                                        </p:tav>
                                        <p:tav tm="100000">
                                          <p:val>
                                            <p:strVal val="#ppt_h"/>
                                          </p:val>
                                        </p:tav>
                                      </p:tavLst>
                                    </p:anim>
                                    <p:anim calcmode="lin" valueType="num">
                                      <p:cBhvr additive="repl">
                                        <p:cTn id="140" dur="500" fill="hold">
                                          <p:stCondLst>
                                            <p:cond delay="0"/>
                                          </p:stCondLst>
                                        </p:cTn>
                                        <p:tgtEl>
                                          <p:spTgt spid="106"/>
                                        </p:tgtEl>
                                        <p:attrNameLst>
                                          <p:attrName>ppt_x</p:attrName>
                                        </p:attrNameLst>
                                      </p:cBhvr>
                                      <p:tavLst>
                                        <p:tav tm="0">
                                          <p:val>
                                            <p:strVal val="#ppt_x+.4"/>
                                          </p:val>
                                        </p:tav>
                                        <p:tav tm="100000">
                                          <p:val>
                                            <p:strVal val="#ppt_x"/>
                                          </p:val>
                                        </p:tav>
                                      </p:tavLst>
                                    </p:anim>
                                    <p:anim calcmode="lin" valueType="num">
                                      <p:cBhvr additive="repl">
                                        <p:cTn id="141" dur="500" fill="hold">
                                          <p:stCondLst>
                                            <p:cond delay="0"/>
                                          </p:stCondLst>
                                        </p:cTn>
                                        <p:tgtEl>
                                          <p:spTgt spid="106"/>
                                        </p:tgtEl>
                                        <p:attrNameLst>
                                          <p:attrName>ppt_y</p:attrName>
                                        </p:attrNameLst>
                                      </p:cBhvr>
                                      <p:tavLst>
                                        <p:tav tm="0">
                                          <p:val>
                                            <p:strVal val="#ppt_y-.2"/>
                                          </p:val>
                                        </p:tav>
                                        <p:tav tm="100000">
                                          <p:val>
                                            <p:strVal val="#ppt_y+.1"/>
                                          </p:val>
                                        </p:tav>
                                      </p:tavLst>
                                    </p:anim>
                                    <p:anim calcmode="lin" valueType="num">
                                      <p:cBhvr additive="repl">
                                        <p:cTn id="142" dur="500" fill="hold">
                                          <p:stCondLst>
                                            <p:cond delay="500"/>
                                          </p:stCondLst>
                                        </p:cTn>
                                        <p:tgtEl>
                                          <p:spTgt spid="106"/>
                                        </p:tgtEl>
                                        <p:attrNameLst>
                                          <p:attrName>ppt_y</p:attrName>
                                        </p:attrNameLst>
                                      </p:cBhvr>
                                      <p:tavLst>
                                        <p:tav tm="0">
                                          <p:val>
                                            <p:strVal val="#ppt_y+.1"/>
                                          </p:val>
                                        </p:tav>
                                        <p:tav tm="100000">
                                          <p:val>
                                            <p:strVal val="#ppt_y"/>
                                          </p:val>
                                        </p:tav>
                                      </p:tavLst>
                                    </p:anim>
                                    <p:animEffect filter="fade" transition="in">
                                      <p:cBhvr additive="repl">
                                        <p:cTn id="143" dur="1000">
                                          <p:stCondLst>
                                            <p:cond delay="0"/>
                                          </p:stCondLst>
                                        </p:cTn>
                                        <p:tgtEl>
                                          <p:spTgt spid="106"/>
                                        </p:tgtEl>
                                      </p:cBhvr>
                                    </p:animEffect>
                                  </p:childTnLst>
                                </p:cTn>
                              </p:par>
                              <p:par>
                                <p:cTn id="144" dur="indefinite" nodeType="withEffect" fill="hold" presetClass="entr" presetID="25">
                                  <p:stCondLst>
                                    <p:cond delay="0"/>
                                  </p:stCondLst>
                                  <p:childTnLst>
                                    <p:set>
                                      <p:cBhvr>
                                        <p:cTn id="145" dur="1" fill="hold">
                                          <p:stCondLst>
                                            <p:cond delay="0"/>
                                          </p:stCondLst>
                                        </p:cTn>
                                        <p:tgtEl>
                                          <p:spTgt spid="101"/>
                                        </p:tgtEl>
                                        <p:attrNameLst>
                                          <p:attrName>style.visibility</p:attrName>
                                        </p:attrNameLst>
                                      </p:cBhvr>
                                      <p:to>
                                        <p:strVal val="visible"/>
                                      </p:to>
                                    </p:set>
                                    <p:anim calcmode="lin" valueType="num">
                                      <p:cBhvr additive="repl">
                                        <p:cTn id="146" dur="500" fill="hold">
                                          <p:stCondLst>
                                            <p:cond delay="0"/>
                                          </p:stCondLst>
                                        </p:cTn>
                                        <p:tgtEl>
                                          <p:spTgt spid="101"/>
                                        </p:tgtEl>
                                        <p:attrNameLst>
                                          <p:attrName>r</p:attrName>
                                        </p:attrNameLst>
                                      </p:cBhvr>
                                      <p:tavLst>
                                        <p:tav tm="0">
                                          <p:val>
                                            <p:strVal val="-90"/>
                                          </p:val>
                                        </p:tav>
                                        <p:tav tm="100000">
                                          <p:val>
                                            <p:strVal val="0"/>
                                          </p:val>
                                        </p:tav>
                                      </p:tavLst>
                                    </p:anim>
                                    <p:anim calcmode="lin" valueType="num">
                                      <p:cBhvr additive="repl">
                                        <p:cTn id="147" dur="500" fill="hold">
                                          <p:stCondLst>
                                            <p:cond delay="0"/>
                                          </p:stCondLst>
                                        </p:cTn>
                                        <p:tgtEl>
                                          <p:spTgt spid="101"/>
                                        </p:tgtEl>
                                        <p:attrNameLst>
                                          <p:attrName>ppt_w</p:attrName>
                                        </p:attrNameLst>
                                      </p:cBhvr>
                                      <p:tavLst>
                                        <p:tav tm="0">
                                          <p:val>
                                            <p:strVal val="#ppt_w"/>
                                          </p:val>
                                        </p:tav>
                                        <p:tav tm="100000">
                                          <p:val>
                                            <p:strVal val="#ppt_w*.05"/>
                                          </p:val>
                                        </p:tav>
                                      </p:tavLst>
                                    </p:anim>
                                    <p:anim calcmode="lin" valueType="num">
                                      <p:cBhvr additive="repl">
                                        <p:cTn id="148" dur="500" fill="hold">
                                          <p:stCondLst>
                                            <p:cond delay="500"/>
                                          </p:stCondLst>
                                        </p:cTn>
                                        <p:tgtEl>
                                          <p:spTgt spid="101"/>
                                        </p:tgtEl>
                                        <p:attrNameLst>
                                          <p:attrName>ppt_w</p:attrName>
                                        </p:attrNameLst>
                                      </p:cBhvr>
                                      <p:tavLst>
                                        <p:tav tm="0">
                                          <p:val>
                                            <p:strVal val="#ppt_w*.05"/>
                                          </p:val>
                                        </p:tav>
                                        <p:tav tm="100000">
                                          <p:val>
                                            <p:strVal val="#ppt_w"/>
                                          </p:val>
                                        </p:tav>
                                      </p:tavLst>
                                    </p:anim>
                                    <p:anim calcmode="lin" valueType="num">
                                      <p:cBhvr additive="repl">
                                        <p:cTn id="149" dur="1000" fill="hold"/>
                                        <p:tgtEl>
                                          <p:spTgt spid="101"/>
                                        </p:tgtEl>
                                        <p:attrNameLst>
                                          <p:attrName>ppt_h</p:attrName>
                                        </p:attrNameLst>
                                      </p:cBhvr>
                                      <p:tavLst>
                                        <p:tav tm="0">
                                          <p:val>
                                            <p:strVal val="#ppt_h"/>
                                          </p:val>
                                        </p:tav>
                                        <p:tav tm="100000">
                                          <p:val>
                                            <p:strVal val="#ppt_h"/>
                                          </p:val>
                                        </p:tav>
                                      </p:tavLst>
                                    </p:anim>
                                    <p:anim calcmode="lin" valueType="num">
                                      <p:cBhvr additive="repl">
                                        <p:cTn id="150" dur="500" fill="hold">
                                          <p:stCondLst>
                                            <p:cond delay="0"/>
                                          </p:stCondLst>
                                        </p:cTn>
                                        <p:tgtEl>
                                          <p:spTgt spid="101"/>
                                        </p:tgtEl>
                                        <p:attrNameLst>
                                          <p:attrName>ppt_x</p:attrName>
                                        </p:attrNameLst>
                                      </p:cBhvr>
                                      <p:tavLst>
                                        <p:tav tm="0">
                                          <p:val>
                                            <p:strVal val="#ppt_x+.4"/>
                                          </p:val>
                                        </p:tav>
                                        <p:tav tm="100000">
                                          <p:val>
                                            <p:strVal val="#ppt_x"/>
                                          </p:val>
                                        </p:tav>
                                      </p:tavLst>
                                    </p:anim>
                                    <p:anim calcmode="lin" valueType="num">
                                      <p:cBhvr additive="repl">
                                        <p:cTn id="151" dur="500" fill="hold">
                                          <p:stCondLst>
                                            <p:cond delay="0"/>
                                          </p:stCondLst>
                                        </p:cTn>
                                        <p:tgtEl>
                                          <p:spTgt spid="101"/>
                                        </p:tgtEl>
                                        <p:attrNameLst>
                                          <p:attrName>ppt_y</p:attrName>
                                        </p:attrNameLst>
                                      </p:cBhvr>
                                      <p:tavLst>
                                        <p:tav tm="0">
                                          <p:val>
                                            <p:strVal val="#ppt_y-.2"/>
                                          </p:val>
                                        </p:tav>
                                        <p:tav tm="100000">
                                          <p:val>
                                            <p:strVal val="#ppt_y+.1"/>
                                          </p:val>
                                        </p:tav>
                                      </p:tavLst>
                                    </p:anim>
                                    <p:anim calcmode="lin" valueType="num">
                                      <p:cBhvr additive="repl">
                                        <p:cTn id="152" dur="500" fill="hold">
                                          <p:stCondLst>
                                            <p:cond delay="500"/>
                                          </p:stCondLst>
                                        </p:cTn>
                                        <p:tgtEl>
                                          <p:spTgt spid="101"/>
                                        </p:tgtEl>
                                        <p:attrNameLst>
                                          <p:attrName>ppt_y</p:attrName>
                                        </p:attrNameLst>
                                      </p:cBhvr>
                                      <p:tavLst>
                                        <p:tav tm="0">
                                          <p:val>
                                            <p:strVal val="#ppt_y+.1"/>
                                          </p:val>
                                        </p:tav>
                                        <p:tav tm="100000">
                                          <p:val>
                                            <p:strVal val="#ppt_y"/>
                                          </p:val>
                                        </p:tav>
                                      </p:tavLst>
                                    </p:anim>
                                    <p:animEffect filter="fade" transition="in">
                                      <p:cBhvr additive="repl">
                                        <p:cTn id="153" dur="1000">
                                          <p:stCondLst>
                                            <p:cond delay="0"/>
                                          </p:stCondLst>
                                        </p:cTn>
                                        <p:tgtEl>
                                          <p:spTgt spid="101"/>
                                        </p:tgtEl>
                                      </p:cBhvr>
                                    </p:animEffect>
                                  </p:childTnLst>
                                </p:cTn>
                              </p:par>
                            </p:childTnLst>
                          </p:cTn>
                        </p:par>
                      </p:childTnLst>
                    </p:cTn>
                  </p:par>
                  <p:par>
                    <p:cTn id="154" dur="indefinite" nodeType="clickEffect" fill="hold">
                      <p:stCondLst>
                        <p:cond delay="indefinite"/>
                      </p:stCondLst>
                      <p:childTnLst>
                        <p:par>
                          <p:cTn id="155" dur="indefinite" nodeType="withEffect" fill="hold">
                            <p:stCondLst>
                              <p:cond delay="0"/>
                            </p:stCondLst>
                            <p:childTnLst>
                              <p:par>
                                <p:cTn id="156" dur="indefinite" nodeType="clickEffect" fill="hold" presetClass="entr" presetID="26">
                                  <p:stCondLst>
                                    <p:cond delay="0"/>
                                  </p:stCondLst>
                                  <p:childTnLst>
                                    <p:set>
                                      <p:cBhvr>
                                        <p:cTn id="157" dur="1" fill="hold">
                                          <p:stCondLst>
                                            <p:cond delay="0"/>
                                          </p:stCondLst>
                                        </p:cTn>
                                        <p:tgtEl>
                                          <p:spTgt spid="104"/>
                                        </p:tgtEl>
                                        <p:attrNameLst>
                                          <p:attrName>style.visibility</p:attrName>
                                        </p:attrNameLst>
                                      </p:cBhvr>
                                      <p:to>
                                        <p:strVal val="visible"/>
                                      </p:to>
                                    </p:set>
                                    <p:animEffect filter="wipe(down)" transition="in">
                                      <p:cBhvr additive="repl">
                                        <p:cTn id="158" dur="580">
                                          <p:stCondLst>
                                            <p:cond delay="0"/>
                                          </p:stCondLst>
                                        </p:cTn>
                                        <p:tgtEl>
                                          <p:spTgt spid="104"/>
                                        </p:tgtEl>
                                      </p:cBhvr>
                                    </p:animEffect>
                                    <p:anim calcmode="lin" valueType="num">
                                      <p:cBhvr additive="repl">
                                        <p:cTn id="159" dur="1822">
                                          <p:stCondLst>
                                            <p:cond delay="0"/>
                                          </p:stCondLst>
                                        </p:cTn>
                                        <p:tgtEl>
                                          <p:spTgt spid="104"/>
                                        </p:tgtEl>
                                        <p:attrNameLst>
                                          <p:attrName>ppt_x</p:attrName>
                                        </p:attrNameLst>
                                      </p:cBhvr>
                                      <p:tavLst>
                                        <p:tav tm="0">
                                          <p:val>
                                            <p:strVal val="#ppt_x-0.25"/>
                                          </p:val>
                                        </p:tav>
                                        <p:tav tm="100000">
                                          <p:val>
                                            <p:strVal val="#ppt_x"/>
                                          </p:val>
                                        </p:tav>
                                      </p:tavLst>
                                    </p:anim>
                                    <p:anim calcmode="lin" valueType="num">
                                      <p:cBhvr additive="repl">
                                        <p:cTn id="160" dur="664">
                                          <p:stCondLst>
                                            <p:cond delay="0"/>
                                          </p:stCondLst>
                                        </p:cTn>
                                        <p:tgtEl>
                                          <p:spTgt spid="104"/>
                                        </p:tgtEl>
                                        <p:attrNameLst>
                                          <p:attrName>ppt_y</p:attrName>
                                        </p:attrNameLst>
                                      </p:cBhvr>
                                      <p:tavLst>
                                        <p:tav fmla="y-sin(pi*$)/3" tm="0">
                                          <p:val>
                                            <p:fltVal val="0.5"/>
                                          </p:val>
                                        </p:tav>
                                        <p:tav fmla="y-sin(pi*$)/3" tm="100000">
                                          <p:val>
                                            <p:fltVal val="1"/>
                                          </p:val>
                                        </p:tav>
                                      </p:tavLst>
                                    </p:anim>
                                    <p:anim calcmode="lin" valueType="num">
                                      <p:cBhvr additive="repl">
                                        <p:cTn id="161" dur="664">
                                          <p:stCondLst>
                                            <p:cond delay="664"/>
                                          </p:stCondLst>
                                        </p:cTn>
                                        <p:tgtEl>
                                          <p:spTgt spid="104"/>
                                        </p:tgtEl>
                                        <p:attrNameLst>
                                          <p:attrName>ppt_y</p:attrName>
                                        </p:attrNameLst>
                                      </p:cBhvr>
                                      <p:tavLst>
                                        <p:tav fmla="y-sin(pi*$)/9" tm="0">
                                          <p:val>
                                            <p:fltVal val="0"/>
                                          </p:val>
                                        </p:tav>
                                        <p:tav fmla="y-sin(pi*$)/9" tm="100000">
                                          <p:val>
                                            <p:fltVal val="1"/>
                                          </p:val>
                                        </p:tav>
                                      </p:tavLst>
                                    </p:anim>
                                    <p:anim calcmode="lin" valueType="num">
                                      <p:cBhvr additive="repl">
                                        <p:cTn id="162" dur="332">
                                          <p:stCondLst>
                                            <p:cond delay="1324"/>
                                          </p:stCondLst>
                                        </p:cTn>
                                        <p:tgtEl>
                                          <p:spTgt spid="104"/>
                                        </p:tgtEl>
                                        <p:attrNameLst>
                                          <p:attrName>ppt_y</p:attrName>
                                        </p:attrNameLst>
                                      </p:cBhvr>
                                      <p:tavLst>
                                        <p:tav fmla="y-sin(pi*$)/27" tm="0">
                                          <p:val>
                                            <p:fltVal val="0"/>
                                          </p:val>
                                        </p:tav>
                                        <p:tav fmla="y-sin(pi*$)/27" tm="100000">
                                          <p:val>
                                            <p:fltVal val="1"/>
                                          </p:val>
                                        </p:tav>
                                      </p:tavLst>
                                    </p:anim>
                                    <p:anim calcmode="lin" valueType="num">
                                      <p:cBhvr additive="repl">
                                        <p:cTn id="163" dur="164">
                                          <p:stCondLst>
                                            <p:cond delay="1656"/>
                                          </p:stCondLst>
                                        </p:cTn>
                                        <p:tgtEl>
                                          <p:spTgt spid="104"/>
                                        </p:tgtEl>
                                        <p:attrNameLst>
                                          <p:attrName>ppt_y</p:attrName>
                                        </p:attrNameLst>
                                      </p:cBhvr>
                                      <p:tavLst>
                                        <p:tav fmla="y-sin(pi*$)/81" tm="0">
                                          <p:val>
                                            <p:fltVal val="0"/>
                                          </p:val>
                                        </p:tav>
                                        <p:tav fmla="y-sin(pi*$)/81" tm="100000">
                                          <p:val>
                                            <p:fltVal val="1"/>
                                          </p:val>
                                        </p:tav>
                                      </p:tavLst>
                                    </p:anim>
                                    <p:animScale>
                                      <p:cBhvr>
                                        <p:cTn id="164" dur="26" fill="hold">
                                          <p:stCondLst>
                                            <p:cond delay="650"/>
                                          </p:stCondLst>
                                        </p:cTn>
                                        <p:tgtEl>
                                          <p:spTgt spid="104"/>
                                        </p:tgtEl>
                                      </p:cBhvr>
                                      <p:to x="100000" y="60000"/>
                                    </p:animScale>
                                    <p:animScale>
                                      <p:cBhvr>
                                        <p:cTn id="165" dur="166" fill="hold">
                                          <p:stCondLst>
                                            <p:cond delay="676"/>
                                          </p:stCondLst>
                                        </p:cTn>
                                        <p:tgtEl>
                                          <p:spTgt spid="104"/>
                                        </p:tgtEl>
                                      </p:cBhvr>
                                      <p:to x="100000" y="100000"/>
                                    </p:animScale>
                                    <p:animScale>
                                      <p:cBhvr>
                                        <p:cTn id="166" dur="26" fill="hold">
                                          <p:stCondLst>
                                            <p:cond delay="1312"/>
                                          </p:stCondLst>
                                        </p:cTn>
                                        <p:tgtEl>
                                          <p:spTgt spid="104"/>
                                        </p:tgtEl>
                                      </p:cBhvr>
                                      <p:to x="100000" y="80000"/>
                                    </p:animScale>
                                    <p:animScale>
                                      <p:cBhvr>
                                        <p:cTn id="167" dur="166" fill="hold">
                                          <p:stCondLst>
                                            <p:cond delay="1338"/>
                                          </p:stCondLst>
                                        </p:cTn>
                                        <p:tgtEl>
                                          <p:spTgt spid="104"/>
                                        </p:tgtEl>
                                      </p:cBhvr>
                                      <p:to x="100000" y="100000"/>
                                    </p:animScale>
                                    <p:animScale>
                                      <p:cBhvr>
                                        <p:cTn id="168" dur="26" fill="hold">
                                          <p:stCondLst>
                                            <p:cond delay="1642"/>
                                          </p:stCondLst>
                                        </p:cTn>
                                        <p:tgtEl>
                                          <p:spTgt spid="104"/>
                                        </p:tgtEl>
                                      </p:cBhvr>
                                      <p:to x="100000" y="90000"/>
                                    </p:animScale>
                                    <p:animScale>
                                      <p:cBhvr>
                                        <p:cTn id="169" dur="166" fill="hold">
                                          <p:stCondLst>
                                            <p:cond delay="1668"/>
                                          </p:stCondLst>
                                        </p:cTn>
                                        <p:tgtEl>
                                          <p:spTgt spid="104"/>
                                        </p:tgtEl>
                                      </p:cBhvr>
                                      <p:to x="100000" y="100000"/>
                                    </p:animScale>
                                    <p:animScale>
                                      <p:cBhvr>
                                        <p:cTn id="170" dur="26" fill="hold">
                                          <p:stCondLst>
                                            <p:cond delay="1808"/>
                                          </p:stCondLst>
                                        </p:cTn>
                                        <p:tgtEl>
                                          <p:spTgt spid="104"/>
                                        </p:tgtEl>
                                      </p:cBhvr>
                                      <p:to x="100000" y="95000"/>
                                    </p:animScale>
                                    <p:animScale>
                                      <p:cBhvr>
                                        <p:cTn id="171" dur="166" fill="hold">
                                          <p:stCondLst>
                                            <p:cond delay="1834"/>
                                          </p:stCondLst>
                                        </p:cTn>
                                        <p:tgtEl>
                                          <p:spTgt spid="104"/>
                                        </p:tgtEl>
                                      </p:cBhvr>
                                      <p:to x="100000" y="100000"/>
                                    </p:animScale>
                                  </p:childTnLst>
                                </p:cTn>
                              </p:par>
                              <p:par>
                                <p:cTn id="172" dur="indefinite" nodeType="withEffect" fill="hold" presetClass="entr" presetID="26">
                                  <p:stCondLst>
                                    <p:cond delay="0"/>
                                  </p:stCondLst>
                                  <p:childTnLst>
                                    <p:set>
                                      <p:cBhvr>
                                        <p:cTn id="173" dur="1" fill="hold">
                                          <p:stCondLst>
                                            <p:cond delay="0"/>
                                          </p:stCondLst>
                                        </p:cTn>
                                        <p:tgtEl>
                                          <p:spTgt spid="102"/>
                                        </p:tgtEl>
                                        <p:attrNameLst>
                                          <p:attrName>style.visibility</p:attrName>
                                        </p:attrNameLst>
                                      </p:cBhvr>
                                      <p:to>
                                        <p:strVal val="visible"/>
                                      </p:to>
                                    </p:set>
                                    <p:animEffect filter="wipe(down)" transition="in">
                                      <p:cBhvr additive="repl">
                                        <p:cTn id="174" dur="580">
                                          <p:stCondLst>
                                            <p:cond delay="0"/>
                                          </p:stCondLst>
                                        </p:cTn>
                                        <p:tgtEl>
                                          <p:spTgt spid="102"/>
                                        </p:tgtEl>
                                      </p:cBhvr>
                                    </p:animEffect>
                                    <p:anim calcmode="lin" valueType="num">
                                      <p:cBhvr additive="repl">
                                        <p:cTn id="175" dur="1822">
                                          <p:stCondLst>
                                            <p:cond delay="0"/>
                                          </p:stCondLst>
                                        </p:cTn>
                                        <p:tgtEl>
                                          <p:spTgt spid="102"/>
                                        </p:tgtEl>
                                        <p:attrNameLst>
                                          <p:attrName>ppt_x</p:attrName>
                                        </p:attrNameLst>
                                      </p:cBhvr>
                                      <p:tavLst>
                                        <p:tav tm="0">
                                          <p:val>
                                            <p:strVal val="#ppt_x-0.25"/>
                                          </p:val>
                                        </p:tav>
                                        <p:tav tm="100000">
                                          <p:val>
                                            <p:strVal val="#ppt_x"/>
                                          </p:val>
                                        </p:tav>
                                      </p:tavLst>
                                    </p:anim>
                                    <p:anim calcmode="lin" valueType="num">
                                      <p:cBhvr additive="repl">
                                        <p:cTn id="176" dur="664">
                                          <p:stCondLst>
                                            <p:cond delay="0"/>
                                          </p:stCondLst>
                                        </p:cTn>
                                        <p:tgtEl>
                                          <p:spTgt spid="102"/>
                                        </p:tgtEl>
                                        <p:attrNameLst>
                                          <p:attrName>ppt_y</p:attrName>
                                        </p:attrNameLst>
                                      </p:cBhvr>
                                      <p:tavLst>
                                        <p:tav fmla="y-sin(pi*$)/3" tm="0">
                                          <p:val>
                                            <p:fltVal val="0.5"/>
                                          </p:val>
                                        </p:tav>
                                        <p:tav fmla="y-sin(pi*$)/3" tm="100000">
                                          <p:val>
                                            <p:fltVal val="1"/>
                                          </p:val>
                                        </p:tav>
                                      </p:tavLst>
                                    </p:anim>
                                    <p:anim calcmode="lin" valueType="num">
                                      <p:cBhvr additive="repl">
                                        <p:cTn id="177" dur="664">
                                          <p:stCondLst>
                                            <p:cond delay="664"/>
                                          </p:stCondLst>
                                        </p:cTn>
                                        <p:tgtEl>
                                          <p:spTgt spid="102"/>
                                        </p:tgtEl>
                                        <p:attrNameLst>
                                          <p:attrName>ppt_y</p:attrName>
                                        </p:attrNameLst>
                                      </p:cBhvr>
                                      <p:tavLst>
                                        <p:tav fmla="y-sin(pi*$)/9" tm="0">
                                          <p:val>
                                            <p:fltVal val="0"/>
                                          </p:val>
                                        </p:tav>
                                        <p:tav fmla="y-sin(pi*$)/9" tm="100000">
                                          <p:val>
                                            <p:fltVal val="1"/>
                                          </p:val>
                                        </p:tav>
                                      </p:tavLst>
                                    </p:anim>
                                    <p:anim calcmode="lin" valueType="num">
                                      <p:cBhvr additive="repl">
                                        <p:cTn id="178" dur="332">
                                          <p:stCondLst>
                                            <p:cond delay="1324"/>
                                          </p:stCondLst>
                                        </p:cTn>
                                        <p:tgtEl>
                                          <p:spTgt spid="102"/>
                                        </p:tgtEl>
                                        <p:attrNameLst>
                                          <p:attrName>ppt_y</p:attrName>
                                        </p:attrNameLst>
                                      </p:cBhvr>
                                      <p:tavLst>
                                        <p:tav fmla="y-sin(pi*$)/27" tm="0">
                                          <p:val>
                                            <p:fltVal val="0"/>
                                          </p:val>
                                        </p:tav>
                                        <p:tav fmla="y-sin(pi*$)/27" tm="100000">
                                          <p:val>
                                            <p:fltVal val="1"/>
                                          </p:val>
                                        </p:tav>
                                      </p:tavLst>
                                    </p:anim>
                                    <p:anim calcmode="lin" valueType="num">
                                      <p:cBhvr additive="repl">
                                        <p:cTn id="179" dur="164">
                                          <p:stCondLst>
                                            <p:cond delay="1656"/>
                                          </p:stCondLst>
                                        </p:cTn>
                                        <p:tgtEl>
                                          <p:spTgt spid="102"/>
                                        </p:tgtEl>
                                        <p:attrNameLst>
                                          <p:attrName>ppt_y</p:attrName>
                                        </p:attrNameLst>
                                      </p:cBhvr>
                                      <p:tavLst>
                                        <p:tav fmla="y-sin(pi*$)/81" tm="0">
                                          <p:val>
                                            <p:fltVal val="0"/>
                                          </p:val>
                                        </p:tav>
                                        <p:tav fmla="y-sin(pi*$)/81" tm="100000">
                                          <p:val>
                                            <p:fltVal val="1"/>
                                          </p:val>
                                        </p:tav>
                                      </p:tavLst>
                                    </p:anim>
                                    <p:animScale>
                                      <p:cBhvr>
                                        <p:cTn id="180" dur="26" fill="hold">
                                          <p:stCondLst>
                                            <p:cond delay="650"/>
                                          </p:stCondLst>
                                        </p:cTn>
                                        <p:tgtEl>
                                          <p:spTgt spid="102"/>
                                        </p:tgtEl>
                                      </p:cBhvr>
                                      <p:to x="100000" y="60000"/>
                                    </p:animScale>
                                    <p:animScale>
                                      <p:cBhvr>
                                        <p:cTn id="181" dur="166" fill="hold">
                                          <p:stCondLst>
                                            <p:cond delay="676"/>
                                          </p:stCondLst>
                                        </p:cTn>
                                        <p:tgtEl>
                                          <p:spTgt spid="102"/>
                                        </p:tgtEl>
                                      </p:cBhvr>
                                      <p:to x="100000" y="100000"/>
                                    </p:animScale>
                                    <p:animScale>
                                      <p:cBhvr>
                                        <p:cTn id="182" dur="26" fill="hold">
                                          <p:stCondLst>
                                            <p:cond delay="1312"/>
                                          </p:stCondLst>
                                        </p:cTn>
                                        <p:tgtEl>
                                          <p:spTgt spid="102"/>
                                        </p:tgtEl>
                                      </p:cBhvr>
                                      <p:to x="100000" y="80000"/>
                                    </p:animScale>
                                    <p:animScale>
                                      <p:cBhvr>
                                        <p:cTn id="183" dur="166" fill="hold">
                                          <p:stCondLst>
                                            <p:cond delay="1338"/>
                                          </p:stCondLst>
                                        </p:cTn>
                                        <p:tgtEl>
                                          <p:spTgt spid="102"/>
                                        </p:tgtEl>
                                      </p:cBhvr>
                                      <p:to x="100000" y="100000"/>
                                    </p:animScale>
                                    <p:animScale>
                                      <p:cBhvr>
                                        <p:cTn id="184" dur="26" fill="hold">
                                          <p:stCondLst>
                                            <p:cond delay="1642"/>
                                          </p:stCondLst>
                                        </p:cTn>
                                        <p:tgtEl>
                                          <p:spTgt spid="102"/>
                                        </p:tgtEl>
                                      </p:cBhvr>
                                      <p:to x="100000" y="90000"/>
                                    </p:animScale>
                                    <p:animScale>
                                      <p:cBhvr>
                                        <p:cTn id="185" dur="166" fill="hold">
                                          <p:stCondLst>
                                            <p:cond delay="1668"/>
                                          </p:stCondLst>
                                        </p:cTn>
                                        <p:tgtEl>
                                          <p:spTgt spid="102"/>
                                        </p:tgtEl>
                                      </p:cBhvr>
                                      <p:to x="100000" y="100000"/>
                                    </p:animScale>
                                    <p:animScale>
                                      <p:cBhvr>
                                        <p:cTn id="186" dur="26" fill="hold">
                                          <p:stCondLst>
                                            <p:cond delay="1808"/>
                                          </p:stCondLst>
                                        </p:cTn>
                                        <p:tgtEl>
                                          <p:spTgt spid="102"/>
                                        </p:tgtEl>
                                      </p:cBhvr>
                                      <p:to x="100000" y="95000"/>
                                    </p:animScale>
                                    <p:animScale>
                                      <p:cBhvr>
                                        <p:cTn id="187" dur="166" fill="hold">
                                          <p:stCondLst>
                                            <p:cond delay="1834"/>
                                          </p:stCondLst>
                                        </p:cTn>
                                        <p:tgtEl>
                                          <p:spTgt spid="102"/>
                                        </p:tgtEl>
                                      </p:cBhvr>
                                      <p:to x="100000" y="100000"/>
                                    </p:animScale>
                                  </p:childTnLst>
                                </p:cTn>
                              </p:par>
                            </p:childTnLst>
                          </p:cTn>
                        </p:par>
                      </p:childTnLst>
                    </p:cTn>
                  </p:par>
                  <p:par>
                    <p:cTn id="188" dur="indefinite" nodeType="clickEffect" fill="hold">
                      <p:stCondLst>
                        <p:cond delay="indefinite"/>
                      </p:stCondLst>
                      <p:childTnLst>
                        <p:par>
                          <p:cTn id="189" dur="indefinite" nodeType="withEffect" fill="hold">
                            <p:stCondLst>
                              <p:cond delay="0"/>
                            </p:stCondLst>
                            <p:childTnLst>
                              <p:par>
                                <p:cTn id="190" dur="indefinite" nodeType="clickEffect" fill="hold" presetClass="entr" presetID="43">
                                  <p:stCondLst>
                                    <p:cond delay="0"/>
                                  </p:stCondLst>
                                  <p:childTnLst>
                                    <p:set>
                                      <p:cBhvr>
                                        <p:cTn id="191" dur="1" fill="hold">
                                          <p:stCondLst>
                                            <p:cond delay="0"/>
                                          </p:stCondLst>
                                        </p:cTn>
                                        <p:tgtEl>
                                          <p:spTgt spid="105"/>
                                        </p:tgtEl>
                                        <p:attrNameLst>
                                          <p:attrName>style.visibility</p:attrName>
                                        </p:attrNameLst>
                                      </p:cBhvr>
                                      <p:to>
                                        <p:strVal val="visible"/>
                                      </p:to>
                                    </p:set>
                                    <p:animEffect filter="fade" transition="in">
                                      <p:cBhvr additive="repl">
                                        <p:cTn id="192" dur="100"/>
                                        <p:tgtEl>
                                          <p:spTgt spid="105"/>
                                        </p:tgtEl>
                                      </p:cBhvr>
                                    </p:animEffect>
                                    <p:anim calcmode="lin" valueType="num">
                                      <p:cBhvr additive="repl">
                                        <p:cTn id="193" dur="400" fill="hold"/>
                                        <p:tgtEl>
                                          <p:spTgt spid="105"/>
                                        </p:tgtEl>
                                        <p:attrNameLst>
                                          <p:attrName>ppt_x</p:attrName>
                                        </p:attrNameLst>
                                      </p:cBhvr>
                                      <p:tavLst>
                                        <p:tav tm="0">
                                          <p:val>
                                            <p:strVal val="#ppt_x"/>
                                          </p:val>
                                        </p:tav>
                                        <p:tav tm="100000">
                                          <p:val>
                                            <p:strVal val="#ppt_x"/>
                                          </p:val>
                                        </p:tav>
                                      </p:tavLst>
                                    </p:anim>
                                    <p:anim calcmode="lin" valueType="num">
                                      <p:cBhvr additive="repl">
                                        <p:cTn id="194" dur="400" fill="hold"/>
                                        <p:tgtEl>
                                          <p:spTgt spid="105"/>
                                        </p:tgtEl>
                                        <p:attrNameLst>
                                          <p:attrName>ppt_y</p:attrName>
                                        </p:attrNameLst>
                                      </p:cBhvr>
                                      <p:tavLst>
                                        <p:tav tm="0">
                                          <p:val>
                                            <p:strVal val="#ppt_y+0.31"/>
                                          </p:val>
                                        </p:tav>
                                        <p:tav tm="100000">
                                          <p:val>
                                            <p:strVal val="#ppt_y+0.31"/>
                                          </p:val>
                                        </p:tav>
                                      </p:tavLst>
                                    </p:anim>
                                    <p:anim calcmode="lin" valueType="num">
                                      <p:cBhvr additive="repl">
                                        <p:cTn id="195" dur="600" fill="hold">
                                          <p:stCondLst>
                                            <p:cond delay="400"/>
                                          </p:stCondLst>
                                        </p:cTn>
                                        <p:tgtEl>
                                          <p:spTgt spid="105"/>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additive="repl">
                                        <p:cTn id="196" dur="600" fill="hold">
                                          <p:stCondLst>
                                            <p:cond delay="400"/>
                                          </p:stCondLst>
                                        </p:cTn>
                                        <p:tgtEl>
                                          <p:spTgt spid="105"/>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197" dur="indefinite" nodeType="withEffect" fill="hold" presetClass="entr" presetID="43">
                                  <p:stCondLst>
                                    <p:cond delay="0"/>
                                  </p:stCondLst>
                                  <p:childTnLst>
                                    <p:set>
                                      <p:cBhvr>
                                        <p:cTn id="198" dur="1" fill="hold">
                                          <p:stCondLst>
                                            <p:cond delay="0"/>
                                          </p:stCondLst>
                                        </p:cTn>
                                        <p:tgtEl>
                                          <p:spTgt spid="103"/>
                                        </p:tgtEl>
                                        <p:attrNameLst>
                                          <p:attrName>style.visibility</p:attrName>
                                        </p:attrNameLst>
                                      </p:cBhvr>
                                      <p:to>
                                        <p:strVal val="visible"/>
                                      </p:to>
                                    </p:set>
                                    <p:animEffect filter="fade" transition="in">
                                      <p:cBhvr additive="repl">
                                        <p:cTn id="199" dur="100"/>
                                        <p:tgtEl>
                                          <p:spTgt spid="103"/>
                                        </p:tgtEl>
                                      </p:cBhvr>
                                    </p:animEffect>
                                    <p:anim calcmode="lin" valueType="num">
                                      <p:cBhvr additive="repl">
                                        <p:cTn id="200" dur="400" fill="hold"/>
                                        <p:tgtEl>
                                          <p:spTgt spid="103"/>
                                        </p:tgtEl>
                                        <p:attrNameLst>
                                          <p:attrName>ppt_x</p:attrName>
                                        </p:attrNameLst>
                                      </p:cBhvr>
                                      <p:tavLst>
                                        <p:tav tm="0">
                                          <p:val>
                                            <p:strVal val="#ppt_x"/>
                                          </p:val>
                                        </p:tav>
                                        <p:tav tm="100000">
                                          <p:val>
                                            <p:strVal val="#ppt_x"/>
                                          </p:val>
                                        </p:tav>
                                      </p:tavLst>
                                    </p:anim>
                                    <p:anim calcmode="lin" valueType="num">
                                      <p:cBhvr additive="repl">
                                        <p:cTn id="201" dur="400" fill="hold"/>
                                        <p:tgtEl>
                                          <p:spTgt spid="103"/>
                                        </p:tgtEl>
                                        <p:attrNameLst>
                                          <p:attrName>ppt_y</p:attrName>
                                        </p:attrNameLst>
                                      </p:cBhvr>
                                      <p:tavLst>
                                        <p:tav tm="0">
                                          <p:val>
                                            <p:strVal val="#ppt_y+0.31"/>
                                          </p:val>
                                        </p:tav>
                                        <p:tav tm="100000">
                                          <p:val>
                                            <p:strVal val="#ppt_y+0.31"/>
                                          </p:val>
                                        </p:tav>
                                      </p:tavLst>
                                    </p:anim>
                                    <p:anim calcmode="lin" valueType="num">
                                      <p:cBhvr additive="repl">
                                        <p:cTn id="202" dur="600" fill="hold">
                                          <p:stCondLst>
                                            <p:cond delay="400"/>
                                          </p:stCondLst>
                                        </p:cTn>
                                        <p:tgtEl>
                                          <p:spTgt spid="10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additive="repl">
                                        <p:cTn id="203" dur="600" fill="hold">
                                          <p:stCondLst>
                                            <p:cond delay="400"/>
                                          </p:stCondLst>
                                        </p:cTn>
                                        <p:tgtEl>
                                          <p:spTgt spid="10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07"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A93236C2-B6D3-4A4B-B483-103339204254}"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08" name=""/>
          <p:cNvSpPr/>
          <p:nvPr/>
        </p:nvSpPr>
        <p:spPr>
          <a:xfrm>
            <a:off x="228600" y="152280"/>
            <a:ext cx="9448920" cy="61722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109" name=""/>
          <p:cNvSpPr/>
          <p:nvPr/>
        </p:nvSpPr>
        <p:spPr>
          <a:xfrm>
            <a:off x="228600" y="304920"/>
            <a:ext cx="9677520" cy="1143000"/>
          </a:xfrm>
          <a:prstGeom prst="rect">
            <a:avLst/>
          </a:prstGeom>
          <a:solidFill>
            <a:srgbClr val="ff0000"/>
          </a:solidFill>
          <a:ln w="9360">
            <a:solidFill>
              <a:srgbClr val="3366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600" strike="noStrike" u="none">
                <a:solidFill>
                  <a:srgbClr val="ffffff"/>
                </a:solidFill>
                <a:effectLst/>
                <a:uFillTx/>
                <a:latin typeface="Times New Roman"/>
                <a:ea typeface="Times New Roman"/>
              </a:rPr>
              <a:t>1.2. Hệ thống quy định của pháp luật về bảo vệ quyền lợi người tiêu dùng còn nhiều bất cập</a:t>
            </a:r>
            <a:endParaRPr b="0" lang="en-US" sz="3600" strike="noStrike" u="none">
              <a:solidFill>
                <a:srgbClr val="ffffff"/>
              </a:solidFill>
              <a:effectLst/>
              <a:uFillTx/>
              <a:latin typeface="VNI-Times"/>
            </a:endParaRPr>
          </a:p>
        </p:txBody>
      </p:sp>
      <p:sp>
        <p:nvSpPr>
          <p:cNvPr id="110" name=""/>
          <p:cNvSpPr/>
          <p:nvPr/>
        </p:nvSpPr>
        <p:spPr>
          <a:xfrm>
            <a:off x="109440" y="2530440"/>
            <a:ext cx="4157640" cy="395784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200" strike="noStrike" u="none">
                <a:solidFill>
                  <a:srgbClr val="ffffff"/>
                </a:solidFill>
                <a:effectLst/>
                <a:uFillTx/>
                <a:latin typeface="Times New Roman"/>
                <a:ea typeface="Times New Roman"/>
              </a:rPr>
              <a:t>d) Cơ chế phối hợp giữa các cơ quan có thẩm quyền trong công tác bảo vệ người tiêu dùng chưa được quy định một cách rõ ràng</a:t>
            </a:r>
            <a:endParaRPr b="0" lang="en-US" sz="3200" strike="noStrike" u="none">
              <a:solidFill>
                <a:srgbClr val="ffffff"/>
              </a:solidFill>
              <a:effectLst/>
              <a:uFillTx/>
              <a:latin typeface="VNI-Times"/>
            </a:endParaRPr>
          </a:p>
        </p:txBody>
      </p:sp>
      <p:sp>
        <p:nvSpPr>
          <p:cNvPr id="111" name=""/>
          <p:cNvSpPr/>
          <p:nvPr/>
        </p:nvSpPr>
        <p:spPr>
          <a:xfrm>
            <a:off x="5432400" y="2516040"/>
            <a:ext cx="3144960" cy="3957840"/>
          </a:xfrm>
          <a:prstGeom prst="rect">
            <a:avLst/>
          </a:pr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2800" strike="noStrike" u="none">
                <a:solidFill>
                  <a:srgbClr val="ffffff"/>
                </a:solidFill>
                <a:effectLst/>
                <a:uFillTx/>
                <a:latin typeface="Times New Roman"/>
                <a:ea typeface="Times New Roman"/>
              </a:rPr>
              <a:t>đ) Chưa có cơ chế hữu hiệu để các tổ chức bảo vệ người tiêu dùng hoạt động một cách hiệu quả </a:t>
            </a:r>
            <a:endParaRPr b="0" lang="en-US" sz="2800" strike="noStrike" u="none">
              <a:solidFill>
                <a:srgbClr val="ffffff"/>
              </a:solidFill>
              <a:effectLst/>
              <a:uFillTx/>
              <a:latin typeface="VNI-Times"/>
            </a:endParaRPr>
          </a:p>
        </p:txBody>
      </p:sp>
      <p:cxnSp>
        <p:nvCxnSpPr>
          <p:cNvPr id="112" name=""/>
          <p:cNvCxnSpPr>
            <a:stCxn id="109" idx="2"/>
            <a:endCxn id="111" idx="0"/>
          </p:cNvCxnSpPr>
          <p:nvPr/>
        </p:nvCxnSpPr>
        <p:spPr>
          <a:xfrm>
            <a:off x="5067360" y="1447560"/>
            <a:ext cx="1938960" cy="1068480"/>
          </a:xfrm>
          <a:prstGeom prst="straightConnector1">
            <a:avLst/>
          </a:prstGeom>
          <a:ln w="38160">
            <a:solidFill>
              <a:srgbClr val="ffffff"/>
            </a:solidFill>
            <a:miter/>
            <a:tailEnd len="med" type="arrow" w="med"/>
          </a:ln>
        </p:spPr>
      </p:cxnSp>
      <p:cxnSp>
        <p:nvCxnSpPr>
          <p:cNvPr id="113" name=""/>
          <p:cNvCxnSpPr>
            <a:stCxn id="109" idx="2"/>
            <a:endCxn id="110" idx="0"/>
          </p:cNvCxnSpPr>
          <p:nvPr/>
        </p:nvCxnSpPr>
        <p:spPr>
          <a:xfrm flipH="1">
            <a:off x="2187360" y="1447560"/>
            <a:ext cx="2878560" cy="1083240"/>
          </a:xfrm>
          <a:prstGeom prst="straightConnector1">
            <a:avLst/>
          </a:prstGeom>
          <a:ln w="38160">
            <a:solidFill>
              <a:srgbClr val="ffffff"/>
            </a:solidFill>
            <a:miter/>
            <a:tailEnd len="med" type="arrow" w="med"/>
          </a:ln>
        </p:spPr>
      </p:cxnSp>
    </p:spTree>
  </p:cSld>
  <p:timing>
    <p:tnLst>
      <p:par>
        <p:cTn id="204" dur="indefinite" restart="never" nodeType="tmRoot">
          <p:childTnLst>
            <p:seq>
              <p:cTn id="205" dur="indefinite" nodeType="mainSeq">
                <p:childTnLst>
                  <p:par>
                    <p:cTn id="206" dur="indefinite" nodeType="clickEffect" fill="hold">
                      <p:stCondLst>
                        <p:cond delay="indefinite"/>
                      </p:stCondLst>
                      <p:childTnLst>
                        <p:par>
                          <p:cTn id="207" dur="indefinite" nodeType="withEffect" fill="hold">
                            <p:stCondLst>
                              <p:cond delay="0"/>
                            </p:stCondLst>
                            <p:childTnLst>
                              <p:par>
                                <p:cTn id="208" dur="indefinite" nodeType="clickEffect" fill="hold" presetClass="entr" presetID="3" presetSubtype="10">
                                  <p:stCondLst>
                                    <p:cond delay="0"/>
                                  </p:stCondLst>
                                  <p:childTnLst>
                                    <p:set>
                                      <p:cBhvr>
                                        <p:cTn id="209" dur="1" fill="hold">
                                          <p:stCondLst>
                                            <p:cond delay="0"/>
                                          </p:stCondLst>
                                        </p:cTn>
                                        <p:tgtEl>
                                          <p:spTgt spid="109"/>
                                        </p:tgtEl>
                                        <p:attrNameLst>
                                          <p:attrName>style.visibility</p:attrName>
                                        </p:attrNameLst>
                                      </p:cBhvr>
                                      <p:to>
                                        <p:strVal val="visible"/>
                                      </p:to>
                                    </p:set>
                                    <p:animEffect filter="blinds(horizontal)" transition="in">
                                      <p:cBhvr additive="repl">
                                        <p:cTn id="210" dur="500"/>
                                        <p:tgtEl>
                                          <p:spTgt spid="109"/>
                                        </p:tgtEl>
                                      </p:cBhvr>
                                    </p:animEffect>
                                  </p:childTnLst>
                                </p:cTn>
                              </p:par>
                            </p:childTnLst>
                          </p:cTn>
                        </p:par>
                      </p:childTnLst>
                    </p:cTn>
                  </p:par>
                  <p:par>
                    <p:cTn id="211" dur="indefinite" nodeType="clickEffect" fill="hold">
                      <p:stCondLst>
                        <p:cond delay="indefinite"/>
                      </p:stCondLst>
                      <p:childTnLst>
                        <p:par>
                          <p:cTn id="212" dur="indefinite" nodeType="withEffect" fill="hold">
                            <p:stCondLst>
                              <p:cond delay="0"/>
                            </p:stCondLst>
                            <p:childTnLst>
                              <p:par>
                                <p:cTn id="213" dur="indefinite" nodeType="clickEffect" fill="hold" presetClass="entr" presetID="25">
                                  <p:stCondLst>
                                    <p:cond delay="0"/>
                                  </p:stCondLst>
                                  <p:childTnLst>
                                    <p:set>
                                      <p:cBhvr>
                                        <p:cTn id="214" dur="1" fill="hold">
                                          <p:stCondLst>
                                            <p:cond delay="0"/>
                                          </p:stCondLst>
                                        </p:cTn>
                                        <p:tgtEl>
                                          <p:spTgt spid="113"/>
                                        </p:tgtEl>
                                        <p:attrNameLst>
                                          <p:attrName>style.visibility</p:attrName>
                                        </p:attrNameLst>
                                      </p:cBhvr>
                                      <p:to>
                                        <p:strVal val="visible"/>
                                      </p:to>
                                    </p:set>
                                    <p:anim calcmode="lin" valueType="num">
                                      <p:cBhvr additive="repl">
                                        <p:cTn id="215" dur="500" fill="hold">
                                          <p:stCondLst>
                                            <p:cond delay="0"/>
                                          </p:stCondLst>
                                        </p:cTn>
                                        <p:tgtEl>
                                          <p:spTgt spid="113"/>
                                        </p:tgtEl>
                                        <p:attrNameLst>
                                          <p:attrName>r</p:attrName>
                                        </p:attrNameLst>
                                      </p:cBhvr>
                                      <p:tavLst>
                                        <p:tav tm="0">
                                          <p:val>
                                            <p:strVal val="-90"/>
                                          </p:val>
                                        </p:tav>
                                        <p:tav tm="100000">
                                          <p:val>
                                            <p:strVal val="0"/>
                                          </p:val>
                                        </p:tav>
                                      </p:tavLst>
                                    </p:anim>
                                    <p:anim calcmode="lin" valueType="num">
                                      <p:cBhvr additive="repl">
                                        <p:cTn id="216" dur="500" fill="hold">
                                          <p:stCondLst>
                                            <p:cond delay="0"/>
                                          </p:stCondLst>
                                        </p:cTn>
                                        <p:tgtEl>
                                          <p:spTgt spid="113"/>
                                        </p:tgtEl>
                                        <p:attrNameLst>
                                          <p:attrName>ppt_w</p:attrName>
                                        </p:attrNameLst>
                                      </p:cBhvr>
                                      <p:tavLst>
                                        <p:tav tm="0">
                                          <p:val>
                                            <p:strVal val="#ppt_w"/>
                                          </p:val>
                                        </p:tav>
                                        <p:tav tm="100000">
                                          <p:val>
                                            <p:strVal val="#ppt_w*.05"/>
                                          </p:val>
                                        </p:tav>
                                      </p:tavLst>
                                    </p:anim>
                                    <p:anim calcmode="lin" valueType="num">
                                      <p:cBhvr additive="repl">
                                        <p:cTn id="217" dur="500" fill="hold">
                                          <p:stCondLst>
                                            <p:cond delay="500"/>
                                          </p:stCondLst>
                                        </p:cTn>
                                        <p:tgtEl>
                                          <p:spTgt spid="113"/>
                                        </p:tgtEl>
                                        <p:attrNameLst>
                                          <p:attrName>ppt_w</p:attrName>
                                        </p:attrNameLst>
                                      </p:cBhvr>
                                      <p:tavLst>
                                        <p:tav tm="0">
                                          <p:val>
                                            <p:strVal val="#ppt_w*.05"/>
                                          </p:val>
                                        </p:tav>
                                        <p:tav tm="100000">
                                          <p:val>
                                            <p:strVal val="#ppt_w"/>
                                          </p:val>
                                        </p:tav>
                                      </p:tavLst>
                                    </p:anim>
                                    <p:anim calcmode="lin" valueType="num">
                                      <p:cBhvr additive="repl">
                                        <p:cTn id="218" dur="1000" fill="hold"/>
                                        <p:tgtEl>
                                          <p:spTgt spid="113"/>
                                        </p:tgtEl>
                                        <p:attrNameLst>
                                          <p:attrName>ppt_h</p:attrName>
                                        </p:attrNameLst>
                                      </p:cBhvr>
                                      <p:tavLst>
                                        <p:tav tm="0">
                                          <p:val>
                                            <p:strVal val="#ppt_h"/>
                                          </p:val>
                                        </p:tav>
                                        <p:tav tm="100000">
                                          <p:val>
                                            <p:strVal val="#ppt_h"/>
                                          </p:val>
                                        </p:tav>
                                      </p:tavLst>
                                    </p:anim>
                                    <p:anim calcmode="lin" valueType="num">
                                      <p:cBhvr additive="repl">
                                        <p:cTn id="219" dur="500" fill="hold">
                                          <p:stCondLst>
                                            <p:cond delay="0"/>
                                          </p:stCondLst>
                                        </p:cTn>
                                        <p:tgtEl>
                                          <p:spTgt spid="113"/>
                                        </p:tgtEl>
                                        <p:attrNameLst>
                                          <p:attrName>ppt_x</p:attrName>
                                        </p:attrNameLst>
                                      </p:cBhvr>
                                      <p:tavLst>
                                        <p:tav tm="0">
                                          <p:val>
                                            <p:strVal val="#ppt_x+.4"/>
                                          </p:val>
                                        </p:tav>
                                        <p:tav tm="100000">
                                          <p:val>
                                            <p:strVal val="#ppt_x"/>
                                          </p:val>
                                        </p:tav>
                                      </p:tavLst>
                                    </p:anim>
                                    <p:anim calcmode="lin" valueType="num">
                                      <p:cBhvr additive="repl">
                                        <p:cTn id="220" dur="500" fill="hold">
                                          <p:stCondLst>
                                            <p:cond delay="0"/>
                                          </p:stCondLst>
                                        </p:cTn>
                                        <p:tgtEl>
                                          <p:spTgt spid="113"/>
                                        </p:tgtEl>
                                        <p:attrNameLst>
                                          <p:attrName>ppt_y</p:attrName>
                                        </p:attrNameLst>
                                      </p:cBhvr>
                                      <p:tavLst>
                                        <p:tav tm="0">
                                          <p:val>
                                            <p:strVal val="#ppt_y-.2"/>
                                          </p:val>
                                        </p:tav>
                                        <p:tav tm="100000">
                                          <p:val>
                                            <p:strVal val="#ppt_y+.1"/>
                                          </p:val>
                                        </p:tav>
                                      </p:tavLst>
                                    </p:anim>
                                    <p:anim calcmode="lin" valueType="num">
                                      <p:cBhvr additive="repl">
                                        <p:cTn id="221" dur="500" fill="hold">
                                          <p:stCondLst>
                                            <p:cond delay="500"/>
                                          </p:stCondLst>
                                        </p:cTn>
                                        <p:tgtEl>
                                          <p:spTgt spid="113"/>
                                        </p:tgtEl>
                                        <p:attrNameLst>
                                          <p:attrName>ppt_y</p:attrName>
                                        </p:attrNameLst>
                                      </p:cBhvr>
                                      <p:tavLst>
                                        <p:tav tm="0">
                                          <p:val>
                                            <p:strVal val="#ppt_y+.1"/>
                                          </p:val>
                                        </p:tav>
                                        <p:tav tm="100000">
                                          <p:val>
                                            <p:strVal val="#ppt_y"/>
                                          </p:val>
                                        </p:tav>
                                      </p:tavLst>
                                    </p:anim>
                                    <p:animEffect filter="fade" transition="in">
                                      <p:cBhvr additive="repl">
                                        <p:cTn id="222" dur="1000">
                                          <p:stCondLst>
                                            <p:cond delay="0"/>
                                          </p:stCondLst>
                                        </p:cTn>
                                        <p:tgtEl>
                                          <p:spTgt spid="113"/>
                                        </p:tgtEl>
                                      </p:cBhvr>
                                    </p:animEffect>
                                  </p:childTnLst>
                                </p:cTn>
                              </p:par>
                              <p:par>
                                <p:cTn id="223" dur="indefinite" nodeType="withEffect" fill="hold" presetClass="entr" presetID="25">
                                  <p:stCondLst>
                                    <p:cond delay="0"/>
                                  </p:stCondLst>
                                  <p:childTnLst>
                                    <p:set>
                                      <p:cBhvr>
                                        <p:cTn id="224" dur="1" fill="hold">
                                          <p:stCondLst>
                                            <p:cond delay="0"/>
                                          </p:stCondLst>
                                        </p:cTn>
                                        <p:tgtEl>
                                          <p:spTgt spid="110"/>
                                        </p:tgtEl>
                                        <p:attrNameLst>
                                          <p:attrName>style.visibility</p:attrName>
                                        </p:attrNameLst>
                                      </p:cBhvr>
                                      <p:to>
                                        <p:strVal val="visible"/>
                                      </p:to>
                                    </p:set>
                                    <p:anim calcmode="lin" valueType="num">
                                      <p:cBhvr additive="repl">
                                        <p:cTn id="225" dur="500" fill="hold">
                                          <p:stCondLst>
                                            <p:cond delay="0"/>
                                          </p:stCondLst>
                                        </p:cTn>
                                        <p:tgtEl>
                                          <p:spTgt spid="110"/>
                                        </p:tgtEl>
                                        <p:attrNameLst>
                                          <p:attrName>r</p:attrName>
                                        </p:attrNameLst>
                                      </p:cBhvr>
                                      <p:tavLst>
                                        <p:tav tm="0">
                                          <p:val>
                                            <p:strVal val="-90"/>
                                          </p:val>
                                        </p:tav>
                                        <p:tav tm="100000">
                                          <p:val>
                                            <p:strVal val="0"/>
                                          </p:val>
                                        </p:tav>
                                      </p:tavLst>
                                    </p:anim>
                                    <p:anim calcmode="lin" valueType="num">
                                      <p:cBhvr additive="repl">
                                        <p:cTn id="226" dur="500" fill="hold">
                                          <p:stCondLst>
                                            <p:cond delay="0"/>
                                          </p:stCondLst>
                                        </p:cTn>
                                        <p:tgtEl>
                                          <p:spTgt spid="110"/>
                                        </p:tgtEl>
                                        <p:attrNameLst>
                                          <p:attrName>ppt_w</p:attrName>
                                        </p:attrNameLst>
                                      </p:cBhvr>
                                      <p:tavLst>
                                        <p:tav tm="0">
                                          <p:val>
                                            <p:strVal val="#ppt_w"/>
                                          </p:val>
                                        </p:tav>
                                        <p:tav tm="100000">
                                          <p:val>
                                            <p:strVal val="#ppt_w*.05"/>
                                          </p:val>
                                        </p:tav>
                                      </p:tavLst>
                                    </p:anim>
                                    <p:anim calcmode="lin" valueType="num">
                                      <p:cBhvr additive="repl">
                                        <p:cTn id="227" dur="500" fill="hold">
                                          <p:stCondLst>
                                            <p:cond delay="500"/>
                                          </p:stCondLst>
                                        </p:cTn>
                                        <p:tgtEl>
                                          <p:spTgt spid="110"/>
                                        </p:tgtEl>
                                        <p:attrNameLst>
                                          <p:attrName>ppt_w</p:attrName>
                                        </p:attrNameLst>
                                      </p:cBhvr>
                                      <p:tavLst>
                                        <p:tav tm="0">
                                          <p:val>
                                            <p:strVal val="#ppt_w*.05"/>
                                          </p:val>
                                        </p:tav>
                                        <p:tav tm="100000">
                                          <p:val>
                                            <p:strVal val="#ppt_w"/>
                                          </p:val>
                                        </p:tav>
                                      </p:tavLst>
                                    </p:anim>
                                    <p:anim calcmode="lin" valueType="num">
                                      <p:cBhvr additive="repl">
                                        <p:cTn id="228" dur="1000" fill="hold"/>
                                        <p:tgtEl>
                                          <p:spTgt spid="110"/>
                                        </p:tgtEl>
                                        <p:attrNameLst>
                                          <p:attrName>ppt_h</p:attrName>
                                        </p:attrNameLst>
                                      </p:cBhvr>
                                      <p:tavLst>
                                        <p:tav tm="0">
                                          <p:val>
                                            <p:strVal val="#ppt_h"/>
                                          </p:val>
                                        </p:tav>
                                        <p:tav tm="100000">
                                          <p:val>
                                            <p:strVal val="#ppt_h"/>
                                          </p:val>
                                        </p:tav>
                                      </p:tavLst>
                                    </p:anim>
                                    <p:anim calcmode="lin" valueType="num">
                                      <p:cBhvr additive="repl">
                                        <p:cTn id="229" dur="500" fill="hold">
                                          <p:stCondLst>
                                            <p:cond delay="0"/>
                                          </p:stCondLst>
                                        </p:cTn>
                                        <p:tgtEl>
                                          <p:spTgt spid="110"/>
                                        </p:tgtEl>
                                        <p:attrNameLst>
                                          <p:attrName>ppt_x</p:attrName>
                                        </p:attrNameLst>
                                      </p:cBhvr>
                                      <p:tavLst>
                                        <p:tav tm="0">
                                          <p:val>
                                            <p:strVal val="#ppt_x+.4"/>
                                          </p:val>
                                        </p:tav>
                                        <p:tav tm="100000">
                                          <p:val>
                                            <p:strVal val="#ppt_x"/>
                                          </p:val>
                                        </p:tav>
                                      </p:tavLst>
                                    </p:anim>
                                    <p:anim calcmode="lin" valueType="num">
                                      <p:cBhvr additive="repl">
                                        <p:cTn id="230" dur="500" fill="hold">
                                          <p:stCondLst>
                                            <p:cond delay="0"/>
                                          </p:stCondLst>
                                        </p:cTn>
                                        <p:tgtEl>
                                          <p:spTgt spid="110"/>
                                        </p:tgtEl>
                                        <p:attrNameLst>
                                          <p:attrName>ppt_y</p:attrName>
                                        </p:attrNameLst>
                                      </p:cBhvr>
                                      <p:tavLst>
                                        <p:tav tm="0">
                                          <p:val>
                                            <p:strVal val="#ppt_y-.2"/>
                                          </p:val>
                                        </p:tav>
                                        <p:tav tm="100000">
                                          <p:val>
                                            <p:strVal val="#ppt_y+.1"/>
                                          </p:val>
                                        </p:tav>
                                      </p:tavLst>
                                    </p:anim>
                                    <p:anim calcmode="lin" valueType="num">
                                      <p:cBhvr additive="repl">
                                        <p:cTn id="231" dur="500" fill="hold">
                                          <p:stCondLst>
                                            <p:cond delay="500"/>
                                          </p:stCondLst>
                                        </p:cTn>
                                        <p:tgtEl>
                                          <p:spTgt spid="110"/>
                                        </p:tgtEl>
                                        <p:attrNameLst>
                                          <p:attrName>ppt_y</p:attrName>
                                        </p:attrNameLst>
                                      </p:cBhvr>
                                      <p:tavLst>
                                        <p:tav tm="0">
                                          <p:val>
                                            <p:strVal val="#ppt_y+.1"/>
                                          </p:val>
                                        </p:tav>
                                        <p:tav tm="100000">
                                          <p:val>
                                            <p:strVal val="#ppt_y"/>
                                          </p:val>
                                        </p:tav>
                                      </p:tavLst>
                                    </p:anim>
                                    <p:animEffect filter="fade" transition="in">
                                      <p:cBhvr additive="repl">
                                        <p:cTn id="232" dur="1000">
                                          <p:stCondLst>
                                            <p:cond delay="0"/>
                                          </p:stCondLst>
                                        </p:cTn>
                                        <p:tgtEl>
                                          <p:spTgt spid="110"/>
                                        </p:tgtEl>
                                      </p:cBhvr>
                                    </p:animEffect>
                                  </p:childTnLst>
                                </p:cTn>
                              </p:par>
                            </p:childTnLst>
                          </p:cTn>
                        </p:par>
                      </p:childTnLst>
                    </p:cTn>
                  </p:par>
                  <p:par>
                    <p:cTn id="233" dur="indefinite" nodeType="clickEffect" fill="hold">
                      <p:stCondLst>
                        <p:cond delay="indefinite"/>
                      </p:stCondLst>
                      <p:childTnLst>
                        <p:par>
                          <p:cTn id="234" dur="indefinite" nodeType="withEffect" fill="hold">
                            <p:stCondLst>
                              <p:cond delay="0"/>
                            </p:stCondLst>
                            <p:childTnLst>
                              <p:par>
                                <p:cTn id="235" dur="indefinite" nodeType="clickEffect" fill="hold" presetClass="entr" presetID="26">
                                  <p:stCondLst>
                                    <p:cond delay="0"/>
                                  </p:stCondLst>
                                  <p:childTnLst>
                                    <p:set>
                                      <p:cBhvr>
                                        <p:cTn id="236" dur="1" fill="hold">
                                          <p:stCondLst>
                                            <p:cond delay="0"/>
                                          </p:stCondLst>
                                        </p:cTn>
                                        <p:tgtEl>
                                          <p:spTgt spid="112"/>
                                        </p:tgtEl>
                                        <p:attrNameLst>
                                          <p:attrName>style.visibility</p:attrName>
                                        </p:attrNameLst>
                                      </p:cBhvr>
                                      <p:to>
                                        <p:strVal val="visible"/>
                                      </p:to>
                                    </p:set>
                                    <p:animEffect filter="wipe(down)" transition="in">
                                      <p:cBhvr additive="repl">
                                        <p:cTn id="237" dur="580">
                                          <p:stCondLst>
                                            <p:cond delay="0"/>
                                          </p:stCondLst>
                                        </p:cTn>
                                        <p:tgtEl>
                                          <p:spTgt spid="112"/>
                                        </p:tgtEl>
                                      </p:cBhvr>
                                    </p:animEffect>
                                    <p:anim calcmode="lin" valueType="num">
                                      <p:cBhvr additive="repl">
                                        <p:cTn id="238" dur="1822">
                                          <p:stCondLst>
                                            <p:cond delay="0"/>
                                          </p:stCondLst>
                                        </p:cTn>
                                        <p:tgtEl>
                                          <p:spTgt spid="112"/>
                                        </p:tgtEl>
                                        <p:attrNameLst>
                                          <p:attrName>ppt_x</p:attrName>
                                        </p:attrNameLst>
                                      </p:cBhvr>
                                      <p:tavLst>
                                        <p:tav tm="0">
                                          <p:val>
                                            <p:strVal val="#ppt_x-0.25"/>
                                          </p:val>
                                        </p:tav>
                                        <p:tav tm="100000">
                                          <p:val>
                                            <p:strVal val="#ppt_x"/>
                                          </p:val>
                                        </p:tav>
                                      </p:tavLst>
                                    </p:anim>
                                    <p:anim calcmode="lin" valueType="num">
                                      <p:cBhvr additive="repl">
                                        <p:cTn id="239" dur="664">
                                          <p:stCondLst>
                                            <p:cond delay="0"/>
                                          </p:stCondLst>
                                        </p:cTn>
                                        <p:tgtEl>
                                          <p:spTgt spid="112"/>
                                        </p:tgtEl>
                                        <p:attrNameLst>
                                          <p:attrName>ppt_y</p:attrName>
                                        </p:attrNameLst>
                                      </p:cBhvr>
                                      <p:tavLst>
                                        <p:tav fmla="y-sin(pi*$)/3" tm="0">
                                          <p:val>
                                            <p:fltVal val="0.5"/>
                                          </p:val>
                                        </p:tav>
                                        <p:tav fmla="y-sin(pi*$)/3" tm="100000">
                                          <p:val>
                                            <p:fltVal val="1"/>
                                          </p:val>
                                        </p:tav>
                                      </p:tavLst>
                                    </p:anim>
                                    <p:anim calcmode="lin" valueType="num">
                                      <p:cBhvr additive="repl">
                                        <p:cTn id="240" dur="664">
                                          <p:stCondLst>
                                            <p:cond delay="664"/>
                                          </p:stCondLst>
                                        </p:cTn>
                                        <p:tgtEl>
                                          <p:spTgt spid="112"/>
                                        </p:tgtEl>
                                        <p:attrNameLst>
                                          <p:attrName>ppt_y</p:attrName>
                                        </p:attrNameLst>
                                      </p:cBhvr>
                                      <p:tavLst>
                                        <p:tav fmla="y-sin(pi*$)/9" tm="0">
                                          <p:val>
                                            <p:fltVal val="0"/>
                                          </p:val>
                                        </p:tav>
                                        <p:tav fmla="y-sin(pi*$)/9" tm="100000">
                                          <p:val>
                                            <p:fltVal val="1"/>
                                          </p:val>
                                        </p:tav>
                                      </p:tavLst>
                                    </p:anim>
                                    <p:anim calcmode="lin" valueType="num">
                                      <p:cBhvr additive="repl">
                                        <p:cTn id="241" dur="332">
                                          <p:stCondLst>
                                            <p:cond delay="1324"/>
                                          </p:stCondLst>
                                        </p:cTn>
                                        <p:tgtEl>
                                          <p:spTgt spid="112"/>
                                        </p:tgtEl>
                                        <p:attrNameLst>
                                          <p:attrName>ppt_y</p:attrName>
                                        </p:attrNameLst>
                                      </p:cBhvr>
                                      <p:tavLst>
                                        <p:tav fmla="y-sin(pi*$)/27" tm="0">
                                          <p:val>
                                            <p:fltVal val="0"/>
                                          </p:val>
                                        </p:tav>
                                        <p:tav fmla="y-sin(pi*$)/27" tm="100000">
                                          <p:val>
                                            <p:fltVal val="1"/>
                                          </p:val>
                                        </p:tav>
                                      </p:tavLst>
                                    </p:anim>
                                    <p:anim calcmode="lin" valueType="num">
                                      <p:cBhvr additive="repl">
                                        <p:cTn id="242" dur="164">
                                          <p:stCondLst>
                                            <p:cond delay="1656"/>
                                          </p:stCondLst>
                                        </p:cTn>
                                        <p:tgtEl>
                                          <p:spTgt spid="112"/>
                                        </p:tgtEl>
                                        <p:attrNameLst>
                                          <p:attrName>ppt_y</p:attrName>
                                        </p:attrNameLst>
                                      </p:cBhvr>
                                      <p:tavLst>
                                        <p:tav fmla="y-sin(pi*$)/81" tm="0">
                                          <p:val>
                                            <p:fltVal val="0"/>
                                          </p:val>
                                        </p:tav>
                                        <p:tav fmla="y-sin(pi*$)/81" tm="100000">
                                          <p:val>
                                            <p:fltVal val="1"/>
                                          </p:val>
                                        </p:tav>
                                      </p:tavLst>
                                    </p:anim>
                                    <p:animScale>
                                      <p:cBhvr>
                                        <p:cTn id="243" dur="26" fill="hold">
                                          <p:stCondLst>
                                            <p:cond delay="650"/>
                                          </p:stCondLst>
                                        </p:cTn>
                                        <p:tgtEl>
                                          <p:spTgt spid="112"/>
                                        </p:tgtEl>
                                      </p:cBhvr>
                                      <p:to x="100000" y="60000"/>
                                    </p:animScale>
                                    <p:animScale>
                                      <p:cBhvr>
                                        <p:cTn id="244" dur="166" fill="hold">
                                          <p:stCondLst>
                                            <p:cond delay="676"/>
                                          </p:stCondLst>
                                        </p:cTn>
                                        <p:tgtEl>
                                          <p:spTgt spid="112"/>
                                        </p:tgtEl>
                                      </p:cBhvr>
                                      <p:to x="100000" y="100000"/>
                                    </p:animScale>
                                    <p:animScale>
                                      <p:cBhvr>
                                        <p:cTn id="245" dur="26" fill="hold">
                                          <p:stCondLst>
                                            <p:cond delay="1312"/>
                                          </p:stCondLst>
                                        </p:cTn>
                                        <p:tgtEl>
                                          <p:spTgt spid="112"/>
                                        </p:tgtEl>
                                      </p:cBhvr>
                                      <p:to x="100000" y="80000"/>
                                    </p:animScale>
                                    <p:animScale>
                                      <p:cBhvr>
                                        <p:cTn id="246" dur="166" fill="hold">
                                          <p:stCondLst>
                                            <p:cond delay="1338"/>
                                          </p:stCondLst>
                                        </p:cTn>
                                        <p:tgtEl>
                                          <p:spTgt spid="112"/>
                                        </p:tgtEl>
                                      </p:cBhvr>
                                      <p:to x="100000" y="100000"/>
                                    </p:animScale>
                                    <p:animScale>
                                      <p:cBhvr>
                                        <p:cTn id="247" dur="26" fill="hold">
                                          <p:stCondLst>
                                            <p:cond delay="1642"/>
                                          </p:stCondLst>
                                        </p:cTn>
                                        <p:tgtEl>
                                          <p:spTgt spid="112"/>
                                        </p:tgtEl>
                                      </p:cBhvr>
                                      <p:to x="100000" y="90000"/>
                                    </p:animScale>
                                    <p:animScale>
                                      <p:cBhvr>
                                        <p:cTn id="248" dur="166" fill="hold">
                                          <p:stCondLst>
                                            <p:cond delay="1668"/>
                                          </p:stCondLst>
                                        </p:cTn>
                                        <p:tgtEl>
                                          <p:spTgt spid="112"/>
                                        </p:tgtEl>
                                      </p:cBhvr>
                                      <p:to x="100000" y="100000"/>
                                    </p:animScale>
                                    <p:animScale>
                                      <p:cBhvr>
                                        <p:cTn id="249" dur="26" fill="hold">
                                          <p:stCondLst>
                                            <p:cond delay="1808"/>
                                          </p:stCondLst>
                                        </p:cTn>
                                        <p:tgtEl>
                                          <p:spTgt spid="112"/>
                                        </p:tgtEl>
                                      </p:cBhvr>
                                      <p:to x="100000" y="95000"/>
                                    </p:animScale>
                                    <p:animScale>
                                      <p:cBhvr>
                                        <p:cTn id="250" dur="166" fill="hold">
                                          <p:stCondLst>
                                            <p:cond delay="1834"/>
                                          </p:stCondLst>
                                        </p:cTn>
                                        <p:tgtEl>
                                          <p:spTgt spid="112"/>
                                        </p:tgtEl>
                                      </p:cBhvr>
                                      <p:to x="100000" y="100000"/>
                                    </p:animScale>
                                  </p:childTnLst>
                                </p:cTn>
                              </p:par>
                              <p:par>
                                <p:cTn id="251" dur="indefinite" nodeType="withEffect" fill="hold" presetClass="entr" presetID="26">
                                  <p:stCondLst>
                                    <p:cond delay="0"/>
                                  </p:stCondLst>
                                  <p:childTnLst>
                                    <p:set>
                                      <p:cBhvr>
                                        <p:cTn id="252" dur="1" fill="hold">
                                          <p:stCondLst>
                                            <p:cond delay="0"/>
                                          </p:stCondLst>
                                        </p:cTn>
                                        <p:tgtEl>
                                          <p:spTgt spid="111"/>
                                        </p:tgtEl>
                                        <p:attrNameLst>
                                          <p:attrName>style.visibility</p:attrName>
                                        </p:attrNameLst>
                                      </p:cBhvr>
                                      <p:to>
                                        <p:strVal val="visible"/>
                                      </p:to>
                                    </p:set>
                                    <p:animEffect filter="wipe(down)" transition="in">
                                      <p:cBhvr additive="repl">
                                        <p:cTn id="253" dur="580">
                                          <p:stCondLst>
                                            <p:cond delay="0"/>
                                          </p:stCondLst>
                                        </p:cTn>
                                        <p:tgtEl>
                                          <p:spTgt spid="111"/>
                                        </p:tgtEl>
                                      </p:cBhvr>
                                    </p:animEffect>
                                    <p:anim calcmode="lin" valueType="num">
                                      <p:cBhvr additive="repl">
                                        <p:cTn id="254" dur="1822">
                                          <p:stCondLst>
                                            <p:cond delay="0"/>
                                          </p:stCondLst>
                                        </p:cTn>
                                        <p:tgtEl>
                                          <p:spTgt spid="111"/>
                                        </p:tgtEl>
                                        <p:attrNameLst>
                                          <p:attrName>ppt_x</p:attrName>
                                        </p:attrNameLst>
                                      </p:cBhvr>
                                      <p:tavLst>
                                        <p:tav tm="0">
                                          <p:val>
                                            <p:strVal val="#ppt_x-0.25"/>
                                          </p:val>
                                        </p:tav>
                                        <p:tav tm="100000">
                                          <p:val>
                                            <p:strVal val="#ppt_x"/>
                                          </p:val>
                                        </p:tav>
                                      </p:tavLst>
                                    </p:anim>
                                    <p:anim calcmode="lin" valueType="num">
                                      <p:cBhvr additive="repl">
                                        <p:cTn id="255" dur="664">
                                          <p:stCondLst>
                                            <p:cond delay="0"/>
                                          </p:stCondLst>
                                        </p:cTn>
                                        <p:tgtEl>
                                          <p:spTgt spid="111"/>
                                        </p:tgtEl>
                                        <p:attrNameLst>
                                          <p:attrName>ppt_y</p:attrName>
                                        </p:attrNameLst>
                                      </p:cBhvr>
                                      <p:tavLst>
                                        <p:tav fmla="y-sin(pi*$)/3" tm="0">
                                          <p:val>
                                            <p:fltVal val="0.5"/>
                                          </p:val>
                                        </p:tav>
                                        <p:tav fmla="y-sin(pi*$)/3" tm="100000">
                                          <p:val>
                                            <p:fltVal val="1"/>
                                          </p:val>
                                        </p:tav>
                                      </p:tavLst>
                                    </p:anim>
                                    <p:anim calcmode="lin" valueType="num">
                                      <p:cBhvr additive="repl">
                                        <p:cTn id="256" dur="664">
                                          <p:stCondLst>
                                            <p:cond delay="664"/>
                                          </p:stCondLst>
                                        </p:cTn>
                                        <p:tgtEl>
                                          <p:spTgt spid="111"/>
                                        </p:tgtEl>
                                        <p:attrNameLst>
                                          <p:attrName>ppt_y</p:attrName>
                                        </p:attrNameLst>
                                      </p:cBhvr>
                                      <p:tavLst>
                                        <p:tav fmla="y-sin(pi*$)/9" tm="0">
                                          <p:val>
                                            <p:fltVal val="0"/>
                                          </p:val>
                                        </p:tav>
                                        <p:tav fmla="y-sin(pi*$)/9" tm="100000">
                                          <p:val>
                                            <p:fltVal val="1"/>
                                          </p:val>
                                        </p:tav>
                                      </p:tavLst>
                                    </p:anim>
                                    <p:anim calcmode="lin" valueType="num">
                                      <p:cBhvr additive="repl">
                                        <p:cTn id="257" dur="332">
                                          <p:stCondLst>
                                            <p:cond delay="1324"/>
                                          </p:stCondLst>
                                        </p:cTn>
                                        <p:tgtEl>
                                          <p:spTgt spid="111"/>
                                        </p:tgtEl>
                                        <p:attrNameLst>
                                          <p:attrName>ppt_y</p:attrName>
                                        </p:attrNameLst>
                                      </p:cBhvr>
                                      <p:tavLst>
                                        <p:tav fmla="y-sin(pi*$)/27" tm="0">
                                          <p:val>
                                            <p:fltVal val="0"/>
                                          </p:val>
                                        </p:tav>
                                        <p:tav fmla="y-sin(pi*$)/27" tm="100000">
                                          <p:val>
                                            <p:fltVal val="1"/>
                                          </p:val>
                                        </p:tav>
                                      </p:tavLst>
                                    </p:anim>
                                    <p:anim calcmode="lin" valueType="num">
                                      <p:cBhvr additive="repl">
                                        <p:cTn id="258" dur="164">
                                          <p:stCondLst>
                                            <p:cond delay="1656"/>
                                          </p:stCondLst>
                                        </p:cTn>
                                        <p:tgtEl>
                                          <p:spTgt spid="111"/>
                                        </p:tgtEl>
                                        <p:attrNameLst>
                                          <p:attrName>ppt_y</p:attrName>
                                        </p:attrNameLst>
                                      </p:cBhvr>
                                      <p:tavLst>
                                        <p:tav fmla="y-sin(pi*$)/81" tm="0">
                                          <p:val>
                                            <p:fltVal val="0"/>
                                          </p:val>
                                        </p:tav>
                                        <p:tav fmla="y-sin(pi*$)/81" tm="100000">
                                          <p:val>
                                            <p:fltVal val="1"/>
                                          </p:val>
                                        </p:tav>
                                      </p:tavLst>
                                    </p:anim>
                                    <p:animScale>
                                      <p:cBhvr>
                                        <p:cTn id="259" dur="26" fill="hold">
                                          <p:stCondLst>
                                            <p:cond delay="650"/>
                                          </p:stCondLst>
                                        </p:cTn>
                                        <p:tgtEl>
                                          <p:spTgt spid="111"/>
                                        </p:tgtEl>
                                      </p:cBhvr>
                                      <p:to x="100000" y="60000"/>
                                    </p:animScale>
                                    <p:animScale>
                                      <p:cBhvr>
                                        <p:cTn id="260" dur="166" fill="hold">
                                          <p:stCondLst>
                                            <p:cond delay="676"/>
                                          </p:stCondLst>
                                        </p:cTn>
                                        <p:tgtEl>
                                          <p:spTgt spid="111"/>
                                        </p:tgtEl>
                                      </p:cBhvr>
                                      <p:to x="100000" y="100000"/>
                                    </p:animScale>
                                    <p:animScale>
                                      <p:cBhvr>
                                        <p:cTn id="261" dur="26" fill="hold">
                                          <p:stCondLst>
                                            <p:cond delay="1312"/>
                                          </p:stCondLst>
                                        </p:cTn>
                                        <p:tgtEl>
                                          <p:spTgt spid="111"/>
                                        </p:tgtEl>
                                      </p:cBhvr>
                                      <p:to x="100000" y="80000"/>
                                    </p:animScale>
                                    <p:animScale>
                                      <p:cBhvr>
                                        <p:cTn id="262" dur="166" fill="hold">
                                          <p:stCondLst>
                                            <p:cond delay="1338"/>
                                          </p:stCondLst>
                                        </p:cTn>
                                        <p:tgtEl>
                                          <p:spTgt spid="111"/>
                                        </p:tgtEl>
                                      </p:cBhvr>
                                      <p:to x="100000" y="100000"/>
                                    </p:animScale>
                                    <p:animScale>
                                      <p:cBhvr>
                                        <p:cTn id="263" dur="26" fill="hold">
                                          <p:stCondLst>
                                            <p:cond delay="1642"/>
                                          </p:stCondLst>
                                        </p:cTn>
                                        <p:tgtEl>
                                          <p:spTgt spid="111"/>
                                        </p:tgtEl>
                                      </p:cBhvr>
                                      <p:to x="100000" y="90000"/>
                                    </p:animScale>
                                    <p:animScale>
                                      <p:cBhvr>
                                        <p:cTn id="264" dur="166" fill="hold">
                                          <p:stCondLst>
                                            <p:cond delay="1668"/>
                                          </p:stCondLst>
                                        </p:cTn>
                                        <p:tgtEl>
                                          <p:spTgt spid="111"/>
                                        </p:tgtEl>
                                      </p:cBhvr>
                                      <p:to x="100000" y="100000"/>
                                    </p:animScale>
                                    <p:animScale>
                                      <p:cBhvr>
                                        <p:cTn id="265" dur="26" fill="hold">
                                          <p:stCondLst>
                                            <p:cond delay="1808"/>
                                          </p:stCondLst>
                                        </p:cTn>
                                        <p:tgtEl>
                                          <p:spTgt spid="111"/>
                                        </p:tgtEl>
                                      </p:cBhvr>
                                      <p:to x="100000" y="95000"/>
                                    </p:animScale>
                                    <p:animScale>
                                      <p:cBhvr>
                                        <p:cTn id="266" dur="166" fill="hold">
                                          <p:stCondLst>
                                            <p:cond delay="1834"/>
                                          </p:stCondLst>
                                        </p:cTn>
                                        <p:tgtEl>
                                          <p:spTgt spid="111"/>
                                        </p:tgtEl>
                                      </p:cBhvr>
                                      <p:to x="100000" y="100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14"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5D11961A-E4BA-415D-A8A6-D597A57818E9}"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15" name=""/>
          <p:cNvSpPr/>
          <p:nvPr/>
        </p:nvSpPr>
        <p:spPr>
          <a:xfrm>
            <a:off x="228600" y="152280"/>
            <a:ext cx="9448920" cy="61722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116" name=""/>
          <p:cNvSpPr/>
          <p:nvPr/>
        </p:nvSpPr>
        <p:spPr>
          <a:xfrm>
            <a:off x="152280" y="304920"/>
            <a:ext cx="9601200" cy="6904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600" strike="noStrike" u="none">
                <a:solidFill>
                  <a:srgbClr val="ffffff"/>
                </a:solidFill>
                <a:effectLst/>
                <a:uFillTx/>
                <a:latin typeface="Times New Roman"/>
                <a:ea typeface="Times New Roman"/>
              </a:rPr>
              <a:t>2.  Quyền và nghĩa vụ của người tiêu dùng</a:t>
            </a:r>
            <a:endParaRPr b="0" lang="en-US" sz="3600" strike="noStrike" u="none">
              <a:solidFill>
                <a:srgbClr val="ffffff"/>
              </a:solidFill>
              <a:effectLst/>
              <a:uFillTx/>
              <a:latin typeface="VNI-Times"/>
            </a:endParaRPr>
          </a:p>
        </p:txBody>
      </p:sp>
      <p:sp>
        <p:nvSpPr>
          <p:cNvPr id="117" name=""/>
          <p:cNvSpPr/>
          <p:nvPr/>
        </p:nvSpPr>
        <p:spPr>
          <a:xfrm>
            <a:off x="152280" y="995400"/>
            <a:ext cx="9601200" cy="757080"/>
          </a:xfrm>
          <a:prstGeom prst="rect">
            <a:avLst/>
          </a:prstGeom>
          <a:solidFill>
            <a:srgbClr val="ff000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4000" strike="noStrike" u="none">
                <a:solidFill>
                  <a:srgbClr val="ffffff"/>
                </a:solidFill>
                <a:effectLst/>
                <a:uFillTx/>
                <a:latin typeface="Times New Roman"/>
                <a:ea typeface="Times New Roman"/>
              </a:rPr>
              <a:t>2.1. Quyền của người tiêu dùng (Điều 8)</a:t>
            </a:r>
            <a:endParaRPr b="0" lang="en-US" sz="4000" strike="noStrike" u="none">
              <a:solidFill>
                <a:srgbClr val="ffffff"/>
              </a:solidFill>
              <a:effectLst/>
              <a:uFillTx/>
              <a:latin typeface="VNI-Times"/>
            </a:endParaRPr>
          </a:p>
        </p:txBody>
      </p:sp>
      <p:sp>
        <p:nvSpPr>
          <p:cNvPr id="118" name=""/>
          <p:cNvSpPr/>
          <p:nvPr/>
        </p:nvSpPr>
        <p:spPr>
          <a:xfrm>
            <a:off x="152280" y="1981080"/>
            <a:ext cx="9601200" cy="4496040"/>
          </a:xfrm>
          <a:prstGeom prst="rect">
            <a:avLst/>
          </a:prstGeom>
          <a:solidFill>
            <a:srgbClr val="000080"/>
          </a:solidFill>
          <a:ln w="25560">
            <a:solidFill>
              <a:srgbClr val="2349bc"/>
            </a:solidFill>
            <a:miter/>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1</a:t>
            </a:r>
            <a:r>
              <a:rPr b="0" lang="vi-VN" sz="2800" strike="noStrike" u="none">
                <a:solidFill>
                  <a:srgbClr val="ffffff"/>
                </a:solidFill>
                <a:effectLst/>
                <a:uFillTx/>
                <a:latin typeface="Times New Roman"/>
                <a:ea typeface="Times New Roman"/>
              </a:rPr>
              <a:t>- Được bảo đảm an toàn tính mạng, sức khỏe, tài sản, quyền, lợi ích hợp pháp khác khi tham gia giao dịch, sử dụng hàng hóa, dịch vụ do tổ chức, cá nhân kinh doanh hàng hóa, dịch vụ cung cấp.</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2</a:t>
            </a:r>
            <a:r>
              <a:rPr b="0" lang="vi-VN" sz="2800" strike="noStrike" u="none">
                <a:solidFill>
                  <a:srgbClr val="ffffff"/>
                </a:solidFill>
                <a:effectLst/>
                <a:uFillTx/>
                <a:latin typeface="Times New Roman"/>
                <a:ea typeface="Times New Roman"/>
              </a:rPr>
              <a:t>- Được cung cấp thông tin chính xác, đầy đủ về tổ chức, cá nhân kinh doanh hàng hóa, dịch vụ; nội dung giao dịch hàng hóa, dịch vụ; nguồn gốc, xuất xứ hàng hóa; được cung cấp hóa đơn, chứng từ, tài liệu liên quan đến giao dịch và thông tin cần thiết khác về hàng hóa, dịch vụ mà người tiêu dùng đã mua, sử dụng.</a:t>
            </a:r>
            <a:endParaRPr b="0" lang="en-US" sz="2800" strike="noStrike" u="none">
              <a:solidFill>
                <a:srgbClr val="ffffff"/>
              </a:solidFill>
              <a:effectLst/>
              <a:uFillTx/>
              <a:latin typeface="VNI-Times"/>
            </a:endParaRPr>
          </a:p>
        </p:txBody>
      </p:sp>
    </p:spTree>
  </p:cSld>
  <p:timing>
    <p:tnLst>
      <p:par>
        <p:cTn id="267" dur="indefinite" restart="never" nodeType="tmRoot">
          <p:childTnLst>
            <p:seq>
              <p:cTn id="268" dur="indefinite" nodeType="mainSeq">
                <p:childTnLst>
                  <p:par>
                    <p:cTn id="269" dur="indefinite" nodeType="clickEffect" fill="hold">
                      <p:stCondLst>
                        <p:cond delay="indefinite"/>
                      </p:stCondLst>
                      <p:childTnLst>
                        <p:par>
                          <p:cTn id="270" dur="indefinite" nodeType="withEffect" fill="hold">
                            <p:stCondLst>
                              <p:cond delay="0"/>
                            </p:stCondLst>
                            <p:childTnLst>
                              <p:par>
                                <p:cTn id="271" dur="indefinite" nodeType="clickEffect" fill="hold" presetClass="entr" presetID="3" presetSubtype="10">
                                  <p:stCondLst>
                                    <p:cond delay="0"/>
                                  </p:stCondLst>
                                  <p:childTnLst>
                                    <p:set>
                                      <p:cBhvr>
                                        <p:cTn id="272" dur="1" fill="hold">
                                          <p:stCondLst>
                                            <p:cond delay="0"/>
                                          </p:stCondLst>
                                        </p:cTn>
                                        <p:tgtEl>
                                          <p:spTgt spid="116"/>
                                        </p:tgtEl>
                                        <p:attrNameLst>
                                          <p:attrName>style.visibility</p:attrName>
                                        </p:attrNameLst>
                                      </p:cBhvr>
                                      <p:to>
                                        <p:strVal val="visible"/>
                                      </p:to>
                                    </p:set>
                                    <p:animEffect filter="blinds(horizontal)" transition="in">
                                      <p:cBhvr additive="repl">
                                        <p:cTn id="273" dur="500"/>
                                        <p:tgtEl>
                                          <p:spTgt spid="116"/>
                                        </p:tgtEl>
                                      </p:cBhvr>
                                    </p:animEffect>
                                  </p:childTnLst>
                                </p:cTn>
                              </p:par>
                            </p:childTnLst>
                          </p:cTn>
                        </p:par>
                      </p:childTnLst>
                    </p:cTn>
                  </p:par>
                  <p:par>
                    <p:cTn id="274" dur="indefinite" nodeType="clickEffect" fill="hold">
                      <p:stCondLst>
                        <p:cond delay="indefinite"/>
                      </p:stCondLst>
                      <p:childTnLst>
                        <p:par>
                          <p:cTn id="275" dur="indefinite" nodeType="withEffect" fill="hold">
                            <p:stCondLst>
                              <p:cond delay="0"/>
                            </p:stCondLst>
                            <p:childTnLst>
                              <p:par>
                                <p:cTn id="276" dur="indefinite" nodeType="clickEffect" fill="hold" presetClass="entr" presetID="31">
                                  <p:stCondLst>
                                    <p:cond delay="0"/>
                                  </p:stCondLst>
                                  <p:childTnLst>
                                    <p:set>
                                      <p:cBhvr>
                                        <p:cTn id="277" dur="1" fill="hold">
                                          <p:stCondLst>
                                            <p:cond delay="0"/>
                                          </p:stCondLst>
                                        </p:cTn>
                                        <p:tgtEl>
                                          <p:spTgt spid="117"/>
                                        </p:tgtEl>
                                        <p:attrNameLst>
                                          <p:attrName>style.visibility</p:attrName>
                                        </p:attrNameLst>
                                      </p:cBhvr>
                                      <p:to>
                                        <p:strVal val="visible"/>
                                      </p:to>
                                    </p:set>
                                    <p:anim calcmode="lin" valueType="num">
                                      <p:cBhvr additive="repl">
                                        <p:cTn id="278" dur="1000" fill="hold"/>
                                        <p:tgtEl>
                                          <p:spTgt spid="117"/>
                                        </p:tgtEl>
                                        <p:attrNameLst>
                                          <p:attrName>ppt_w</p:attrName>
                                        </p:attrNameLst>
                                      </p:cBhvr>
                                      <p:tavLst>
                                        <p:tav tm="0">
                                          <p:val>
                                            <p:fltVal val="0"/>
                                          </p:val>
                                        </p:tav>
                                        <p:tav tm="100000">
                                          <p:val>
                                            <p:strVal val="#ppt_w"/>
                                          </p:val>
                                        </p:tav>
                                      </p:tavLst>
                                    </p:anim>
                                    <p:anim calcmode="lin" valueType="num">
                                      <p:cBhvr additive="repl">
                                        <p:cTn id="279" dur="1000" fill="hold"/>
                                        <p:tgtEl>
                                          <p:spTgt spid="117"/>
                                        </p:tgtEl>
                                        <p:attrNameLst>
                                          <p:attrName>ppt_h</p:attrName>
                                        </p:attrNameLst>
                                      </p:cBhvr>
                                      <p:tavLst>
                                        <p:tav tm="0">
                                          <p:val>
                                            <p:fltVal val="0"/>
                                          </p:val>
                                        </p:tav>
                                        <p:tav tm="100000">
                                          <p:val>
                                            <p:strVal val="#ppt_h"/>
                                          </p:val>
                                        </p:tav>
                                      </p:tavLst>
                                    </p:anim>
                                    <p:anim calcmode="lin" valueType="num">
                                      <p:cBhvr additive="repl">
                                        <p:cTn id="280" dur="1000" fill="hold"/>
                                        <p:tgtEl>
                                          <p:spTgt spid="117"/>
                                        </p:tgtEl>
                                        <p:attrNameLst>
                                          <p:attrName>r</p:attrName>
                                        </p:attrNameLst>
                                      </p:cBhvr>
                                      <p:tavLst>
                                        <p:tav tm="0">
                                          <p:val>
                                            <p:strVal val="90"/>
                                          </p:val>
                                        </p:tav>
                                        <p:tav tm="100000">
                                          <p:val>
                                            <p:strVal val="0"/>
                                          </p:val>
                                        </p:tav>
                                      </p:tavLst>
                                    </p:anim>
                                    <p:animEffect filter="fade" transition="in">
                                      <p:cBhvr additive="repl">
                                        <p:cTn id="281" dur="1000"/>
                                        <p:tgtEl>
                                          <p:spTgt spid="117"/>
                                        </p:tgtEl>
                                      </p:cBhvr>
                                    </p:animEffect>
                                  </p:childTnLst>
                                </p:cTn>
                              </p:par>
                            </p:childTnLst>
                          </p:cTn>
                        </p:par>
                      </p:childTnLst>
                    </p:cTn>
                  </p:par>
                  <p:par>
                    <p:cTn id="282" dur="indefinite" nodeType="clickEffect" fill="hold">
                      <p:stCondLst>
                        <p:cond delay="indefinite"/>
                      </p:stCondLst>
                      <p:childTnLst>
                        <p:par>
                          <p:cTn id="283" dur="indefinite" nodeType="withEffect" fill="hold">
                            <p:stCondLst>
                              <p:cond delay="0"/>
                            </p:stCondLst>
                            <p:childTnLst>
                              <p:par>
                                <p:cTn id="284" dur="indefinite" nodeType="clickEffect" fill="hold" presetClass="entr" presetID="1">
                                  <p:stCondLst>
                                    <p:cond delay="0"/>
                                  </p:stCondLst>
                                  <p:childTnLst>
                                    <p:set>
                                      <p:cBhvr>
                                        <p:cTn id="285"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286" dur="indefinite" nodeType="clickEffect" fill="hold">
                      <p:stCondLst>
                        <p:cond delay="indefinite"/>
                      </p:stCondLst>
                      <p:childTnLst>
                        <p:par>
                          <p:cTn id="287" dur="indefinite" nodeType="withEffect" fill="hold">
                            <p:stCondLst>
                              <p:cond delay="0"/>
                            </p:stCondLst>
                            <p:childTnLst>
                              <p:par>
                                <p:cTn id="288" dur="indefinite" nodeType="clickEffect" fill="hold" presetClass="entr" presetID="1">
                                  <p:stCondLst>
                                    <p:cond delay="0"/>
                                  </p:stCondLst>
                                  <p:childTnLst>
                                    <p:set>
                                      <p:cBhvr>
                                        <p:cTn id="289"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19"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09DCEBEF-799F-4729-8F12-0D2868E9DC66}"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20" name=""/>
          <p:cNvSpPr/>
          <p:nvPr/>
        </p:nvSpPr>
        <p:spPr>
          <a:xfrm>
            <a:off x="228600" y="152280"/>
            <a:ext cx="9448920" cy="61722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121" name=""/>
          <p:cNvSpPr/>
          <p:nvPr/>
        </p:nvSpPr>
        <p:spPr>
          <a:xfrm>
            <a:off x="187200" y="457200"/>
            <a:ext cx="9601200" cy="757080"/>
          </a:xfrm>
          <a:prstGeom prst="rect">
            <a:avLst/>
          </a:prstGeom>
          <a:solidFill>
            <a:srgbClr val="ff000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4000" strike="noStrike" u="none">
                <a:solidFill>
                  <a:srgbClr val="ffffff"/>
                </a:solidFill>
                <a:effectLst/>
                <a:uFillTx/>
                <a:latin typeface="Times New Roman"/>
                <a:ea typeface="Times New Roman"/>
              </a:rPr>
              <a:t>2.1. Quyền của người tiêu dùng (Điều 8)</a:t>
            </a:r>
            <a:endParaRPr b="0" lang="en-US" sz="4000" strike="noStrike" u="none">
              <a:solidFill>
                <a:srgbClr val="ffffff"/>
              </a:solidFill>
              <a:effectLst/>
              <a:uFillTx/>
              <a:latin typeface="VNI-Times"/>
            </a:endParaRPr>
          </a:p>
        </p:txBody>
      </p:sp>
      <p:sp>
        <p:nvSpPr>
          <p:cNvPr id="122" name=""/>
          <p:cNvSpPr/>
          <p:nvPr/>
        </p:nvSpPr>
        <p:spPr>
          <a:xfrm>
            <a:off x="270000" y="1374840"/>
            <a:ext cx="9601200" cy="4495680"/>
          </a:xfrm>
          <a:prstGeom prst="rect">
            <a:avLst/>
          </a:prstGeom>
          <a:solidFill>
            <a:srgbClr val="000080"/>
          </a:solidFill>
          <a:ln w="25560">
            <a:solidFill>
              <a:srgbClr val="2349bc"/>
            </a:solidFill>
            <a:miter/>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3</a:t>
            </a:r>
            <a:r>
              <a:rPr b="0" lang="vi-VN" sz="2800" strike="noStrike" u="none">
                <a:solidFill>
                  <a:srgbClr val="ffffff"/>
                </a:solidFill>
                <a:effectLst/>
                <a:uFillTx/>
                <a:latin typeface="Times New Roman"/>
                <a:ea typeface="Times New Roman"/>
              </a:rPr>
              <a:t>- Lựa chọn hàng hóa, dịch vụ, tổ chức, cá nhân kinh doanh hàng hóa, dịch vụ theo nhu cầu, điều kiện thực tế của mình; quyết định tham gia hoặc không tham gia giao dịch và các nội dung thỏa thuận khi tham gia giao dịch với tổ chức, cá nhân kinh doanh hàng hóa, dịch vụ.</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4</a:t>
            </a:r>
            <a:r>
              <a:rPr b="0" lang="vi-VN" sz="2800" strike="noStrike" u="none">
                <a:solidFill>
                  <a:srgbClr val="ffffff"/>
                </a:solidFill>
                <a:effectLst/>
                <a:uFillTx/>
                <a:latin typeface="Times New Roman"/>
                <a:ea typeface="Times New Roman"/>
              </a:rPr>
              <a:t>- Góp ý kiến với tổ chức, cá nhân kinh doanh hàng hóa, dịch vụ về giá cả, chất lượng hàng hóa, dịch vụ, phong cách phục vụ, phương thức giao dịch và nội dung khác liên quan đến giao dịch giữa người tiêu dùng và tổ chức, cá nhân kinh doanh hàng hóa, dịch vụ.</a:t>
            </a:r>
            <a:endParaRPr b="0" lang="en-US" sz="2800" strike="noStrike" u="none">
              <a:solidFill>
                <a:srgbClr val="ffffff"/>
              </a:solidFill>
              <a:effectLst/>
              <a:uFillTx/>
              <a:latin typeface="VNI-Times"/>
            </a:endParaRPr>
          </a:p>
        </p:txBody>
      </p:sp>
    </p:spTree>
  </p:cSld>
  <p:timing>
    <p:tnLst>
      <p:par>
        <p:cTn id="290" dur="indefinite" restart="never" nodeType="tmRoot">
          <p:childTnLst>
            <p:seq>
              <p:cTn id="291" dur="indefinite" nodeType="mainSeq">
                <p:childTnLst>
                  <p:par>
                    <p:cTn id="292" dur="indefinite" nodeType="clickEffect" fill="hold">
                      <p:stCondLst>
                        <p:cond delay="indefinite"/>
                      </p:stCondLst>
                      <p:childTnLst>
                        <p:par>
                          <p:cTn id="293" dur="indefinite" nodeType="withEffect" fill="hold">
                            <p:stCondLst>
                              <p:cond delay="0"/>
                            </p:stCondLst>
                            <p:childTnLst>
                              <p:par>
                                <p:cTn id="294" dur="indefinite" nodeType="clickEffect" fill="hold" presetClass="entr" presetID="31">
                                  <p:stCondLst>
                                    <p:cond delay="0"/>
                                  </p:stCondLst>
                                  <p:childTnLst>
                                    <p:set>
                                      <p:cBhvr>
                                        <p:cTn id="295" dur="1" fill="hold">
                                          <p:stCondLst>
                                            <p:cond delay="0"/>
                                          </p:stCondLst>
                                        </p:cTn>
                                        <p:tgtEl>
                                          <p:spTgt spid="121"/>
                                        </p:tgtEl>
                                        <p:attrNameLst>
                                          <p:attrName>style.visibility</p:attrName>
                                        </p:attrNameLst>
                                      </p:cBhvr>
                                      <p:to>
                                        <p:strVal val="visible"/>
                                      </p:to>
                                    </p:set>
                                    <p:anim calcmode="lin" valueType="num">
                                      <p:cBhvr additive="repl">
                                        <p:cTn id="296" dur="1000" fill="hold"/>
                                        <p:tgtEl>
                                          <p:spTgt spid="121"/>
                                        </p:tgtEl>
                                        <p:attrNameLst>
                                          <p:attrName>ppt_w</p:attrName>
                                        </p:attrNameLst>
                                      </p:cBhvr>
                                      <p:tavLst>
                                        <p:tav tm="0">
                                          <p:val>
                                            <p:fltVal val="0"/>
                                          </p:val>
                                        </p:tav>
                                        <p:tav tm="100000">
                                          <p:val>
                                            <p:strVal val="#ppt_w"/>
                                          </p:val>
                                        </p:tav>
                                      </p:tavLst>
                                    </p:anim>
                                    <p:anim calcmode="lin" valueType="num">
                                      <p:cBhvr additive="repl">
                                        <p:cTn id="297" dur="1000" fill="hold"/>
                                        <p:tgtEl>
                                          <p:spTgt spid="121"/>
                                        </p:tgtEl>
                                        <p:attrNameLst>
                                          <p:attrName>ppt_h</p:attrName>
                                        </p:attrNameLst>
                                      </p:cBhvr>
                                      <p:tavLst>
                                        <p:tav tm="0">
                                          <p:val>
                                            <p:fltVal val="0"/>
                                          </p:val>
                                        </p:tav>
                                        <p:tav tm="100000">
                                          <p:val>
                                            <p:strVal val="#ppt_h"/>
                                          </p:val>
                                        </p:tav>
                                      </p:tavLst>
                                    </p:anim>
                                    <p:anim calcmode="lin" valueType="num">
                                      <p:cBhvr additive="repl">
                                        <p:cTn id="298" dur="1000" fill="hold"/>
                                        <p:tgtEl>
                                          <p:spTgt spid="121"/>
                                        </p:tgtEl>
                                        <p:attrNameLst>
                                          <p:attrName>r</p:attrName>
                                        </p:attrNameLst>
                                      </p:cBhvr>
                                      <p:tavLst>
                                        <p:tav tm="0">
                                          <p:val>
                                            <p:strVal val="90"/>
                                          </p:val>
                                        </p:tav>
                                        <p:tav tm="100000">
                                          <p:val>
                                            <p:strVal val="0"/>
                                          </p:val>
                                        </p:tav>
                                      </p:tavLst>
                                    </p:anim>
                                    <p:animEffect filter="fade" transition="in">
                                      <p:cBhvr additive="repl">
                                        <p:cTn id="299" dur="1000"/>
                                        <p:tgtEl>
                                          <p:spTgt spid="121"/>
                                        </p:tgtEl>
                                      </p:cBhvr>
                                    </p:animEffect>
                                  </p:childTnLst>
                                </p:cTn>
                              </p:par>
                            </p:childTnLst>
                          </p:cTn>
                        </p:par>
                      </p:childTnLst>
                    </p:cTn>
                  </p:par>
                  <p:par>
                    <p:cTn id="300" dur="indefinite" nodeType="clickEffect" fill="hold">
                      <p:stCondLst>
                        <p:cond delay="indefinite"/>
                      </p:stCondLst>
                      <p:childTnLst>
                        <p:par>
                          <p:cTn id="301" dur="indefinite" nodeType="withEffect" fill="hold">
                            <p:stCondLst>
                              <p:cond delay="0"/>
                            </p:stCondLst>
                            <p:childTnLst>
                              <p:par>
                                <p:cTn id="302" dur="indefinite" nodeType="clickEffect" fill="hold" presetClass="entr" presetID="2" presetSubtype="4">
                                  <p:stCondLst>
                                    <p:cond delay="0"/>
                                  </p:stCondLst>
                                  <p:childTnLst>
                                    <p:set>
                                      <p:cBhvr>
                                        <p:cTn id="303" dur="1" fill="hold">
                                          <p:stCondLst>
                                            <p:cond delay="0"/>
                                          </p:stCondLst>
                                        </p:cTn>
                                        <p:tgtEl>
                                          <p:spTgt spid="122">
                                            <p:txEl>
                                              <p:pRg st="0" end="0"/>
                                            </p:txEl>
                                          </p:spTgt>
                                        </p:tgtEl>
                                        <p:attrNameLst>
                                          <p:attrName>style.visibility</p:attrName>
                                        </p:attrNameLst>
                                      </p:cBhvr>
                                      <p:to>
                                        <p:strVal val="visible"/>
                                      </p:to>
                                    </p:set>
                                    <p:anim calcmode="lin" valueType="num">
                                      <p:cBhvr additive="repl">
                                        <p:cTn id="304" dur="500" fill="hold"/>
                                        <p:tgtEl>
                                          <p:spTgt spid="122">
                                            <p:txEl>
                                              <p:pRg st="0" end="0"/>
                                            </p:txEl>
                                          </p:spTgt>
                                        </p:tgtEl>
                                        <p:attrNameLst>
                                          <p:attrName>ppt_x</p:attrName>
                                        </p:attrNameLst>
                                      </p:cBhvr>
                                      <p:tavLst>
                                        <p:tav tm="0">
                                          <p:val>
                                            <p:strVal val="#ppt_x"/>
                                          </p:val>
                                        </p:tav>
                                        <p:tav tm="100000">
                                          <p:val>
                                            <p:strVal val="#ppt_x"/>
                                          </p:val>
                                        </p:tav>
                                      </p:tavLst>
                                    </p:anim>
                                    <p:anim calcmode="lin" valueType="num">
                                      <p:cBhvr additive="repl">
                                        <p:cTn id="305" dur="500" fill="hold"/>
                                        <p:tgtEl>
                                          <p:spTgt spid="1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6" dur="indefinite" nodeType="clickEffect" fill="hold">
                      <p:stCondLst>
                        <p:cond delay="indefinite"/>
                      </p:stCondLst>
                      <p:childTnLst>
                        <p:par>
                          <p:cTn id="307" dur="indefinite" nodeType="withEffect" fill="hold">
                            <p:stCondLst>
                              <p:cond delay="0"/>
                            </p:stCondLst>
                            <p:childTnLst>
                              <p:par>
                                <p:cTn id="308" dur="indefinite" nodeType="clickEffect" fill="hold" presetClass="entr" presetID="42">
                                  <p:stCondLst>
                                    <p:cond delay="0"/>
                                  </p:stCondLst>
                                  <p:childTnLst>
                                    <p:set>
                                      <p:cBhvr>
                                        <p:cTn id="309" dur="1" fill="hold">
                                          <p:stCondLst>
                                            <p:cond delay="0"/>
                                          </p:stCondLst>
                                        </p:cTn>
                                        <p:tgtEl>
                                          <p:spTgt spid="122">
                                            <p:txEl>
                                              <p:pRg st="1" end="1"/>
                                            </p:txEl>
                                          </p:spTgt>
                                        </p:tgtEl>
                                        <p:attrNameLst>
                                          <p:attrName>style.visibility</p:attrName>
                                        </p:attrNameLst>
                                      </p:cBhvr>
                                      <p:to>
                                        <p:strVal val="visible"/>
                                      </p:to>
                                    </p:set>
                                    <p:animEffect filter="fade" transition="in">
                                      <p:cBhvr additive="repl">
                                        <p:cTn id="310" dur="1000"/>
                                        <p:tgtEl>
                                          <p:spTgt spid="122">
                                            <p:txEl>
                                              <p:pRg st="1" end="1"/>
                                            </p:txEl>
                                          </p:spTgt>
                                        </p:tgtEl>
                                      </p:cBhvr>
                                    </p:animEffect>
                                    <p:anim calcmode="lin" valueType="num">
                                      <p:cBhvr additive="repl">
                                        <p:cTn id="311" dur="1000" fill="hold"/>
                                        <p:tgtEl>
                                          <p:spTgt spid="122">
                                            <p:txEl>
                                              <p:pRg st="1" end="1"/>
                                            </p:txEl>
                                          </p:spTgt>
                                        </p:tgtEl>
                                        <p:attrNameLst>
                                          <p:attrName>ppt_x</p:attrName>
                                        </p:attrNameLst>
                                      </p:cBhvr>
                                      <p:tavLst>
                                        <p:tav tm="0">
                                          <p:val>
                                            <p:strVal val="#ppt_x"/>
                                          </p:val>
                                        </p:tav>
                                        <p:tav tm="100000">
                                          <p:val>
                                            <p:strVal val="#ppt_x"/>
                                          </p:val>
                                        </p:tav>
                                      </p:tavLst>
                                    </p:anim>
                                    <p:anim calcmode="lin" valueType="num">
                                      <p:cBhvr additive="repl">
                                        <p:cTn id="312" dur="1000" fill="hold"/>
                                        <p:tgtEl>
                                          <p:spTgt spid="12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23"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C7B72CFC-1F80-4722-BE8E-6357088336EB}"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24" name=""/>
          <p:cNvSpPr/>
          <p:nvPr/>
        </p:nvSpPr>
        <p:spPr>
          <a:xfrm>
            <a:off x="228600" y="152280"/>
            <a:ext cx="9448920" cy="61722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125" name=""/>
          <p:cNvSpPr/>
          <p:nvPr/>
        </p:nvSpPr>
        <p:spPr>
          <a:xfrm>
            <a:off x="228600" y="131760"/>
            <a:ext cx="9601200" cy="757080"/>
          </a:xfrm>
          <a:prstGeom prst="rect">
            <a:avLst/>
          </a:prstGeom>
          <a:solidFill>
            <a:srgbClr val="ff000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4000" strike="noStrike" u="none">
                <a:solidFill>
                  <a:srgbClr val="ffffff"/>
                </a:solidFill>
                <a:effectLst/>
                <a:uFillTx/>
                <a:latin typeface="Times New Roman"/>
                <a:ea typeface="Times New Roman"/>
              </a:rPr>
              <a:t>2.1. Quyền của người tiêu dùng (Điều 8)</a:t>
            </a:r>
            <a:endParaRPr b="0" lang="en-US" sz="4000" strike="noStrike" u="none">
              <a:solidFill>
                <a:srgbClr val="ffffff"/>
              </a:solidFill>
              <a:effectLst/>
              <a:uFillTx/>
              <a:latin typeface="VNI-Times"/>
            </a:endParaRPr>
          </a:p>
        </p:txBody>
      </p:sp>
      <p:sp>
        <p:nvSpPr>
          <p:cNvPr id="126" name=""/>
          <p:cNvSpPr/>
          <p:nvPr/>
        </p:nvSpPr>
        <p:spPr>
          <a:xfrm>
            <a:off x="270000" y="990720"/>
            <a:ext cx="9601200" cy="5709960"/>
          </a:xfrm>
          <a:prstGeom prst="rect">
            <a:avLst/>
          </a:prstGeom>
          <a:solidFill>
            <a:srgbClr val="000080"/>
          </a:solidFill>
          <a:ln w="25560">
            <a:solidFill>
              <a:srgbClr val="2349bc"/>
            </a:solidFill>
            <a:miter/>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5</a:t>
            </a:r>
            <a:r>
              <a:rPr b="0" lang="vi-VN" sz="2800" strike="noStrike" u="none">
                <a:solidFill>
                  <a:srgbClr val="ffffff"/>
                </a:solidFill>
                <a:effectLst/>
                <a:uFillTx/>
                <a:latin typeface="Times New Roman"/>
                <a:ea typeface="Times New Roman"/>
              </a:rPr>
              <a:t>- Tham gia xây dựng và thực thi chính sách, pháp luật về bảo vệ quyền lợi người tiêu dùng.</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6</a:t>
            </a:r>
            <a:r>
              <a:rPr b="0" lang="vi-VN" sz="2800" strike="noStrike" u="none">
                <a:solidFill>
                  <a:srgbClr val="ffffff"/>
                </a:solidFill>
                <a:effectLst/>
                <a:uFillTx/>
                <a:latin typeface="Times New Roman"/>
                <a:ea typeface="Times New Roman"/>
              </a:rPr>
              <a:t>- Yêu cầu bồi thường thiệt hại khi hàng hóa, dịch vụ không đúng tiêu chuẩn, quy chuẩn kỹ thuật, giá cả hoặc nội dung khác mà tổ chức, cá nhân kinh doanh hàng hóa, dịch vụ đã công bố, niêm yết, quảng cáo hoặc cam kết.</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7</a:t>
            </a:r>
            <a:r>
              <a:rPr b="0" lang="vi-VN" sz="2800" strike="noStrike" u="none">
                <a:solidFill>
                  <a:srgbClr val="ffffff"/>
                </a:solidFill>
                <a:effectLst/>
                <a:uFillTx/>
                <a:latin typeface="Times New Roman"/>
                <a:ea typeface="Times New Roman"/>
              </a:rPr>
              <a:t>- Khiếu nại, tố cáo, khởi kiện hoặc đề nghị tổ chức xã hội khởi kiện để bảo vệ quyền lợi của mình theo quy định của Luật này và các quy định khác của pháp luật có liên quan.</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en-US" sz="2800" strike="noStrike" u="none">
                <a:solidFill>
                  <a:srgbClr val="ffffff"/>
                </a:solidFill>
                <a:effectLst/>
                <a:uFillTx/>
                <a:latin typeface="Times New Roman"/>
                <a:ea typeface="Times New Roman"/>
              </a:rPr>
              <a:t>8</a:t>
            </a:r>
            <a:r>
              <a:rPr b="0" lang="vi-VN" sz="2800" strike="noStrike" u="none">
                <a:solidFill>
                  <a:srgbClr val="ffffff"/>
                </a:solidFill>
                <a:effectLst/>
                <a:uFillTx/>
                <a:latin typeface="Times New Roman"/>
                <a:ea typeface="Times New Roman"/>
              </a:rPr>
              <a:t>- Được tư vấn, hỗ trợ, hướng dẫn kiến thức về tiêu dùng hàng hóa, dịch vụ. Khi quyền lợi của người tiêu dùng bị xâm phạm có thể liên hệ cơ quan tư vấn bảo vệ quyền lợi người tiêu dùng tại địa phương để được bảo vệ, hướng dẫn cụ thể.</a:t>
            </a:r>
            <a:endParaRPr b="0" lang="en-US" sz="2800" strike="noStrike" u="none">
              <a:solidFill>
                <a:srgbClr val="ffffff"/>
              </a:solidFill>
              <a:effectLst/>
              <a:uFillTx/>
              <a:latin typeface="VNI-Times"/>
            </a:endParaRPr>
          </a:p>
        </p:txBody>
      </p:sp>
    </p:spTree>
  </p:cSld>
  <p:timing>
    <p:tnLst>
      <p:par>
        <p:cTn id="313" dur="indefinite" restart="never" nodeType="tmRoot">
          <p:childTnLst>
            <p:seq>
              <p:cTn id="314" dur="indefinite" nodeType="mainSeq">
                <p:childTnLst>
                  <p:par>
                    <p:cTn id="315" dur="indefinite" nodeType="clickEffect" fill="hold">
                      <p:stCondLst>
                        <p:cond delay="indefinite"/>
                      </p:stCondLst>
                      <p:childTnLst>
                        <p:par>
                          <p:cTn id="316" dur="indefinite" nodeType="withEffect" fill="hold">
                            <p:stCondLst>
                              <p:cond delay="0"/>
                            </p:stCondLst>
                            <p:childTnLst>
                              <p:par>
                                <p:cTn id="317" dur="indefinite" nodeType="clickEffect" fill="hold" presetClass="entr" presetID="31">
                                  <p:stCondLst>
                                    <p:cond delay="0"/>
                                  </p:stCondLst>
                                  <p:childTnLst>
                                    <p:set>
                                      <p:cBhvr>
                                        <p:cTn id="318" dur="1" fill="hold">
                                          <p:stCondLst>
                                            <p:cond delay="0"/>
                                          </p:stCondLst>
                                        </p:cTn>
                                        <p:tgtEl>
                                          <p:spTgt spid="125"/>
                                        </p:tgtEl>
                                        <p:attrNameLst>
                                          <p:attrName>style.visibility</p:attrName>
                                        </p:attrNameLst>
                                      </p:cBhvr>
                                      <p:to>
                                        <p:strVal val="visible"/>
                                      </p:to>
                                    </p:set>
                                    <p:anim calcmode="lin" valueType="num">
                                      <p:cBhvr additive="repl">
                                        <p:cTn id="319" dur="1000" fill="hold"/>
                                        <p:tgtEl>
                                          <p:spTgt spid="125"/>
                                        </p:tgtEl>
                                        <p:attrNameLst>
                                          <p:attrName>ppt_w</p:attrName>
                                        </p:attrNameLst>
                                      </p:cBhvr>
                                      <p:tavLst>
                                        <p:tav tm="0">
                                          <p:val>
                                            <p:fltVal val="0"/>
                                          </p:val>
                                        </p:tav>
                                        <p:tav tm="100000">
                                          <p:val>
                                            <p:strVal val="#ppt_w"/>
                                          </p:val>
                                        </p:tav>
                                      </p:tavLst>
                                    </p:anim>
                                    <p:anim calcmode="lin" valueType="num">
                                      <p:cBhvr additive="repl">
                                        <p:cTn id="320" dur="1000" fill="hold"/>
                                        <p:tgtEl>
                                          <p:spTgt spid="125"/>
                                        </p:tgtEl>
                                        <p:attrNameLst>
                                          <p:attrName>ppt_h</p:attrName>
                                        </p:attrNameLst>
                                      </p:cBhvr>
                                      <p:tavLst>
                                        <p:tav tm="0">
                                          <p:val>
                                            <p:fltVal val="0"/>
                                          </p:val>
                                        </p:tav>
                                        <p:tav tm="100000">
                                          <p:val>
                                            <p:strVal val="#ppt_h"/>
                                          </p:val>
                                        </p:tav>
                                      </p:tavLst>
                                    </p:anim>
                                    <p:anim calcmode="lin" valueType="num">
                                      <p:cBhvr additive="repl">
                                        <p:cTn id="321" dur="1000" fill="hold"/>
                                        <p:tgtEl>
                                          <p:spTgt spid="125"/>
                                        </p:tgtEl>
                                        <p:attrNameLst>
                                          <p:attrName>r</p:attrName>
                                        </p:attrNameLst>
                                      </p:cBhvr>
                                      <p:tavLst>
                                        <p:tav tm="0">
                                          <p:val>
                                            <p:strVal val="90"/>
                                          </p:val>
                                        </p:tav>
                                        <p:tav tm="100000">
                                          <p:val>
                                            <p:strVal val="0"/>
                                          </p:val>
                                        </p:tav>
                                      </p:tavLst>
                                    </p:anim>
                                    <p:animEffect filter="fade" transition="in">
                                      <p:cBhvr additive="repl">
                                        <p:cTn id="322" dur="1000"/>
                                        <p:tgtEl>
                                          <p:spTgt spid="125"/>
                                        </p:tgtEl>
                                      </p:cBhvr>
                                    </p:animEffect>
                                  </p:childTnLst>
                                </p:cTn>
                              </p:par>
                            </p:childTnLst>
                          </p:cTn>
                        </p:par>
                      </p:childTnLst>
                    </p:cTn>
                  </p:par>
                  <p:par>
                    <p:cTn id="323" dur="indefinite" nodeType="clickEffect" fill="hold">
                      <p:stCondLst>
                        <p:cond delay="indefinite"/>
                      </p:stCondLst>
                      <p:childTnLst>
                        <p:par>
                          <p:cTn id="324" dur="indefinite" nodeType="withEffect" fill="hold">
                            <p:stCondLst>
                              <p:cond delay="0"/>
                            </p:stCondLst>
                            <p:childTnLst>
                              <p:par>
                                <p:cTn id="325" dur="indefinite" nodeType="clickEffect" fill="hold" presetClass="entr" presetID="1">
                                  <p:stCondLst>
                                    <p:cond delay="0"/>
                                  </p:stCondLst>
                                  <p:childTnLst>
                                    <p:set>
                                      <p:cBhvr>
                                        <p:cTn id="326" dur="1" fill="hold">
                                          <p:stCondLst>
                                            <p:cond delay="0"/>
                                          </p:stCondLst>
                                        </p:cTn>
                                        <p:tgtEl>
                                          <p:spTgt spid="126">
                                            <p:txEl>
                                              <p:pRg st="0" end="0"/>
                                            </p:txEl>
                                          </p:spTgt>
                                        </p:tgtEl>
                                        <p:attrNameLst>
                                          <p:attrName>style.visibility</p:attrName>
                                        </p:attrNameLst>
                                      </p:cBhvr>
                                      <p:to>
                                        <p:strVal val="visible"/>
                                      </p:to>
                                    </p:set>
                                  </p:childTnLst>
                                </p:cTn>
                              </p:par>
                            </p:childTnLst>
                          </p:cTn>
                        </p:par>
                      </p:childTnLst>
                    </p:cTn>
                  </p:par>
                  <p:par>
                    <p:cTn id="327" dur="indefinite" nodeType="clickEffect" fill="hold">
                      <p:stCondLst>
                        <p:cond delay="indefinite"/>
                      </p:stCondLst>
                      <p:childTnLst>
                        <p:par>
                          <p:cTn id="328" dur="indefinite" nodeType="withEffect" fill="hold">
                            <p:stCondLst>
                              <p:cond delay="0"/>
                            </p:stCondLst>
                            <p:childTnLst>
                              <p:par>
                                <p:cTn id="329" dur="indefinite" nodeType="clickEffect" fill="hold" presetClass="entr" presetID="1">
                                  <p:stCondLst>
                                    <p:cond delay="0"/>
                                  </p:stCondLst>
                                  <p:childTnLst>
                                    <p:set>
                                      <p:cBhvr>
                                        <p:cTn id="330"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331" dur="indefinite" nodeType="clickEffect" fill="hold">
                      <p:stCondLst>
                        <p:cond delay="indefinite"/>
                      </p:stCondLst>
                      <p:childTnLst>
                        <p:par>
                          <p:cTn id="332" dur="indefinite" nodeType="withEffect" fill="hold">
                            <p:stCondLst>
                              <p:cond delay="0"/>
                            </p:stCondLst>
                            <p:childTnLst>
                              <p:par>
                                <p:cTn id="333" dur="indefinite" nodeType="clickEffect" fill="hold" presetClass="entr" presetID="1">
                                  <p:stCondLst>
                                    <p:cond delay="0"/>
                                  </p:stCondLst>
                                  <p:childTnLst>
                                    <p:set>
                                      <p:cBhvr>
                                        <p:cTn id="334"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335" dur="indefinite" nodeType="clickEffect" fill="hold">
                      <p:stCondLst>
                        <p:cond delay="indefinite"/>
                      </p:stCondLst>
                      <p:childTnLst>
                        <p:par>
                          <p:cTn id="336" dur="indefinite" nodeType="withEffect" fill="hold">
                            <p:stCondLst>
                              <p:cond delay="0"/>
                            </p:stCondLst>
                            <p:childTnLst>
                              <p:par>
                                <p:cTn id="337" dur="indefinite" nodeType="clickEffect" fill="hold" presetClass="entr" presetID="1">
                                  <p:stCondLst>
                                    <p:cond delay="0"/>
                                  </p:stCondLst>
                                  <p:childTnLst>
                                    <p:set>
                                      <p:cBhvr>
                                        <p:cTn id="338"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27"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E890EA0E-601E-4961-B879-DEC3C7BBD5D2}"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28" name=""/>
          <p:cNvSpPr/>
          <p:nvPr/>
        </p:nvSpPr>
        <p:spPr>
          <a:xfrm>
            <a:off x="228600" y="0"/>
            <a:ext cx="9372600" cy="66294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9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600" strike="noStrike" u="none">
              <a:solidFill>
                <a:srgbClr val="ffffff"/>
              </a:solidFill>
              <a:effectLst/>
              <a:uFillTx/>
              <a:latin typeface="VNI-Times"/>
            </a:endParaRPr>
          </a:p>
          <a:p>
            <a:pPr marL="358920" indent="-358920">
              <a:lnSpc>
                <a:spcPct val="100000"/>
              </a:lnSpc>
              <a:spcBef>
                <a:spcPts val="9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600" strike="noStrike" u="none">
              <a:solidFill>
                <a:srgbClr val="ffffff"/>
              </a:solidFill>
              <a:effectLst/>
              <a:uFillTx/>
              <a:latin typeface="VNI-Times"/>
            </a:endParaRPr>
          </a:p>
          <a:p>
            <a:pPr marL="358920" indent="-358920">
              <a:lnSpc>
                <a:spcPct val="10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a:p>
            <a:pPr marL="358920" indent="-358920" algn="just">
              <a:lnSpc>
                <a:spcPct val="150000"/>
              </a:lnSpc>
              <a:spcBef>
                <a:spcPts val="850"/>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p:txBody>
      </p:sp>
      <p:sp>
        <p:nvSpPr>
          <p:cNvPr id="129" name=""/>
          <p:cNvSpPr/>
          <p:nvPr/>
        </p:nvSpPr>
        <p:spPr>
          <a:xfrm>
            <a:off x="189000" y="1752480"/>
            <a:ext cx="4457520" cy="4948200"/>
          </a:xfrm>
          <a:custGeom>
            <a:avLst/>
            <a:gdLst>
              <a:gd name="textAreaLeft" fmla="*/ 217440 w 4457520"/>
              <a:gd name="textAreaRight" fmla="*/ 4240080 w 4457520"/>
              <a:gd name="textAreaTop" fmla="*/ 217440 h 4948200"/>
              <a:gd name="textAreaBottom" fmla="*/ 4730760 h 4948200"/>
            </a:gdLst>
            <a:ahLst/>
            <a:cxnLst/>
            <a:rect l="textAreaLeft" t="textAreaTop" r="textAreaRight" b="textAreaBottom"/>
            <a:pathLst>
              <a:path w="21600" h="23978">
                <a:moveTo>
                  <a:pt x="3600" y="0"/>
                </a:moveTo>
                <a:arcTo wR="3600" hR="3600" stAng="16200000" swAng="-5400000"/>
                <a:lnTo>
                  <a:pt x="0" y="20378"/>
                </a:lnTo>
                <a:arcTo wR="3600" hR="3600" stAng="10800000" swAng="-5400000"/>
                <a:lnTo>
                  <a:pt x="18000" y="23978"/>
                </a:lnTo>
                <a:arcTo wR="3600" hR="3600" stAng="5400000" swAng="-5400000"/>
                <a:lnTo>
                  <a:pt x="21600" y="3600"/>
                </a:lnTo>
                <a:arcTo wR="3600" hR="3600" stAng="0" swAng="-5400000"/>
                <a:close/>
              </a:path>
            </a:pathLst>
          </a:custGeom>
          <a:solidFill>
            <a:srgbClr val="000099"/>
          </a:solidFill>
          <a:ln w="9360">
            <a:solidFill>
              <a:srgbClr val="ffffff"/>
            </a:solidFill>
            <a:miter/>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2800" strike="noStrike" u="none">
                <a:solidFill>
                  <a:srgbClr val="ffffff"/>
                </a:solidFill>
                <a:effectLst/>
                <a:uFillTx/>
                <a:latin typeface="Times New Roman"/>
                <a:ea typeface="Times New Roman"/>
              </a:rPr>
              <a:t>- Kiểm tra </a:t>
            </a:r>
            <a:r>
              <a:rPr b="0" lang="en-US" sz="2800" strike="noStrike" u="none">
                <a:solidFill>
                  <a:srgbClr val="ffffff"/>
                </a:solidFill>
                <a:effectLst/>
                <a:uFillTx/>
                <a:latin typeface="Times New Roman"/>
                <a:ea typeface="Times New Roman"/>
              </a:rPr>
              <a:t>H</a:t>
            </a:r>
            <a:r>
              <a:rPr b="0" lang="vi-VN" sz="2800" strike="noStrike" u="none">
                <a:solidFill>
                  <a:srgbClr val="ffffff"/>
                </a:solidFill>
                <a:effectLst/>
                <a:uFillTx/>
                <a:latin typeface="Times New Roman"/>
                <a:ea typeface="Times New Roman"/>
              </a:rPr>
              <a:t> trước khi nhận; lựa chọn</a:t>
            </a:r>
            <a:r>
              <a:rPr b="0" lang="en-US" sz="2800" strike="noStrike" u="none">
                <a:solidFill>
                  <a:srgbClr val="ffffff"/>
                </a:solidFill>
                <a:effectLst/>
                <a:uFillTx/>
                <a:latin typeface="Times New Roman"/>
                <a:ea typeface="Times New Roman"/>
              </a:rPr>
              <a:t> H</a:t>
            </a:r>
            <a:r>
              <a:rPr b="0" lang="vi-VN" sz="2800" strike="noStrike" u="none">
                <a:solidFill>
                  <a:srgbClr val="ffffff"/>
                </a:solidFill>
                <a:effectLst/>
                <a:uFillTx/>
                <a:latin typeface="Times New Roman"/>
                <a:ea typeface="Times New Roman"/>
              </a:rPr>
              <a:t>, dịch vụ có nguồn gốc, xuất xứ rõ ràng, không làm tổn hại đến môi trường, không gây nguy hại đến tính mạng, sức khỏe của mình và của người khác; thực hiện chính xác, đầy đủ hướng dẫn sử dụng hàng hóa, dịch </a:t>
            </a:r>
            <a:endParaRPr b="0" lang="en-US" sz="2800" strike="noStrike" u="none">
              <a:solidFill>
                <a:srgbClr val="ffffff"/>
              </a:solidFill>
              <a:effectLst/>
              <a:uFillTx/>
              <a:latin typeface="VNI-Times"/>
            </a:endParaRPr>
          </a:p>
        </p:txBody>
      </p:sp>
      <p:sp>
        <p:nvSpPr>
          <p:cNvPr id="130" name=""/>
          <p:cNvSpPr/>
          <p:nvPr/>
        </p:nvSpPr>
        <p:spPr>
          <a:xfrm>
            <a:off x="-225360" y="2362320"/>
            <a:ext cx="221760" cy="292320"/>
          </a:xfrm>
          <a:prstGeom prst="rect">
            <a:avLst/>
          </a:prstGeom>
          <a:noFill/>
          <a:ln w="0">
            <a:noFill/>
          </a:ln>
        </p:spPr>
        <p:style>
          <a:lnRef idx="0"/>
          <a:fillRef idx="0"/>
          <a:effectRef idx="0"/>
          <a:fontRef idx="minor"/>
        </p:style>
        <p:txBody>
          <a:bodyPr wrap="none" lIns="90000" rIns="90000" tIns="46800" bIns="46800" anchor="ctr">
            <a:spAutoFit/>
          </a:bodyPr>
          <a:p>
            <a:pPr algn="just">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i="1" lang="en-US" sz="1300" strike="noStrike" u="none">
                <a:solidFill>
                  <a:srgbClr val="ffffff"/>
                </a:solidFill>
                <a:effectLst/>
                <a:uFillTx/>
                <a:latin typeface="Times New Roman"/>
                <a:ea typeface="Times New Roman"/>
              </a:rPr>
              <a:t>.</a:t>
            </a:r>
            <a:endParaRPr b="0" lang="en-US" sz="1300" strike="noStrike" u="none">
              <a:solidFill>
                <a:srgbClr val="ffffff"/>
              </a:solidFill>
              <a:effectLst/>
              <a:uFillTx/>
              <a:latin typeface="VNI-Times"/>
            </a:endParaRPr>
          </a:p>
        </p:txBody>
      </p:sp>
      <p:sp>
        <p:nvSpPr>
          <p:cNvPr id="131" name=""/>
          <p:cNvSpPr/>
          <p:nvPr/>
        </p:nvSpPr>
        <p:spPr>
          <a:xfrm>
            <a:off x="228600" y="0"/>
            <a:ext cx="9677520" cy="914400"/>
          </a:xfrm>
          <a:prstGeom prst="rect">
            <a:avLst/>
          </a:pr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4800" strike="noStrike" u="none">
                <a:solidFill>
                  <a:srgbClr val="ffff00"/>
                </a:solidFill>
                <a:effectLst/>
                <a:uFillTx/>
                <a:latin typeface="Times New Roman"/>
                <a:ea typeface="Times New Roman"/>
              </a:rPr>
              <a:t> </a:t>
            </a:r>
            <a:r>
              <a:rPr b="1" lang="vi-VN" sz="4000" strike="noStrike" u="none">
                <a:solidFill>
                  <a:srgbClr val="ffffff"/>
                </a:solidFill>
                <a:effectLst/>
                <a:uFillTx/>
                <a:latin typeface="Times New Roman"/>
                <a:ea typeface="Times New Roman"/>
              </a:rPr>
              <a:t>2.2. Nghĩa vụ của người tiêu dùng (điều 9)</a:t>
            </a:r>
            <a:endParaRPr b="0" lang="en-US" sz="4000" strike="noStrike" u="none">
              <a:solidFill>
                <a:srgbClr val="ffffff"/>
              </a:solidFill>
              <a:effectLst/>
              <a:uFillTx/>
              <a:latin typeface="VNI-Times"/>
            </a:endParaRPr>
          </a:p>
        </p:txBody>
      </p:sp>
      <p:cxnSp>
        <p:nvCxnSpPr>
          <p:cNvPr id="132" name=""/>
          <p:cNvCxnSpPr>
            <a:stCxn id="131" idx="2"/>
            <a:endCxn id="129" idx="0"/>
          </p:cNvCxnSpPr>
          <p:nvPr/>
        </p:nvCxnSpPr>
        <p:spPr>
          <a:xfrm flipH="1">
            <a:off x="2417400" y="914400"/>
            <a:ext cx="2650320" cy="838800"/>
          </a:xfrm>
          <a:prstGeom prst="straightConnector1">
            <a:avLst/>
          </a:prstGeom>
          <a:ln w="38160">
            <a:solidFill>
              <a:srgbClr val="ffffff"/>
            </a:solidFill>
            <a:miter/>
            <a:tailEnd len="med" type="arrow" w="med"/>
          </a:ln>
        </p:spPr>
      </p:cxnSp>
      <p:sp>
        <p:nvSpPr>
          <p:cNvPr id="133" name=""/>
          <p:cNvSpPr/>
          <p:nvPr/>
        </p:nvSpPr>
        <p:spPr>
          <a:xfrm>
            <a:off x="5067360" y="1752480"/>
            <a:ext cx="4343400" cy="4948200"/>
          </a:xfrm>
          <a:custGeom>
            <a:avLst/>
            <a:gdLst>
              <a:gd name="textAreaLeft" fmla="*/ 212040 w 4343400"/>
              <a:gd name="textAreaRight" fmla="*/ 4131360 w 4343400"/>
              <a:gd name="textAreaTop" fmla="*/ 212040 h 4948200"/>
              <a:gd name="textAreaBottom" fmla="*/ 4736160 h 4948200"/>
            </a:gdLst>
            <a:ahLst/>
            <a:cxnLst/>
            <a:rect l="textAreaLeft" t="textAreaTop" r="textAreaRight" b="textAreaBottom"/>
            <a:pathLst>
              <a:path w="21600" h="24607">
                <a:moveTo>
                  <a:pt x="3600" y="0"/>
                </a:moveTo>
                <a:arcTo wR="3600" hR="3600" stAng="16200000" swAng="-5400000"/>
                <a:lnTo>
                  <a:pt x="0" y="21007"/>
                </a:lnTo>
                <a:arcTo wR="3600" hR="3600" stAng="10800000" swAng="-5400000"/>
                <a:lnTo>
                  <a:pt x="18000" y="24607"/>
                </a:lnTo>
                <a:arcTo wR="3600" hR="3600" stAng="5400000" swAng="-5400000"/>
                <a:lnTo>
                  <a:pt x="21600" y="3600"/>
                </a:lnTo>
                <a:arcTo wR="3600" hR="3600" stAng="0" swAng="-5400000"/>
                <a:close/>
              </a:path>
            </a:pathLst>
          </a:custGeom>
          <a:solidFill>
            <a:srgbClr val="7b46d0"/>
          </a:solidFill>
          <a:ln w="38160">
            <a:solidFill>
              <a:srgbClr val="ffffff"/>
            </a:solidFill>
            <a:miter/>
          </a:ln>
          <a:effectLst>
            <a:outerShdw dist="20160" dir="5400000" blurRad="0" rotWithShape="0">
              <a:srgbClr val="000000">
                <a:alpha val="38000"/>
              </a:srgbClr>
            </a:outerShdw>
          </a:effectLst>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2800" strike="noStrike" u="none">
                <a:solidFill>
                  <a:srgbClr val="ffffff"/>
                </a:solidFill>
                <a:effectLst/>
                <a:uFillTx/>
                <a:latin typeface="Times New Roman"/>
                <a:ea typeface="Times New Roman"/>
              </a:rPr>
              <a:t>- Thông tin cho cơ quan nhà nước, tổ chức, cá nhân có liên quan khi phát hiện hàng hóa, dịch vụ lưu hành trên thị trường không bảo đảm an toàn, gây thiệt hại hoặc đe dọa gây thiệt hại đến tính mạng, sức khỏe, tài sản của người tiêu dùng; </a:t>
            </a:r>
            <a:endParaRPr b="0" lang="en-US" sz="2800" strike="noStrike" u="none">
              <a:solidFill>
                <a:srgbClr val="ffffff"/>
              </a:solidFill>
              <a:effectLst/>
              <a:uFillTx/>
              <a:latin typeface="VNI-Times"/>
            </a:endParaRPr>
          </a:p>
        </p:txBody>
      </p:sp>
      <p:cxnSp>
        <p:nvCxnSpPr>
          <p:cNvPr id="134" name=""/>
          <p:cNvCxnSpPr>
            <a:stCxn id="131" idx="2"/>
            <a:endCxn id="133" idx="0"/>
          </p:cNvCxnSpPr>
          <p:nvPr/>
        </p:nvCxnSpPr>
        <p:spPr>
          <a:xfrm>
            <a:off x="5067360" y="914400"/>
            <a:ext cx="2171880" cy="838800"/>
          </a:xfrm>
          <a:prstGeom prst="straightConnector1">
            <a:avLst/>
          </a:prstGeom>
          <a:ln w="38160">
            <a:solidFill>
              <a:srgbClr val="ffffff"/>
            </a:solidFill>
            <a:miter/>
            <a:tailEnd len="med" type="arrow" w="med"/>
          </a:ln>
        </p:spPr>
      </p:cxnSp>
    </p:spTree>
  </p:cSld>
  <p:timing>
    <p:tnLst>
      <p:par>
        <p:cTn id="339" dur="indefinite" restart="never" nodeType="tmRoot">
          <p:childTnLst>
            <p:seq>
              <p:cTn id="340" dur="indefinite" nodeType="mainSeq">
                <p:childTnLst>
                  <p:par>
                    <p:cTn id="341" dur="indefinite" nodeType="clickEffect" fill="hold">
                      <p:stCondLst>
                        <p:cond delay="indefinite"/>
                      </p:stCondLst>
                      <p:childTnLst>
                        <p:par>
                          <p:cTn id="342" dur="indefinite" nodeType="withEffect" fill="hold">
                            <p:stCondLst>
                              <p:cond delay="0"/>
                            </p:stCondLst>
                            <p:childTnLst>
                              <p:par>
                                <p:cTn id="343" dur="indefinite" nodeType="clickEffect" fill="hold" presetClass="entr" presetID="1">
                                  <p:stCondLst>
                                    <p:cond delay="0"/>
                                  </p:stCondLst>
                                  <p:childTnLst>
                                    <p:set>
                                      <p:cBhvr>
                                        <p:cTn id="344" dur="1" fill="hold">
                                          <p:stCondLst>
                                            <p:cond delay="0"/>
                                          </p:stCondLst>
                                        </p:cTn>
                                        <p:tgtEl>
                                          <p:spTgt spid="131"/>
                                        </p:tgtEl>
                                        <p:attrNameLst>
                                          <p:attrName>style.visibility</p:attrName>
                                        </p:attrNameLst>
                                      </p:cBhvr>
                                      <p:to>
                                        <p:strVal val="visible"/>
                                      </p:to>
                                    </p:set>
                                  </p:childTnLst>
                                </p:cTn>
                              </p:par>
                            </p:childTnLst>
                          </p:cTn>
                        </p:par>
                      </p:childTnLst>
                    </p:cTn>
                  </p:par>
                  <p:par>
                    <p:cTn id="345" dur="indefinite" nodeType="clickEffect" fill="hold">
                      <p:stCondLst>
                        <p:cond delay="indefinite"/>
                      </p:stCondLst>
                      <p:childTnLst>
                        <p:par>
                          <p:cTn id="346" dur="indefinite" nodeType="withEffect" fill="hold">
                            <p:stCondLst>
                              <p:cond delay="0"/>
                            </p:stCondLst>
                            <p:childTnLst>
                              <p:par>
                                <p:cTn id="347" dur="indefinite" nodeType="clickEffect" fill="hold" presetClass="entr" presetID="4" presetSubtype="16">
                                  <p:stCondLst>
                                    <p:cond delay="0"/>
                                  </p:stCondLst>
                                  <p:childTnLst>
                                    <p:set>
                                      <p:cBhvr>
                                        <p:cTn id="348" dur="1" fill="hold">
                                          <p:stCondLst>
                                            <p:cond delay="0"/>
                                          </p:stCondLst>
                                        </p:cTn>
                                        <p:tgtEl>
                                          <p:spTgt spid="132"/>
                                        </p:tgtEl>
                                        <p:attrNameLst>
                                          <p:attrName>style.visibility</p:attrName>
                                        </p:attrNameLst>
                                      </p:cBhvr>
                                      <p:to>
                                        <p:strVal val="visible"/>
                                      </p:to>
                                    </p:set>
                                    <p:animEffect filter="box(in)" transition="in">
                                      <p:cBhvr additive="repl">
                                        <p:cTn id="349" dur="500"/>
                                        <p:tgtEl>
                                          <p:spTgt spid="132"/>
                                        </p:tgtEl>
                                      </p:cBhvr>
                                    </p:animEffect>
                                  </p:childTnLst>
                                </p:cTn>
                              </p:par>
                              <p:par>
                                <p:cTn id="350" dur="indefinite" nodeType="withEffect" fill="hold" presetClass="entr" presetID="4" presetSubtype="16">
                                  <p:stCondLst>
                                    <p:cond delay="0"/>
                                  </p:stCondLst>
                                  <p:childTnLst>
                                    <p:set>
                                      <p:cBhvr>
                                        <p:cTn id="351" dur="1" fill="hold">
                                          <p:stCondLst>
                                            <p:cond delay="0"/>
                                          </p:stCondLst>
                                        </p:cTn>
                                        <p:tgtEl>
                                          <p:spTgt spid="129"/>
                                        </p:tgtEl>
                                        <p:attrNameLst>
                                          <p:attrName>style.visibility</p:attrName>
                                        </p:attrNameLst>
                                      </p:cBhvr>
                                      <p:to>
                                        <p:strVal val="visible"/>
                                      </p:to>
                                    </p:set>
                                    <p:animEffect filter="box(in)" transition="in">
                                      <p:cBhvr additive="repl">
                                        <p:cTn id="352" dur="500"/>
                                        <p:tgtEl>
                                          <p:spTgt spid="129"/>
                                        </p:tgtEl>
                                      </p:cBhvr>
                                    </p:animEffect>
                                  </p:childTnLst>
                                </p:cTn>
                              </p:par>
                            </p:childTnLst>
                          </p:cTn>
                        </p:par>
                      </p:childTnLst>
                    </p:cTn>
                  </p:par>
                  <p:par>
                    <p:cTn id="353" dur="indefinite" nodeType="clickEffect" fill="hold">
                      <p:stCondLst>
                        <p:cond delay="indefinite"/>
                      </p:stCondLst>
                      <p:childTnLst>
                        <p:par>
                          <p:cTn id="354" dur="indefinite" nodeType="withEffect" fill="hold">
                            <p:stCondLst>
                              <p:cond delay="0"/>
                            </p:stCondLst>
                            <p:childTnLst>
                              <p:par>
                                <p:cTn id="355" dur="indefinite" nodeType="clickEffect" fill="hold" presetClass="entr" presetID="4" presetSubtype="16">
                                  <p:stCondLst>
                                    <p:cond delay="0"/>
                                  </p:stCondLst>
                                  <p:childTnLst>
                                    <p:set>
                                      <p:cBhvr>
                                        <p:cTn id="356" dur="1" fill="hold">
                                          <p:stCondLst>
                                            <p:cond delay="0"/>
                                          </p:stCondLst>
                                        </p:cTn>
                                        <p:tgtEl>
                                          <p:spTgt spid="134"/>
                                        </p:tgtEl>
                                        <p:attrNameLst>
                                          <p:attrName>style.visibility</p:attrName>
                                        </p:attrNameLst>
                                      </p:cBhvr>
                                      <p:to>
                                        <p:strVal val="visible"/>
                                      </p:to>
                                    </p:set>
                                    <p:animEffect filter="box(in)" transition="in">
                                      <p:cBhvr additive="repl">
                                        <p:cTn id="357" dur="500"/>
                                        <p:tgtEl>
                                          <p:spTgt spid="134"/>
                                        </p:tgtEl>
                                      </p:cBhvr>
                                    </p:animEffect>
                                  </p:childTnLst>
                                </p:cTn>
                              </p:par>
                              <p:par>
                                <p:cTn id="358" dur="indefinite" nodeType="withEffect" fill="hold" presetClass="entr" presetID="4" presetSubtype="16">
                                  <p:stCondLst>
                                    <p:cond delay="0"/>
                                  </p:stCondLst>
                                  <p:childTnLst>
                                    <p:set>
                                      <p:cBhvr>
                                        <p:cTn id="359" dur="1" fill="hold">
                                          <p:stCondLst>
                                            <p:cond delay="0"/>
                                          </p:stCondLst>
                                        </p:cTn>
                                        <p:tgtEl>
                                          <p:spTgt spid="133"/>
                                        </p:tgtEl>
                                        <p:attrNameLst>
                                          <p:attrName>style.visibility</p:attrName>
                                        </p:attrNameLst>
                                      </p:cBhvr>
                                      <p:to>
                                        <p:strVal val="visible"/>
                                      </p:to>
                                    </p:set>
                                    <p:animEffect filter="box(in)" transition="in">
                                      <p:cBhvr additive="repl">
                                        <p:cTn id="360" dur="5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35"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8907FB78-EDB5-40DA-B05E-3FBA78AA3EA3}"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36" name=""/>
          <p:cNvSpPr/>
          <p:nvPr/>
        </p:nvSpPr>
        <p:spPr>
          <a:xfrm>
            <a:off x="228600" y="152280"/>
            <a:ext cx="9448920" cy="61722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137" name=""/>
          <p:cNvSpPr/>
          <p:nvPr/>
        </p:nvSpPr>
        <p:spPr>
          <a:xfrm>
            <a:off x="76320" y="131760"/>
            <a:ext cx="9753480" cy="2082960"/>
          </a:xfrm>
          <a:prstGeom prst="rect">
            <a:avLst/>
          </a:prstGeom>
          <a:solidFill>
            <a:srgbClr val="ff000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600" strike="noStrike" u="none">
                <a:solidFill>
                  <a:srgbClr val="ffffff"/>
                </a:solidFill>
                <a:effectLst/>
                <a:uFillTx/>
                <a:latin typeface="Times New Roman"/>
                <a:ea typeface="Times New Roman"/>
              </a:rPr>
              <a:t>3.  Trách nhiệm của tổ chức, cá nhân kinh doanh hàng hóa, dịch vụ trong việc cung cấp thông tin về hàng hóa, dịch vụ cho người tiêu dùng: </a:t>
            </a:r>
            <a:endParaRPr b="0" lang="en-US" sz="3600" strike="noStrike" u="none">
              <a:solidFill>
                <a:srgbClr val="ffffff"/>
              </a:solidFill>
              <a:effectLst/>
              <a:uFillTx/>
              <a:latin typeface="VNI-Times"/>
            </a:endParaRPr>
          </a:p>
        </p:txBody>
      </p:sp>
      <p:sp>
        <p:nvSpPr>
          <p:cNvPr id="138" name=""/>
          <p:cNvSpPr/>
          <p:nvPr/>
        </p:nvSpPr>
        <p:spPr>
          <a:xfrm>
            <a:off x="270000" y="2590920"/>
            <a:ext cx="9601200" cy="4109760"/>
          </a:xfrm>
          <a:prstGeom prst="rect">
            <a:avLst/>
          </a:prstGeom>
          <a:solidFill>
            <a:srgbClr val="000099"/>
          </a:solidFill>
          <a:ln w="25560">
            <a:solidFill>
              <a:srgbClr val="2349bc"/>
            </a:solidFill>
            <a:miter/>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vi-VN" sz="3200" strike="noStrike" u="none">
                <a:solidFill>
                  <a:srgbClr val="ffffff"/>
                </a:solidFill>
                <a:effectLst/>
                <a:uFillTx/>
                <a:latin typeface="Times New Roman"/>
                <a:ea typeface="Times New Roman"/>
              </a:rPr>
              <a:t>- Ghi nhãn hàng hóa theo quy định của pháp luật.</a:t>
            </a:r>
            <a:endParaRPr b="0" lang="en-US" sz="32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200" strike="noStrike" u="none">
                <a:solidFill>
                  <a:srgbClr val="ffffff"/>
                </a:solidFill>
                <a:effectLst/>
                <a:uFillTx/>
                <a:latin typeface="Times New Roman"/>
                <a:ea typeface="Times New Roman"/>
              </a:rPr>
              <a:t>	</a:t>
            </a:r>
            <a:r>
              <a:rPr b="0" lang="vi-VN" sz="3200" strike="noStrike" u="none">
                <a:solidFill>
                  <a:srgbClr val="ffffff"/>
                </a:solidFill>
                <a:effectLst/>
                <a:uFillTx/>
                <a:latin typeface="Times New Roman"/>
                <a:ea typeface="Times New Roman"/>
              </a:rPr>
              <a:t>- Niêm yết công khai giá hàng hóa, dịch vụ tại địa điểm kinh doanh, văn phòng dịch vụ.</a:t>
            </a:r>
            <a:endParaRPr b="0" lang="en-US" sz="32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200" strike="noStrike" u="none">
                <a:solidFill>
                  <a:srgbClr val="ffffff"/>
                </a:solidFill>
                <a:effectLst/>
                <a:uFillTx/>
                <a:latin typeface="Times New Roman"/>
                <a:ea typeface="Times New Roman"/>
              </a:rPr>
              <a:t>	</a:t>
            </a:r>
            <a:r>
              <a:rPr b="0" lang="vi-VN" sz="3200" strike="noStrike" u="none">
                <a:solidFill>
                  <a:srgbClr val="ffffff"/>
                </a:solidFill>
                <a:effectLst/>
                <a:uFillTx/>
                <a:latin typeface="Times New Roman"/>
                <a:ea typeface="Times New Roman"/>
              </a:rPr>
              <a:t>- Cảnh báo khả năng hàng hóa, dịch vụ có ảnh hưởng xấu đến sức khỏe, tính mạng, tài sản của người tiêu dùng và các biện pháp phòng ngừa.</a:t>
            </a:r>
            <a:endParaRPr b="0" lang="en-US" sz="32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200" strike="noStrike" u="none">
              <a:solidFill>
                <a:srgbClr val="ffffff"/>
              </a:solidFill>
              <a:effectLst/>
              <a:uFillTx/>
              <a:latin typeface="VNI-Times"/>
            </a:endParaRPr>
          </a:p>
        </p:txBody>
      </p:sp>
    </p:spTree>
  </p:cSld>
  <p:timing>
    <p:tnLst>
      <p:par>
        <p:cTn id="361" dur="indefinite" restart="never" nodeType="tmRoot">
          <p:childTnLst>
            <p:seq>
              <p:cTn id="362" dur="indefinite" nodeType="mainSeq">
                <p:childTnLst>
                  <p:par>
                    <p:cTn id="363" dur="indefinite" nodeType="clickEffect" fill="hold">
                      <p:stCondLst>
                        <p:cond delay="indefinite"/>
                      </p:stCondLst>
                      <p:childTnLst>
                        <p:par>
                          <p:cTn id="364" dur="indefinite" nodeType="withEffect" fill="hold">
                            <p:stCondLst>
                              <p:cond delay="0"/>
                            </p:stCondLst>
                            <p:childTnLst>
                              <p:par>
                                <p:cTn id="365" dur="indefinite" nodeType="clickEffect" fill="hold" presetClass="entr" presetID="31">
                                  <p:stCondLst>
                                    <p:cond delay="0"/>
                                  </p:stCondLst>
                                  <p:childTnLst>
                                    <p:set>
                                      <p:cBhvr>
                                        <p:cTn id="366" dur="1" fill="hold">
                                          <p:stCondLst>
                                            <p:cond delay="0"/>
                                          </p:stCondLst>
                                        </p:cTn>
                                        <p:tgtEl>
                                          <p:spTgt spid="137"/>
                                        </p:tgtEl>
                                        <p:attrNameLst>
                                          <p:attrName>style.visibility</p:attrName>
                                        </p:attrNameLst>
                                      </p:cBhvr>
                                      <p:to>
                                        <p:strVal val="visible"/>
                                      </p:to>
                                    </p:set>
                                    <p:anim calcmode="lin" valueType="num">
                                      <p:cBhvr additive="repl">
                                        <p:cTn id="367" dur="1000" fill="hold"/>
                                        <p:tgtEl>
                                          <p:spTgt spid="137"/>
                                        </p:tgtEl>
                                        <p:attrNameLst>
                                          <p:attrName>ppt_w</p:attrName>
                                        </p:attrNameLst>
                                      </p:cBhvr>
                                      <p:tavLst>
                                        <p:tav tm="0">
                                          <p:val>
                                            <p:fltVal val="0"/>
                                          </p:val>
                                        </p:tav>
                                        <p:tav tm="100000">
                                          <p:val>
                                            <p:strVal val="#ppt_w"/>
                                          </p:val>
                                        </p:tav>
                                      </p:tavLst>
                                    </p:anim>
                                    <p:anim calcmode="lin" valueType="num">
                                      <p:cBhvr additive="repl">
                                        <p:cTn id="368" dur="1000" fill="hold"/>
                                        <p:tgtEl>
                                          <p:spTgt spid="137"/>
                                        </p:tgtEl>
                                        <p:attrNameLst>
                                          <p:attrName>ppt_h</p:attrName>
                                        </p:attrNameLst>
                                      </p:cBhvr>
                                      <p:tavLst>
                                        <p:tav tm="0">
                                          <p:val>
                                            <p:fltVal val="0"/>
                                          </p:val>
                                        </p:tav>
                                        <p:tav tm="100000">
                                          <p:val>
                                            <p:strVal val="#ppt_h"/>
                                          </p:val>
                                        </p:tav>
                                      </p:tavLst>
                                    </p:anim>
                                    <p:anim calcmode="lin" valueType="num">
                                      <p:cBhvr additive="repl">
                                        <p:cTn id="369" dur="1000" fill="hold"/>
                                        <p:tgtEl>
                                          <p:spTgt spid="137"/>
                                        </p:tgtEl>
                                        <p:attrNameLst>
                                          <p:attrName>r</p:attrName>
                                        </p:attrNameLst>
                                      </p:cBhvr>
                                      <p:tavLst>
                                        <p:tav tm="0">
                                          <p:val>
                                            <p:strVal val="90"/>
                                          </p:val>
                                        </p:tav>
                                        <p:tav tm="100000">
                                          <p:val>
                                            <p:strVal val="0"/>
                                          </p:val>
                                        </p:tav>
                                      </p:tavLst>
                                    </p:anim>
                                    <p:animEffect filter="fade" transition="in">
                                      <p:cBhvr additive="repl">
                                        <p:cTn id="370" dur="1000"/>
                                        <p:tgtEl>
                                          <p:spTgt spid="137"/>
                                        </p:tgtEl>
                                      </p:cBhvr>
                                    </p:animEffect>
                                  </p:childTnLst>
                                </p:cTn>
                              </p:par>
                            </p:childTnLst>
                          </p:cTn>
                        </p:par>
                      </p:childTnLst>
                    </p:cTn>
                  </p:par>
                  <p:par>
                    <p:cTn id="371" dur="indefinite" nodeType="clickEffect" fill="hold">
                      <p:stCondLst>
                        <p:cond delay="indefinite"/>
                      </p:stCondLst>
                      <p:childTnLst>
                        <p:par>
                          <p:cTn id="372" dur="indefinite" nodeType="withEffect" fill="hold">
                            <p:stCondLst>
                              <p:cond delay="0"/>
                            </p:stCondLst>
                            <p:childTnLst>
                              <p:par>
                                <p:cTn id="373" dur="indefinite" nodeType="clickEffect" fill="hold" presetClass="entr" presetID="10">
                                  <p:stCondLst>
                                    <p:cond delay="0"/>
                                  </p:stCondLst>
                                  <p:childTnLst>
                                    <p:set>
                                      <p:cBhvr>
                                        <p:cTn id="374" dur="1" fill="hold">
                                          <p:stCondLst>
                                            <p:cond delay="0"/>
                                          </p:stCondLst>
                                        </p:cTn>
                                        <p:tgtEl>
                                          <p:spTgt spid="138">
                                            <p:txEl>
                                              <p:pRg st="0" end="0"/>
                                            </p:txEl>
                                          </p:spTgt>
                                        </p:tgtEl>
                                        <p:attrNameLst>
                                          <p:attrName>style.visibility</p:attrName>
                                        </p:attrNameLst>
                                      </p:cBhvr>
                                      <p:to>
                                        <p:strVal val="visible"/>
                                      </p:to>
                                    </p:set>
                                    <p:animEffect filter="fade" transition="in">
                                      <p:cBhvr additive="repl">
                                        <p:cTn id="375" dur="500"/>
                                        <p:tgtEl>
                                          <p:spTgt spid="138">
                                            <p:txEl>
                                              <p:pRg st="0" end="0"/>
                                            </p:txEl>
                                          </p:spTgt>
                                        </p:tgtEl>
                                      </p:cBhvr>
                                    </p:animEffect>
                                  </p:childTnLst>
                                </p:cTn>
                              </p:par>
                            </p:childTnLst>
                          </p:cTn>
                        </p:par>
                      </p:childTnLst>
                    </p:cTn>
                  </p:par>
                  <p:par>
                    <p:cTn id="376" dur="indefinite" nodeType="clickEffect" fill="hold">
                      <p:stCondLst>
                        <p:cond delay="indefinite"/>
                      </p:stCondLst>
                      <p:childTnLst>
                        <p:par>
                          <p:cTn id="377" dur="indefinite" nodeType="withEffect" fill="hold">
                            <p:stCondLst>
                              <p:cond delay="0"/>
                            </p:stCondLst>
                            <p:childTnLst>
                              <p:par>
                                <p:cTn id="378" dur="indefinite" nodeType="clickEffect" fill="hold" presetClass="entr" presetID="10">
                                  <p:stCondLst>
                                    <p:cond delay="0"/>
                                  </p:stCondLst>
                                  <p:childTnLst>
                                    <p:set>
                                      <p:cBhvr>
                                        <p:cTn id="379" dur="1" fill="hold">
                                          <p:stCondLst>
                                            <p:cond delay="0"/>
                                          </p:stCondLst>
                                        </p:cTn>
                                        <p:tgtEl>
                                          <p:spTgt spid="138">
                                            <p:txEl>
                                              <p:pRg st="1" end="1"/>
                                            </p:txEl>
                                          </p:spTgt>
                                        </p:tgtEl>
                                        <p:attrNameLst>
                                          <p:attrName>style.visibility</p:attrName>
                                        </p:attrNameLst>
                                      </p:cBhvr>
                                      <p:to>
                                        <p:strVal val="visible"/>
                                      </p:to>
                                    </p:set>
                                    <p:animEffect filter="fade" transition="in">
                                      <p:cBhvr additive="repl">
                                        <p:cTn id="380" dur="500"/>
                                        <p:tgtEl>
                                          <p:spTgt spid="138">
                                            <p:txEl>
                                              <p:pRg st="1" end="1"/>
                                            </p:txEl>
                                          </p:spTgt>
                                        </p:tgtEl>
                                      </p:cBhvr>
                                    </p:animEffect>
                                  </p:childTnLst>
                                </p:cTn>
                              </p:par>
                            </p:childTnLst>
                          </p:cTn>
                        </p:par>
                      </p:childTnLst>
                    </p:cTn>
                  </p:par>
                  <p:par>
                    <p:cTn id="381" dur="indefinite" nodeType="clickEffect" fill="hold">
                      <p:stCondLst>
                        <p:cond delay="indefinite"/>
                      </p:stCondLst>
                      <p:childTnLst>
                        <p:par>
                          <p:cTn id="382" dur="indefinite" nodeType="withEffect" fill="hold">
                            <p:stCondLst>
                              <p:cond delay="0"/>
                            </p:stCondLst>
                            <p:childTnLst>
                              <p:par>
                                <p:cTn id="383" dur="indefinite" nodeType="clickEffect" fill="hold" presetClass="entr" presetID="10">
                                  <p:stCondLst>
                                    <p:cond delay="0"/>
                                  </p:stCondLst>
                                  <p:childTnLst>
                                    <p:set>
                                      <p:cBhvr>
                                        <p:cTn id="384" dur="1" fill="hold">
                                          <p:stCondLst>
                                            <p:cond delay="0"/>
                                          </p:stCondLst>
                                        </p:cTn>
                                        <p:tgtEl>
                                          <p:spTgt spid="138">
                                            <p:txEl>
                                              <p:pRg st="2" end="2"/>
                                            </p:txEl>
                                          </p:spTgt>
                                        </p:tgtEl>
                                        <p:attrNameLst>
                                          <p:attrName>style.visibility</p:attrName>
                                        </p:attrNameLst>
                                      </p:cBhvr>
                                      <p:to>
                                        <p:strVal val="visible"/>
                                      </p:to>
                                    </p:set>
                                    <p:animEffect filter="fade" transition="in">
                                      <p:cBhvr additive="repl">
                                        <p:cTn id="385" dur="500"/>
                                        <p:tgtEl>
                                          <p:spTgt spid="13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39"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B7C81038-E44A-4EC7-8FBA-861B2EE003FB}"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40" name=""/>
          <p:cNvSpPr/>
          <p:nvPr/>
        </p:nvSpPr>
        <p:spPr>
          <a:xfrm>
            <a:off x="228600" y="152280"/>
            <a:ext cx="9448920" cy="617220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a:p>
            <a:pPr marL="358920" indent="-358920">
              <a:lnSpc>
                <a:spcPct val="100000"/>
              </a:lnSpc>
              <a:spcBef>
                <a:spcPts val="649"/>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400" strike="noStrike" u="none">
              <a:solidFill>
                <a:srgbClr val="ffffff"/>
              </a:solidFill>
              <a:effectLst/>
              <a:uFillTx/>
              <a:latin typeface="VNI-Times"/>
            </a:endParaRPr>
          </a:p>
        </p:txBody>
      </p:sp>
      <p:sp>
        <p:nvSpPr>
          <p:cNvPr id="141" name=""/>
          <p:cNvSpPr/>
          <p:nvPr/>
        </p:nvSpPr>
        <p:spPr>
          <a:xfrm>
            <a:off x="228600" y="131760"/>
            <a:ext cx="9601200" cy="2082960"/>
          </a:xfrm>
          <a:prstGeom prst="rect">
            <a:avLst/>
          </a:prstGeom>
          <a:solidFill>
            <a:srgbClr val="ff000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200" strike="noStrike" u="none">
                <a:solidFill>
                  <a:srgbClr val="ffffff"/>
                </a:solidFill>
                <a:effectLst/>
                <a:uFillTx/>
                <a:latin typeface="Times New Roman"/>
                <a:ea typeface="Times New Roman"/>
              </a:rPr>
              <a:t>3.  Trách nhiệm của tổ chức, cá nhân kinh doanh hàng hóa, dịch vụ trong việc cung cấp thông tin về hàng hóa, dịch vụ cho người tiêu dùng: </a:t>
            </a:r>
            <a:endParaRPr b="0" lang="en-US" sz="3200" strike="noStrike" u="none">
              <a:solidFill>
                <a:srgbClr val="ffffff"/>
              </a:solidFill>
              <a:effectLst/>
              <a:uFillTx/>
              <a:latin typeface="VNI-Times"/>
            </a:endParaRPr>
          </a:p>
        </p:txBody>
      </p:sp>
      <p:sp>
        <p:nvSpPr>
          <p:cNvPr id="142" name=""/>
          <p:cNvSpPr/>
          <p:nvPr/>
        </p:nvSpPr>
        <p:spPr>
          <a:xfrm>
            <a:off x="270000" y="2590920"/>
            <a:ext cx="9601200" cy="4109760"/>
          </a:xfrm>
          <a:prstGeom prst="rect">
            <a:avLst/>
          </a:prstGeom>
          <a:solidFill>
            <a:srgbClr val="000080"/>
          </a:solidFill>
          <a:ln w="25560">
            <a:solidFill>
              <a:srgbClr val="2349bc"/>
            </a:solidFill>
            <a:miter/>
          </a:ln>
        </p:spPr>
        <p:style>
          <a:lnRef idx="0"/>
          <a:fillRef idx="0"/>
          <a:effectRef idx="0"/>
          <a:fontRef idx="minor"/>
        </p:style>
        <p:txBody>
          <a:bodyPr lIns="90000" rIns="90000" tIns="46800" bIns="46800" anchor="t">
            <a:noAutofit/>
          </a:bodyPr>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vi-VN" sz="2800" strike="noStrike" u="none">
                <a:solidFill>
                  <a:srgbClr val="ffffff"/>
                </a:solidFill>
                <a:effectLst/>
                <a:uFillTx/>
                <a:latin typeface="Times New Roman"/>
                <a:ea typeface="Times New Roman"/>
              </a:rPr>
              <a:t>- Cung cấp thông tin về khả năng cung ứng linh kiện, phụ kiện thay thế của hàng hóa.</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vi-VN" sz="2800" strike="noStrike" u="none">
                <a:solidFill>
                  <a:srgbClr val="ffffff"/>
                </a:solidFill>
                <a:effectLst/>
                <a:uFillTx/>
                <a:latin typeface="Times New Roman"/>
                <a:ea typeface="Times New Roman"/>
              </a:rPr>
              <a:t>- Cung cấp hướng dẫn sử dụng; điều kiện, thời hạn, địa điểm, thủ tục bảo hành trong trường hợp hàng hóa, dịch vụ có bảo hành.</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vi-VN" sz="2800" strike="noStrike" u="none">
                <a:solidFill>
                  <a:srgbClr val="ffffff"/>
                </a:solidFill>
                <a:effectLst/>
                <a:uFillTx/>
                <a:latin typeface="Times New Roman"/>
                <a:ea typeface="Times New Roman"/>
              </a:rPr>
              <a:t>- Thông báo chính xác, đầy đủ cho người tiêu dùng về hợp đồng theo mẫu, điều kiện giao dịch chung trước khi giao dịch.</a:t>
            </a:r>
            <a:endParaRPr b="0" lang="en-US" sz="2800" strike="noStrike" u="none">
              <a:solidFill>
                <a:srgbClr val="ffffff"/>
              </a:solidFill>
              <a:effectLst/>
              <a:uFillTx/>
              <a:latin typeface="VNI-Times"/>
            </a:endParaRPr>
          </a:p>
          <a:p>
            <a:pP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2800" strike="noStrike" u="none">
              <a:solidFill>
                <a:srgbClr val="ffffff"/>
              </a:solidFill>
              <a:effectLst/>
              <a:uFillTx/>
              <a:latin typeface="VNI-Times"/>
            </a:endParaRPr>
          </a:p>
        </p:txBody>
      </p:sp>
    </p:spTree>
  </p:cSld>
  <p:timing>
    <p:tnLst>
      <p:par>
        <p:cTn id="386" dur="indefinite" restart="never" nodeType="tmRoot">
          <p:childTnLst>
            <p:seq>
              <p:cTn id="387" dur="indefinite" nodeType="mainSeq">
                <p:childTnLst>
                  <p:par>
                    <p:cTn id="388" dur="indefinite" nodeType="clickEffect" fill="hold">
                      <p:stCondLst>
                        <p:cond delay="indefinite"/>
                      </p:stCondLst>
                      <p:childTnLst>
                        <p:par>
                          <p:cTn id="389" dur="indefinite" nodeType="withEffect" fill="hold">
                            <p:stCondLst>
                              <p:cond delay="0"/>
                            </p:stCondLst>
                            <p:childTnLst>
                              <p:par>
                                <p:cTn id="390" dur="indefinite" nodeType="clickEffect" fill="hold" presetClass="entr" presetID="31">
                                  <p:stCondLst>
                                    <p:cond delay="0"/>
                                  </p:stCondLst>
                                  <p:childTnLst>
                                    <p:set>
                                      <p:cBhvr>
                                        <p:cTn id="391" dur="1" fill="hold">
                                          <p:stCondLst>
                                            <p:cond delay="0"/>
                                          </p:stCondLst>
                                        </p:cTn>
                                        <p:tgtEl>
                                          <p:spTgt spid="141"/>
                                        </p:tgtEl>
                                        <p:attrNameLst>
                                          <p:attrName>style.visibility</p:attrName>
                                        </p:attrNameLst>
                                      </p:cBhvr>
                                      <p:to>
                                        <p:strVal val="visible"/>
                                      </p:to>
                                    </p:set>
                                    <p:anim calcmode="lin" valueType="num">
                                      <p:cBhvr additive="repl">
                                        <p:cTn id="392" dur="1000" fill="hold"/>
                                        <p:tgtEl>
                                          <p:spTgt spid="141"/>
                                        </p:tgtEl>
                                        <p:attrNameLst>
                                          <p:attrName>ppt_w</p:attrName>
                                        </p:attrNameLst>
                                      </p:cBhvr>
                                      <p:tavLst>
                                        <p:tav tm="0">
                                          <p:val>
                                            <p:fltVal val="0"/>
                                          </p:val>
                                        </p:tav>
                                        <p:tav tm="100000">
                                          <p:val>
                                            <p:strVal val="#ppt_w"/>
                                          </p:val>
                                        </p:tav>
                                      </p:tavLst>
                                    </p:anim>
                                    <p:anim calcmode="lin" valueType="num">
                                      <p:cBhvr additive="repl">
                                        <p:cTn id="393" dur="1000" fill="hold"/>
                                        <p:tgtEl>
                                          <p:spTgt spid="141"/>
                                        </p:tgtEl>
                                        <p:attrNameLst>
                                          <p:attrName>ppt_h</p:attrName>
                                        </p:attrNameLst>
                                      </p:cBhvr>
                                      <p:tavLst>
                                        <p:tav tm="0">
                                          <p:val>
                                            <p:fltVal val="0"/>
                                          </p:val>
                                        </p:tav>
                                        <p:tav tm="100000">
                                          <p:val>
                                            <p:strVal val="#ppt_h"/>
                                          </p:val>
                                        </p:tav>
                                      </p:tavLst>
                                    </p:anim>
                                    <p:anim calcmode="lin" valueType="num">
                                      <p:cBhvr additive="repl">
                                        <p:cTn id="394" dur="1000" fill="hold"/>
                                        <p:tgtEl>
                                          <p:spTgt spid="141"/>
                                        </p:tgtEl>
                                        <p:attrNameLst>
                                          <p:attrName>r</p:attrName>
                                        </p:attrNameLst>
                                      </p:cBhvr>
                                      <p:tavLst>
                                        <p:tav tm="0">
                                          <p:val>
                                            <p:strVal val="90"/>
                                          </p:val>
                                        </p:tav>
                                        <p:tav tm="100000">
                                          <p:val>
                                            <p:strVal val="0"/>
                                          </p:val>
                                        </p:tav>
                                      </p:tavLst>
                                    </p:anim>
                                    <p:animEffect filter="fade" transition="in">
                                      <p:cBhvr additive="repl">
                                        <p:cTn id="395" dur="1000"/>
                                        <p:tgtEl>
                                          <p:spTgt spid="141"/>
                                        </p:tgtEl>
                                      </p:cBhvr>
                                    </p:animEffect>
                                  </p:childTnLst>
                                </p:cTn>
                              </p:par>
                            </p:childTnLst>
                          </p:cTn>
                        </p:par>
                      </p:childTnLst>
                    </p:cTn>
                  </p:par>
                  <p:par>
                    <p:cTn id="396" dur="indefinite" nodeType="clickEffect" fill="hold">
                      <p:stCondLst>
                        <p:cond delay="indefinite"/>
                      </p:stCondLst>
                      <p:childTnLst>
                        <p:par>
                          <p:cTn id="397" dur="indefinite" nodeType="withEffect" fill="hold">
                            <p:stCondLst>
                              <p:cond delay="0"/>
                            </p:stCondLst>
                            <p:childTnLst>
                              <p:par>
                                <p:cTn id="398" dur="indefinite" nodeType="clickEffect" fill="hold" presetClass="entr" presetID="1">
                                  <p:stCondLst>
                                    <p:cond delay="0"/>
                                  </p:stCondLst>
                                  <p:childTnLst>
                                    <p:set>
                                      <p:cBhvr>
                                        <p:cTn id="399"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400" dur="indefinite" nodeType="clickEffect" fill="hold">
                      <p:stCondLst>
                        <p:cond delay="indefinite"/>
                      </p:stCondLst>
                      <p:childTnLst>
                        <p:par>
                          <p:cTn id="401" dur="indefinite" nodeType="withEffect" fill="hold">
                            <p:stCondLst>
                              <p:cond delay="0"/>
                            </p:stCondLst>
                            <p:childTnLst>
                              <p:par>
                                <p:cTn id="402" dur="indefinite" nodeType="clickEffect" fill="hold" presetClass="entr" presetID="1">
                                  <p:stCondLst>
                                    <p:cond delay="0"/>
                                  </p:stCondLst>
                                  <p:childTnLst>
                                    <p:set>
                                      <p:cBhvr>
                                        <p:cTn id="403"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404" dur="indefinite" nodeType="clickEffect" fill="hold">
                      <p:stCondLst>
                        <p:cond delay="indefinite"/>
                      </p:stCondLst>
                      <p:childTnLst>
                        <p:par>
                          <p:cTn id="405" dur="indefinite" nodeType="withEffect" fill="hold">
                            <p:stCondLst>
                              <p:cond delay="0"/>
                            </p:stCondLst>
                            <p:childTnLst>
                              <p:par>
                                <p:cTn id="406" dur="indefinite" nodeType="clickEffect" fill="hold" presetClass="entr" presetID="1">
                                  <p:stCondLst>
                                    <p:cond delay="0"/>
                                  </p:stCondLst>
                                  <p:childTnLst>
                                    <p:set>
                                      <p:cBhvr>
                                        <p:cTn id="407"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43" name=""/>
          <p:cNvSpPr/>
          <p:nvPr/>
        </p:nvSpPr>
        <p:spPr>
          <a:xfrm>
            <a:off x="495360" y="277920"/>
            <a:ext cx="8915400" cy="1143000"/>
          </a:xfrm>
          <a:prstGeom prst="rect">
            <a:avLst/>
          </a:prstGeom>
          <a:noFill/>
          <a:ln w="0">
            <a:noFill/>
          </a:ln>
        </p:spPr>
        <p:style>
          <a:lnRef idx="0"/>
          <a:fillRef idx="0"/>
          <a:effectRef idx="0"/>
          <a:fontRef idx="minor"/>
        </p:style>
        <p:txBody>
          <a:bodyPr lIns="95760" rIns="95760" tIns="47880" bIns="47880" anchor="ctr" anchorCtr="1">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600" strike="noStrike" u="none">
                <a:solidFill>
                  <a:srgbClr val="ffffff"/>
                </a:solidFill>
                <a:effectLst/>
                <a:uFillTx/>
                <a:latin typeface="Arial"/>
              </a:rPr>
              <a:t>Câu hỏi lượng giá:</a:t>
            </a:r>
            <a:endParaRPr b="0" lang="en-US" sz="3600" strike="noStrike" u="none">
              <a:solidFill>
                <a:srgbClr val="ffffff"/>
              </a:solidFill>
              <a:effectLst/>
              <a:uFillTx/>
              <a:latin typeface="VNI-Times"/>
            </a:endParaRPr>
          </a:p>
        </p:txBody>
      </p:sp>
      <p:sp>
        <p:nvSpPr>
          <p:cNvPr id="144" name=""/>
          <p:cNvSpPr/>
          <p:nvPr/>
        </p:nvSpPr>
        <p:spPr>
          <a:xfrm>
            <a:off x="495360" y="1143000"/>
            <a:ext cx="8915400" cy="498780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90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400" strike="noStrike" u="none">
                <a:solidFill>
                  <a:srgbClr val="ffffff"/>
                </a:solidFill>
                <a:effectLst/>
                <a:uFillTx/>
                <a:latin typeface="Times New Roman"/>
                <a:ea typeface="Times New Roman"/>
              </a:rPr>
              <a:t>1. Anh (chị) hãy trình bày quyền và nghĩa vụ của người tiêu dùng?</a:t>
            </a:r>
            <a:endParaRPr b="0" lang="en-US" sz="3400" strike="noStrike" u="none">
              <a:solidFill>
                <a:srgbClr val="ffffff"/>
              </a:solidFill>
              <a:effectLst/>
              <a:uFillTx/>
              <a:latin typeface="VNI-Times"/>
            </a:endParaRPr>
          </a:p>
          <a:p>
            <a:pPr>
              <a:lnSpc>
                <a:spcPct val="100000"/>
              </a:lnSpc>
              <a:spcBef>
                <a:spcPts val="90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400" strike="noStrike" u="none">
                <a:solidFill>
                  <a:srgbClr val="ffffff"/>
                </a:solidFill>
                <a:effectLst/>
                <a:uFillTx/>
                <a:latin typeface="Times New Roman"/>
                <a:ea typeface="Times New Roman"/>
              </a:rPr>
              <a:t>2. Anh (chị) hãy trình bày trách nhiệm của tổ chức, cá nhân kinh doanh hàng hóa, dịch vụ trong việc cung cấp thông tin về hàng hóa, dịch vụ cho người tiêu dùng?</a:t>
            </a:r>
            <a:endParaRPr b="0" lang="en-US" sz="3400" strike="noStrike" u="none">
              <a:solidFill>
                <a:srgbClr val="ffffff"/>
              </a:solidFill>
              <a:effectLst/>
              <a:uFillTx/>
              <a:latin typeface="VNI-Times"/>
            </a:endParaRPr>
          </a:p>
          <a:p>
            <a:pPr>
              <a:lnSpc>
                <a:spcPct val="100000"/>
              </a:lnSpc>
              <a:spcBef>
                <a:spcPts val="90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400" strike="noStrike" u="none">
              <a:solidFill>
                <a:srgbClr val="ffffff"/>
              </a:solidFill>
              <a:effectLst/>
              <a:uFillTx/>
              <a:latin typeface="VNI-Times"/>
            </a:endParaRPr>
          </a:p>
        </p:txBody>
      </p:sp>
      <p:sp>
        <p:nvSpPr>
          <p:cNvPr id="145"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7638C9EA-8D0F-4FBB-8F2F-F0675679C76D}"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46" name=""/>
          <p:cNvSpPr/>
          <p:nvPr/>
        </p:nvSpPr>
        <p:spPr>
          <a:xfrm>
            <a:off x="495360" y="277920"/>
            <a:ext cx="8915400" cy="1143000"/>
          </a:xfrm>
          <a:prstGeom prst="rect">
            <a:avLst/>
          </a:prstGeom>
          <a:noFill/>
          <a:ln w="0">
            <a:noFill/>
          </a:ln>
        </p:spPr>
        <p:style>
          <a:lnRef idx="0"/>
          <a:fillRef idx="0"/>
          <a:effectRef idx="0"/>
          <a:fontRef idx="minor"/>
        </p:style>
        <p:txBody>
          <a:bodyPr lIns="95760" rIns="95760" tIns="47880" bIns="47880" anchor="ctr">
            <a:noAutofit/>
          </a:bodyPr>
          <a:p>
            <a:pPr algn="ctr">
              <a:lnSpc>
                <a:spcPct val="100000"/>
              </a:lnSpc>
              <a:spcBef>
                <a:spcPts val="51"/>
              </a:spcBef>
              <a:spcAft>
                <a:spcPts val="51"/>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4600" strike="noStrike" u="none">
                <a:solidFill>
                  <a:srgbClr val="ffffff"/>
                </a:solidFill>
                <a:effectLst/>
                <a:uFillTx/>
                <a:latin typeface="Arial"/>
              </a:rPr>
              <a:t>Xin trân trọng cảm ơn.</a:t>
            </a:r>
            <a:endParaRPr b="0" lang="en-US" sz="4600" strike="noStrike" u="none">
              <a:solidFill>
                <a:srgbClr val="ffffff"/>
              </a:solidFill>
              <a:effectLst/>
              <a:uFillTx/>
              <a:latin typeface="VNI-Times"/>
            </a:endParaRPr>
          </a:p>
        </p:txBody>
      </p:sp>
      <p:sp>
        <p:nvSpPr>
          <p:cNvPr id="147" name=""/>
          <p:cNvSpPr/>
          <p:nvPr/>
        </p:nvSpPr>
        <p:spPr>
          <a:xfrm>
            <a:off x="495360" y="1603440"/>
            <a:ext cx="8915400" cy="452736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48"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51"/>
              </a:spcBef>
              <a:spcAft>
                <a:spcPts val="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AD8C72E4-1C5C-44D8-B5F7-1EAA6CAA011D}"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pic>
        <p:nvPicPr>
          <p:cNvPr id="149" name="" descr=""/>
          <p:cNvPicPr/>
          <p:nvPr/>
        </p:nvPicPr>
        <p:blipFill>
          <a:blip r:embed="rId1"/>
          <a:stretch/>
        </p:blipFill>
        <p:spPr>
          <a:xfrm>
            <a:off x="380880" y="1409760"/>
            <a:ext cx="9068040" cy="4838760"/>
          </a:xfrm>
          <a:prstGeom prst="rect">
            <a:avLst/>
          </a:prstGeom>
          <a:noFill/>
          <a:ln w="0">
            <a:noFill/>
          </a:ln>
        </p:spPr>
      </p:pic>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8171</TotalTime>
  <Application>LibreOffice/25.2.2.2$Linux_X86_64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2006-04-17T17:41:59Z</dcterms:created>
  <dc:creator>Mr. Cao</dc:creator>
  <dc:description/>
  <dc:language>en-US</dc:language>
  <cp:lastModifiedBy/>
  <cp:lastPrinted>2006-04-21T08:53:36Z</cp:lastPrinted>
  <dcterms:modified xsi:type="dcterms:W3CDTF">2026-06-11T16:57:58Z</dcterms:modified>
  <cp:revision>867</cp:revision>
  <dc:subject/>
  <dc:title>hå chƯ minh anh hïng d©n téc – danh nh©n v¨n ho¸ thƠ giíi vµ t­ t­ëng gi¸o dôc cña ng­êi</dc:title>
</cp:coreProperties>
</file>