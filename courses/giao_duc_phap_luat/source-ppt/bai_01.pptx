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jpeg" ContentType="image/jpe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907588" cy="6858000"/>
  <p:notesSz cx="9896475" cy="6670675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1">
    <p:bg>
      <p:bgPr>
        <a:gradFill rotWithShape="0">
          <a:gsLst>
            <a:gs pos="0">
              <a:srgbClr val="000058"/>
            </a:gs>
            <a:gs pos="100000">
              <a:srgbClr val="000099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"/>
          <p:cNvGrpSpPr/>
          <p:nvPr/>
        </p:nvGrpSpPr>
        <p:grpSpPr>
          <a:xfrm>
            <a:off x="0" y="0"/>
            <a:ext cx="9896760" cy="6846840"/>
            <a:chOff x="0" y="0"/>
            <a:chExt cx="9896760" cy="6846840"/>
          </a:xfrm>
        </p:grpSpPr>
        <p:sp>
          <p:nvSpPr>
            <p:cNvPr id="1" name=""/>
            <p:cNvSpPr/>
            <p:nvPr/>
          </p:nvSpPr>
          <p:spPr>
            <a:xfrm>
              <a:off x="0" y="19080"/>
              <a:ext cx="9894960" cy="5186160"/>
            </a:xfrm>
            <a:custGeom>
              <a:avLst/>
              <a:gdLst>
                <a:gd name="GluePoint1X" fmla="*/ 3193 w 9894960"/>
                <a:gd name="GluePoint1Y" fmla="*/ 1816 h 5186160"/>
                <a:gd name="GluePoint2X" fmla="*/ 0 w 9894960"/>
                <a:gd name="GluePoint2Y" fmla="*/ 0 h 5186160"/>
                <a:gd name="GluePoint3X" fmla="*/ 0 w 9894960"/>
                <a:gd name="GluePoint3Y" fmla="*/ 522 h 5186160"/>
                <a:gd name="GluePoint4X" fmla="*/ 3037 w 9894960"/>
                <a:gd name="GluePoint4Y" fmla="*/ 1978 h 5186160"/>
                <a:gd name="GluePoint5X" fmla="*/ 5740 w 9894960"/>
                <a:gd name="GluePoint5Y" fmla="*/ 3273 h 5186160"/>
                <a:gd name="GluePoint6X" fmla="*/ 5740 w 9894960"/>
                <a:gd name="GluePoint6Y" fmla="*/ 3267 h 5186160"/>
                <a:gd name="GluePoint7X" fmla="*/ 3193 w 9894960"/>
                <a:gd name="GluePoint7Y" fmla="*/ 1816 h 5186160"/>
                <a:gd name="GluePoint8X" fmla="*/ 3193 w 9894960"/>
                <a:gd name="GluePoint8Y" fmla="*/ 1816 h 518616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</a:cxnLst>
              <a:rect l="l" t="t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rgbClr val="000051"/>
                </a:gs>
                <a:gs pos="100000">
                  <a:srgbClr val="000080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US" sz="1900" strike="noStrike" u="none">
                <a:solidFill>
                  <a:srgbClr val="ffffff"/>
                </a:solidFill>
                <a:effectLst/>
                <a:uFillTx/>
                <a:latin typeface="VNI-Times"/>
              </a:endParaRPr>
            </a:p>
          </p:txBody>
        </p:sp>
        <p:sp>
          <p:nvSpPr>
            <p:cNvPr id="2" name=""/>
            <p:cNvSpPr/>
            <p:nvPr/>
          </p:nvSpPr>
          <p:spPr>
            <a:xfrm>
              <a:off x="255600" y="0"/>
              <a:ext cx="9639360" cy="5138640"/>
            </a:xfrm>
            <a:custGeom>
              <a:avLst/>
              <a:gdLst>
                <a:gd name="GluePoint1X" fmla="*/ 3163 w 9639360"/>
                <a:gd name="GluePoint1Y" fmla="*/ 1714 h 5138640"/>
                <a:gd name="GluePoint2X" fmla="*/ 431 w 9639360"/>
                <a:gd name="GluePoint2Y" fmla="*/ 0 h 5138640"/>
                <a:gd name="GluePoint3X" fmla="*/ 0 w 9639360"/>
                <a:gd name="GluePoint3Y" fmla="*/ 0 h 5138640"/>
                <a:gd name="GluePoint4X" fmla="*/ 3086 w 9639360"/>
                <a:gd name="GluePoint4Y" fmla="*/ 1786 h 5138640"/>
                <a:gd name="GluePoint5X" fmla="*/ 5591 w 9639360"/>
                <a:gd name="GluePoint5Y" fmla="*/ 3243 h 5138640"/>
                <a:gd name="GluePoint6X" fmla="*/ 5591 w 9639360"/>
                <a:gd name="GluePoint6Y" fmla="*/ 3237 h 5138640"/>
                <a:gd name="GluePoint7X" fmla="*/ 3163 w 9639360"/>
                <a:gd name="GluePoint7Y" fmla="*/ 1714 h 5138640"/>
                <a:gd name="GluePoint8X" fmla="*/ 3163 w 9639360"/>
                <a:gd name="GluePoint8Y" fmla="*/ 1714 h 513864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</a:cxnLst>
              <a:rect l="l" t="t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rgbClr val="00005d"/>
                </a:gs>
                <a:gs pos="100000">
                  <a:srgbClr val="00009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US" sz="1900" strike="noStrike" u="none">
                <a:solidFill>
                  <a:srgbClr val="ffffff"/>
                </a:solidFill>
                <a:effectLst/>
                <a:uFillTx/>
                <a:latin typeface="VNI-Times"/>
              </a:endParaRPr>
            </a:p>
          </p:txBody>
        </p:sp>
        <p:sp>
          <p:nvSpPr>
            <p:cNvPr id="3" name=""/>
            <p:cNvSpPr/>
            <p:nvPr/>
          </p:nvSpPr>
          <p:spPr>
            <a:xfrm>
              <a:off x="0" y="5450040"/>
              <a:ext cx="6935760" cy="293400"/>
            </a:xfrm>
            <a:custGeom>
              <a:avLst/>
              <a:gdLst>
                <a:gd name="GluePoint1X" fmla="*/ 0 w 6935760"/>
                <a:gd name="GluePoint1Y" fmla="*/ 156 h 293400"/>
                <a:gd name="GluePoint2X" fmla="*/ 4042 w 6935760"/>
                <a:gd name="GluePoint2Y" fmla="*/ 192 h 293400"/>
                <a:gd name="GluePoint3X" fmla="*/ 4042 w 6935760"/>
                <a:gd name="GluePoint3Y" fmla="*/ 144 h 293400"/>
                <a:gd name="GluePoint4X" fmla="*/ 0 w 6935760"/>
                <a:gd name="GluePoint4Y" fmla="*/ 0 h 293400"/>
                <a:gd name="GluePoint5X" fmla="*/ 0 w 6935760"/>
                <a:gd name="GluePoint5Y" fmla="*/ 156 h 293400"/>
                <a:gd name="GluePoint6X" fmla="*/ 0 w 6935760"/>
                <a:gd name="GluePoint6Y" fmla="*/ 156 h 2934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l" t="t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rgbClr val="000061"/>
                </a:gs>
                <a:gs pos="100000">
                  <a:srgbClr val="000080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US" sz="1900" strike="noStrike" u="none">
                <a:solidFill>
                  <a:srgbClr val="ffffff"/>
                </a:solidFill>
                <a:effectLst/>
                <a:uFillTx/>
                <a:latin typeface="VNI-Times"/>
              </a:endParaRPr>
            </a:p>
          </p:txBody>
        </p:sp>
        <p:sp>
          <p:nvSpPr>
            <p:cNvPr id="4" name=""/>
            <p:cNvSpPr/>
            <p:nvPr/>
          </p:nvSpPr>
          <p:spPr>
            <a:xfrm>
              <a:off x="6943680" y="5678640"/>
              <a:ext cx="2948040" cy="93600"/>
            </a:xfrm>
            <a:custGeom>
              <a:avLst/>
              <a:gdLst>
                <a:gd name="GluePoint1X" fmla="*/ 1704 w 2948040"/>
                <a:gd name="GluePoint1Y" fmla="*/ 57 h 93600"/>
                <a:gd name="GluePoint2X" fmla="*/ 1704 w 2948040"/>
                <a:gd name="GluePoint2Y" fmla="*/ 51 h 93600"/>
                <a:gd name="GluePoint3X" fmla="*/ 0 w 2948040"/>
                <a:gd name="GluePoint3Y" fmla="*/ 0 h 93600"/>
                <a:gd name="GluePoint4X" fmla="*/ 0 w 2948040"/>
                <a:gd name="GluePoint4Y" fmla="*/ 39 h 93600"/>
                <a:gd name="GluePoint5X" fmla="*/ 1704 w 2948040"/>
                <a:gd name="GluePoint5Y" fmla="*/ 57 h 93600"/>
                <a:gd name="GluePoint6X" fmla="*/ 1704 w 2948040"/>
                <a:gd name="GluePoint6Y" fmla="*/ 57 h 93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l" t="t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rgbClr val="000080"/>
                </a:gs>
                <a:gs pos="100000">
                  <a:srgbClr val="000099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US" sz="1900" strike="noStrike" u="none">
                <a:solidFill>
                  <a:srgbClr val="ffffff"/>
                </a:solidFill>
                <a:effectLst/>
                <a:uFillTx/>
                <a:latin typeface="VNI-Times"/>
              </a:endParaRPr>
            </a:p>
          </p:txBody>
        </p:sp>
        <p:sp>
          <p:nvSpPr>
            <p:cNvPr id="5" name=""/>
            <p:cNvSpPr/>
            <p:nvPr/>
          </p:nvSpPr>
          <p:spPr>
            <a:xfrm>
              <a:off x="0" y="5915160"/>
              <a:ext cx="8220240" cy="512640"/>
            </a:xfrm>
            <a:custGeom>
              <a:avLst/>
              <a:gdLst>
                <a:gd name="GluePoint1X" fmla="*/ 0 w 8220240"/>
                <a:gd name="GluePoint1Y" fmla="*/ 329 h 512640"/>
                <a:gd name="GluePoint2X" fmla="*/ 4789 w 8220240"/>
                <a:gd name="GluePoint2Y" fmla="*/ 77 h 512640"/>
                <a:gd name="GluePoint3X" fmla="*/ 4789 w 8220240"/>
                <a:gd name="GluePoint3Y" fmla="*/ 0 h 512640"/>
                <a:gd name="GluePoint4X" fmla="*/ 0 w 8220240"/>
                <a:gd name="GluePoint4Y" fmla="*/ 107 h 512640"/>
                <a:gd name="GluePoint5X" fmla="*/ 0 w 8220240"/>
                <a:gd name="GluePoint5Y" fmla="*/ 329 h 512640"/>
                <a:gd name="GluePoint6X" fmla="*/ 0 w 8220240"/>
                <a:gd name="GluePoint6Y" fmla="*/ 329 h 51264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l" t="t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rgbClr val="00007d"/>
                </a:gs>
                <a:gs pos="100000">
                  <a:srgbClr val="000099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US" sz="1900" strike="noStrike" u="none">
                <a:solidFill>
                  <a:srgbClr val="ffffff"/>
                </a:solidFill>
                <a:effectLst/>
                <a:uFillTx/>
                <a:latin typeface="VNI-Times"/>
              </a:endParaRPr>
            </a:p>
          </p:txBody>
        </p:sp>
        <p:sp>
          <p:nvSpPr>
            <p:cNvPr id="6" name=""/>
            <p:cNvSpPr/>
            <p:nvPr/>
          </p:nvSpPr>
          <p:spPr>
            <a:xfrm>
              <a:off x="8229600" y="5877000"/>
              <a:ext cx="1665360" cy="150840"/>
            </a:xfrm>
            <a:custGeom>
              <a:avLst/>
              <a:gdLst>
                <a:gd name="GluePoint1X" fmla="*/ 966 w 1665360"/>
                <a:gd name="GluePoint1Y" fmla="*/ 48 h 150840"/>
                <a:gd name="GluePoint2X" fmla="*/ 966 w 1665360"/>
                <a:gd name="GluePoint2Y" fmla="*/ 0 h 150840"/>
                <a:gd name="GluePoint3X" fmla="*/ 0 w 1665360"/>
                <a:gd name="GluePoint3Y" fmla="*/ 24 h 150840"/>
                <a:gd name="GluePoint4X" fmla="*/ 0 w 1665360"/>
                <a:gd name="GluePoint4Y" fmla="*/ 101 h 150840"/>
                <a:gd name="GluePoint5X" fmla="*/ 966 w 1665360"/>
                <a:gd name="GluePoint5Y" fmla="*/ 48 h 150840"/>
                <a:gd name="GluePoint6X" fmla="*/ 966 w 1665360"/>
                <a:gd name="GluePoint6Y" fmla="*/ 48 h 15084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l" t="t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rgbClr val="0000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US" sz="1900" strike="noStrike" u="none">
                <a:solidFill>
                  <a:srgbClr val="ffffff"/>
                </a:solidFill>
                <a:effectLst/>
                <a:uFillTx/>
                <a:latin typeface="VNI-Times"/>
              </a:endParaRPr>
            </a:p>
          </p:txBody>
        </p:sp>
        <p:sp>
          <p:nvSpPr>
            <p:cNvPr id="7" name=""/>
            <p:cNvSpPr/>
            <p:nvPr/>
          </p:nvSpPr>
          <p:spPr>
            <a:xfrm>
              <a:off x="6226200" y="6056280"/>
              <a:ext cx="3668760" cy="304920"/>
            </a:xfrm>
            <a:custGeom>
              <a:avLst/>
              <a:gdLst>
                <a:gd name="GluePoint1X" fmla="*/ 2123 w 3668760"/>
                <a:gd name="GluePoint1Y" fmla="*/ 0 h 304920"/>
                <a:gd name="GluePoint2X" fmla="*/ 0 w 3668760"/>
                <a:gd name="GluePoint2Y" fmla="*/ 156 h 304920"/>
                <a:gd name="GluePoint3X" fmla="*/ 0 w 3668760"/>
                <a:gd name="GluePoint3Y" fmla="*/ 198 h 304920"/>
                <a:gd name="GluePoint4X" fmla="*/ 2123 w 3668760"/>
                <a:gd name="GluePoint4Y" fmla="*/ 0 h 304920"/>
                <a:gd name="GluePoint5X" fmla="*/ 2123 w 3668760"/>
                <a:gd name="GluePoint5Y" fmla="*/ 0 h 30492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l" t="t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rgbClr val="0000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US" sz="1900" strike="noStrike" u="none">
                <a:solidFill>
                  <a:srgbClr val="ffffff"/>
                </a:solidFill>
                <a:effectLst/>
                <a:uFillTx/>
                <a:latin typeface="VNI-Times"/>
              </a:endParaRPr>
            </a:p>
          </p:txBody>
        </p:sp>
        <p:sp>
          <p:nvSpPr>
            <p:cNvPr id="8" name=""/>
            <p:cNvSpPr/>
            <p:nvPr/>
          </p:nvSpPr>
          <p:spPr>
            <a:xfrm>
              <a:off x="0" y="6303960"/>
              <a:ext cx="6215040" cy="542880"/>
            </a:xfrm>
            <a:custGeom>
              <a:avLst/>
              <a:gdLst>
                <a:gd name="GluePoint1X" fmla="*/ 0 w 6215040"/>
                <a:gd name="GluePoint1Y" fmla="*/ 348 h 542880"/>
                <a:gd name="GluePoint2X" fmla="*/ 311 w 6215040"/>
                <a:gd name="GluePoint2Y" fmla="*/ 348 h 542880"/>
                <a:gd name="GluePoint3X" fmla="*/ 3623 w 6215040"/>
                <a:gd name="GluePoint3Y" fmla="*/ 42 h 542880"/>
                <a:gd name="GluePoint4X" fmla="*/ 3623 w 6215040"/>
                <a:gd name="GluePoint4Y" fmla="*/ 0 h 542880"/>
                <a:gd name="GluePoint5X" fmla="*/ 0 w 6215040"/>
                <a:gd name="GluePoint5Y" fmla="*/ 264 h 542880"/>
                <a:gd name="GluePoint6X" fmla="*/ 0 w 6215040"/>
                <a:gd name="GluePoint6Y" fmla="*/ 348 h 542880"/>
                <a:gd name="GluePoint7X" fmla="*/ 0 w 6215040"/>
                <a:gd name="GluePoint7Y" fmla="*/ 348 h 54288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l" t="t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rgbClr val="00006f"/>
                </a:gs>
                <a:gs pos="100000">
                  <a:srgbClr val="000099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US" sz="1900" strike="noStrike" u="none">
                <a:solidFill>
                  <a:srgbClr val="ffffff"/>
                </a:solidFill>
                <a:effectLst/>
                <a:uFillTx/>
                <a:latin typeface="VNI-Times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606840" y="6418440"/>
              <a:ext cx="4313160" cy="428400"/>
            </a:xfrm>
            <a:custGeom>
              <a:avLst/>
              <a:gdLst>
                <a:gd name="GluePoint1X" fmla="*/ 2155 w 4313160"/>
                <a:gd name="GluePoint1Y" fmla="*/ 276 h 428400"/>
                <a:gd name="GluePoint2X" fmla="*/ 2490 w 4313160"/>
                <a:gd name="GluePoint2Y" fmla="*/ 204 h 428400"/>
                <a:gd name="GluePoint3X" fmla="*/ 2233 w 4313160"/>
                <a:gd name="GluePoint3Y" fmla="*/ 0 h 428400"/>
                <a:gd name="GluePoint4X" fmla="*/ 0 w 4313160"/>
                <a:gd name="GluePoint4Y" fmla="*/ 276 h 428400"/>
                <a:gd name="GluePoint5X" fmla="*/ 2155 w 4313160"/>
                <a:gd name="GluePoint5Y" fmla="*/ 276 h 428400"/>
                <a:gd name="GluePoint6X" fmla="*/ 2155 w 4313160"/>
                <a:gd name="GluePoint6Y" fmla="*/ 276 h 4284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l" t="t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rgbClr val="0000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US" sz="1900" strike="noStrike" u="none">
                <a:solidFill>
                  <a:srgbClr val="ffffff"/>
                </a:solidFill>
                <a:effectLst/>
                <a:uFillTx/>
                <a:latin typeface="VNI-Times"/>
              </a:endParaRPr>
            </a:p>
          </p:txBody>
        </p:sp>
        <p:sp>
          <p:nvSpPr>
            <p:cNvPr id="10" name=""/>
            <p:cNvSpPr/>
            <p:nvPr/>
          </p:nvSpPr>
          <p:spPr>
            <a:xfrm>
              <a:off x="7489800" y="6141960"/>
              <a:ext cx="2405160" cy="590760"/>
            </a:xfrm>
            <a:custGeom>
              <a:avLst/>
              <a:gdLst>
                <a:gd name="GluePoint1X" fmla="*/ 1405 w 2405160"/>
                <a:gd name="GluePoint1Y" fmla="*/ 126 h 590760"/>
                <a:gd name="GluePoint2X" fmla="*/ 1405 w 2405160"/>
                <a:gd name="GluePoint2Y" fmla="*/ 0 h 590760"/>
                <a:gd name="GluePoint3X" fmla="*/ 0 w 2405160"/>
                <a:gd name="GluePoint3Y" fmla="*/ 174 h 590760"/>
                <a:gd name="GluePoint4X" fmla="*/ 257 w 2405160"/>
                <a:gd name="GluePoint4Y" fmla="*/ 378 h 590760"/>
                <a:gd name="GluePoint5X" fmla="*/ 1405 w 2405160"/>
                <a:gd name="GluePoint5Y" fmla="*/ 126 h 590760"/>
                <a:gd name="GluePoint6X" fmla="*/ 1405 w 2405160"/>
                <a:gd name="GluePoint6Y" fmla="*/ 126 h 59076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l" t="t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8089c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US" sz="1900" strike="noStrike" u="none">
                <a:solidFill>
                  <a:srgbClr val="ffffff"/>
                </a:solidFill>
                <a:effectLst/>
                <a:uFillTx/>
                <a:latin typeface="VNI-Times"/>
              </a:endParaRPr>
            </a:p>
          </p:txBody>
        </p:sp>
        <p:sp>
          <p:nvSpPr>
            <p:cNvPr id="11" name=""/>
            <p:cNvSpPr/>
            <p:nvPr/>
          </p:nvSpPr>
          <p:spPr>
            <a:xfrm>
              <a:off x="8651880" y="5002200"/>
              <a:ext cx="1241280" cy="371520"/>
            </a:xfrm>
            <a:custGeom>
              <a:avLst/>
              <a:gdLst>
                <a:gd name="GluePoint1X" fmla="*/ 720 w 1241280"/>
                <a:gd name="GluePoint1Y" fmla="*/ 240 h 371520"/>
                <a:gd name="GluePoint2X" fmla="*/ 0 w 1241280"/>
                <a:gd name="GluePoint2Y" fmla="*/ 0 h 371520"/>
                <a:gd name="GluePoint3X" fmla="*/ 0 w 1241280"/>
                <a:gd name="GluePoint3Y" fmla="*/ 6 h 371520"/>
                <a:gd name="GluePoint4X" fmla="*/ 720 w 1241280"/>
                <a:gd name="GluePoint4Y" fmla="*/ 240 h 371520"/>
                <a:gd name="GluePoint5X" fmla="*/ 720 w 1241280"/>
                <a:gd name="GluePoint5Y" fmla="*/ 240 h 37152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l" t="t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rgbClr val="0000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US" sz="1900" strike="noStrike" u="none">
                <a:solidFill>
                  <a:srgbClr val="ffffff"/>
                </a:solidFill>
                <a:effectLst/>
                <a:uFillTx/>
                <a:latin typeface="VNI-Times"/>
              </a:endParaRPr>
            </a:p>
          </p:txBody>
        </p:sp>
        <p:sp>
          <p:nvSpPr>
            <p:cNvPr id="12" name=""/>
            <p:cNvSpPr/>
            <p:nvPr/>
          </p:nvSpPr>
          <p:spPr>
            <a:xfrm>
              <a:off x="0" y="2359080"/>
              <a:ext cx="8642520" cy="2643120"/>
            </a:xfrm>
            <a:custGeom>
              <a:avLst/>
              <a:gdLst>
                <a:gd name="GluePoint1X" fmla="*/ 0 w 8642520"/>
                <a:gd name="GluePoint1Y" fmla="*/ 72 h 2643120"/>
                <a:gd name="GluePoint2X" fmla="*/ 5035 w 8642520"/>
                <a:gd name="GluePoint2Y" fmla="*/ 1672 h 2643120"/>
                <a:gd name="GluePoint3X" fmla="*/ 5035 w 8642520"/>
                <a:gd name="GluePoint3Y" fmla="*/ 1666 h 2643120"/>
                <a:gd name="GluePoint4X" fmla="*/ 0 w 8642520"/>
                <a:gd name="GluePoint4Y" fmla="*/ 0 h 2643120"/>
                <a:gd name="GluePoint5X" fmla="*/ 0 w 8642520"/>
                <a:gd name="GluePoint5Y" fmla="*/ 72 h 2643120"/>
                <a:gd name="GluePoint6X" fmla="*/ 0 w 8642520"/>
                <a:gd name="GluePoint6Y" fmla="*/ 72 h 264312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l" t="t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rgbClr val="000053"/>
                </a:gs>
                <a:gs pos="100000">
                  <a:srgbClr val="00009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US" sz="1900" strike="noStrike" u="none">
                <a:solidFill>
                  <a:srgbClr val="ffffff"/>
                </a:solidFill>
                <a:effectLst/>
                <a:uFillTx/>
                <a:latin typeface="VNI-Times"/>
              </a:endParaRPr>
            </a:p>
          </p:txBody>
        </p:sp>
        <p:sp>
          <p:nvSpPr>
            <p:cNvPr id="13" name=""/>
            <p:cNvSpPr/>
            <p:nvPr/>
          </p:nvSpPr>
          <p:spPr>
            <a:xfrm>
              <a:off x="8651880" y="4840200"/>
              <a:ext cx="1241280" cy="495360"/>
            </a:xfrm>
            <a:custGeom>
              <a:avLst/>
              <a:gdLst>
                <a:gd name="GluePoint1X" fmla="*/ 720 w 1241280"/>
                <a:gd name="GluePoint1Y" fmla="*/ 318 h 495360"/>
                <a:gd name="GluePoint2X" fmla="*/ 720 w 1241280"/>
                <a:gd name="GluePoint2Y" fmla="*/ 312 h 495360"/>
                <a:gd name="GluePoint3X" fmla="*/ 0 w 1241280"/>
                <a:gd name="GluePoint3Y" fmla="*/ 0 h 495360"/>
                <a:gd name="GluePoint4X" fmla="*/ 0 w 1241280"/>
                <a:gd name="GluePoint4Y" fmla="*/ 54 h 495360"/>
                <a:gd name="GluePoint5X" fmla="*/ 720 w 1241280"/>
                <a:gd name="GluePoint5Y" fmla="*/ 318 h 495360"/>
                <a:gd name="GluePoint6X" fmla="*/ 720 w 1241280"/>
                <a:gd name="GluePoint6Y" fmla="*/ 318 h 49536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l" t="t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rgbClr val="000080"/>
                </a:gs>
                <a:gs pos="100000">
                  <a:srgbClr val="000099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US" sz="1900" strike="noStrike" u="none">
                <a:solidFill>
                  <a:srgbClr val="ffffff"/>
                </a:solidFill>
                <a:effectLst/>
                <a:uFillTx/>
                <a:latin typeface="VNI-Times"/>
              </a:endParaRPr>
            </a:p>
          </p:txBody>
        </p:sp>
        <p:sp>
          <p:nvSpPr>
            <p:cNvPr id="14" name=""/>
            <p:cNvSpPr/>
            <p:nvPr/>
          </p:nvSpPr>
          <p:spPr>
            <a:xfrm>
              <a:off x="0" y="1454040"/>
              <a:ext cx="8642520" cy="3462480"/>
            </a:xfrm>
            <a:custGeom>
              <a:avLst/>
              <a:gdLst>
                <a:gd name="GluePoint1X" fmla="*/ 0 w 8642520"/>
                <a:gd name="GluePoint1Y" fmla="*/ 396 h 3462480"/>
                <a:gd name="GluePoint2X" fmla="*/ 5035 w 8642520"/>
                <a:gd name="GluePoint2Y" fmla="*/ 2188 h 3462480"/>
                <a:gd name="GluePoint3X" fmla="*/ 5035 w 8642520"/>
                <a:gd name="GluePoint3Y" fmla="*/ 2134 h 3462480"/>
                <a:gd name="GluePoint4X" fmla="*/ 0 w 8642520"/>
                <a:gd name="GluePoint4Y" fmla="*/ 0 h 3462480"/>
                <a:gd name="GluePoint5X" fmla="*/ 0 w 8642520"/>
                <a:gd name="GluePoint5Y" fmla="*/ 396 h 3462480"/>
                <a:gd name="GluePoint6X" fmla="*/ 0 w 8642520"/>
                <a:gd name="GluePoint6Y" fmla="*/ 396 h 346248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l" t="t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rgbClr val="000055"/>
                </a:gs>
                <a:gs pos="100000">
                  <a:srgbClr val="000080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US" sz="1900" strike="noStrike" u="none">
                <a:solidFill>
                  <a:srgbClr val="ffffff"/>
                </a:solidFill>
                <a:effectLst/>
                <a:uFillTx/>
                <a:latin typeface="VNI-Times"/>
              </a:endParaRPr>
            </a:p>
          </p:txBody>
        </p:sp>
        <p:sp>
          <p:nvSpPr>
            <p:cNvPr id="15" name=""/>
            <p:cNvSpPr/>
            <p:nvPr/>
          </p:nvSpPr>
          <p:spPr>
            <a:xfrm>
              <a:off x="3944880" y="0"/>
              <a:ext cx="5424480" cy="4316400"/>
            </a:xfrm>
            <a:custGeom>
              <a:avLst/>
              <a:gdLst>
                <a:gd name="GluePoint1X" fmla="*/ 0 w 5424480"/>
                <a:gd name="GluePoint1Y" fmla="*/ 0 h 4316400"/>
                <a:gd name="GluePoint2X" fmla="*/ 3145 w 5424480"/>
                <a:gd name="GluePoint2Y" fmla="*/ 2727 h 4316400"/>
                <a:gd name="GluePoint3X" fmla="*/ 3163 w 5424480"/>
                <a:gd name="GluePoint3Y" fmla="*/ 2704 h 4316400"/>
                <a:gd name="GluePoint4X" fmla="*/ 102 w 5424480"/>
                <a:gd name="GluePoint4Y" fmla="*/ 0 h 4316400"/>
                <a:gd name="GluePoint5X" fmla="*/ 0 w 5424480"/>
                <a:gd name="GluePoint5Y" fmla="*/ 0 h 4316400"/>
                <a:gd name="GluePoint6X" fmla="*/ 0 w 5424480"/>
                <a:gd name="GluePoint6Y" fmla="*/ 0 h 43164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l" t="t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6b"/>
                </a:gs>
                <a:gs pos="100000">
                  <a:srgbClr val="00009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US" sz="1900" strike="noStrike" u="none">
                <a:solidFill>
                  <a:srgbClr val="ffffff"/>
                </a:solidFill>
                <a:effectLst/>
                <a:uFillTx/>
                <a:latin typeface="VNI-Times"/>
              </a:endParaRPr>
            </a:p>
          </p:txBody>
        </p:sp>
        <p:sp>
          <p:nvSpPr>
            <p:cNvPr id="16" name=""/>
            <p:cNvSpPr/>
            <p:nvPr/>
          </p:nvSpPr>
          <p:spPr>
            <a:xfrm>
              <a:off x="9348840" y="4289400"/>
              <a:ext cx="546120" cy="465120"/>
            </a:xfrm>
            <a:custGeom>
              <a:avLst/>
              <a:gdLst>
                <a:gd name="GluePoint1X" fmla="*/ 323 w 546120"/>
                <a:gd name="GluePoint1Y" fmla="*/ 299 h 465120"/>
                <a:gd name="GluePoint2X" fmla="*/ 323 w 546120"/>
                <a:gd name="GluePoint2Y" fmla="*/ 263 h 465120"/>
                <a:gd name="GluePoint3X" fmla="*/ 18 w 546120"/>
                <a:gd name="GluePoint3Y" fmla="*/ 0 h 465120"/>
                <a:gd name="GluePoint4X" fmla="*/ 0 w 546120"/>
                <a:gd name="GluePoint4Y" fmla="*/ 23 h 465120"/>
                <a:gd name="GluePoint5X" fmla="*/ 323 w 546120"/>
                <a:gd name="GluePoint5Y" fmla="*/ 299 h 465120"/>
                <a:gd name="GluePoint6X" fmla="*/ 323 w 546120"/>
                <a:gd name="GluePoint6Y" fmla="*/ 299 h 46512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l" t="t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f0f9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US" sz="1900" strike="noStrike" u="none">
                <a:solidFill>
                  <a:srgbClr val="ffffff"/>
                </a:solidFill>
                <a:effectLst/>
                <a:uFillTx/>
                <a:latin typeface="VNI-Times"/>
              </a:endParaRPr>
            </a:p>
          </p:txBody>
        </p:sp>
        <p:sp>
          <p:nvSpPr>
            <p:cNvPr id="17" name=""/>
            <p:cNvSpPr/>
            <p:nvPr/>
          </p:nvSpPr>
          <p:spPr>
            <a:xfrm>
              <a:off x="9420120" y="4108320"/>
              <a:ext cx="474840" cy="522360"/>
            </a:xfrm>
            <a:custGeom>
              <a:avLst/>
              <a:gdLst>
                <a:gd name="GluePoint1X" fmla="*/ 290 w 474840"/>
                <a:gd name="GluePoint1Y" fmla="*/ 335 h 522360"/>
                <a:gd name="GluePoint2X" fmla="*/ 290 w 474840"/>
                <a:gd name="GluePoint2Y" fmla="*/ 173 h 522360"/>
                <a:gd name="GluePoint3X" fmla="*/ 96 w 474840"/>
                <a:gd name="GluePoint3Y" fmla="*/ 0 h 522360"/>
                <a:gd name="GluePoint4X" fmla="*/ 0 w 474840"/>
                <a:gd name="GluePoint4Y" fmla="*/ 90 h 522360"/>
                <a:gd name="GluePoint5X" fmla="*/ 290 w 474840"/>
                <a:gd name="GluePoint5Y" fmla="*/ 335 h 522360"/>
                <a:gd name="GluePoint6X" fmla="*/ 290 w 474840"/>
                <a:gd name="GluePoint6Y" fmla="*/ 335 h 52236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l" t="t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rgbClr val="0000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US" sz="1900" strike="noStrike" u="none">
                <a:solidFill>
                  <a:srgbClr val="ffffff"/>
                </a:solidFill>
                <a:effectLst/>
                <a:uFillTx/>
                <a:latin typeface="VNI-Times"/>
              </a:endParaRPr>
            </a:p>
          </p:txBody>
        </p:sp>
        <p:sp>
          <p:nvSpPr>
            <p:cNvPr id="18" name=""/>
            <p:cNvSpPr/>
            <p:nvPr/>
          </p:nvSpPr>
          <p:spPr>
            <a:xfrm>
              <a:off x="4219560" y="0"/>
              <a:ext cx="5346720" cy="4241880"/>
            </a:xfrm>
            <a:custGeom>
              <a:avLst/>
              <a:gdLst>
                <a:gd name="GluePoint1X" fmla="*/ 0 w 5346720"/>
                <a:gd name="GluePoint1Y" fmla="*/ 0 h 4241880"/>
                <a:gd name="GluePoint2X" fmla="*/ 3026 w 5346720"/>
                <a:gd name="GluePoint2Y" fmla="*/ 2680 h 4241880"/>
                <a:gd name="GluePoint3X" fmla="*/ 3122 w 5346720"/>
                <a:gd name="GluePoint3Y" fmla="*/ 2590 h 4241880"/>
                <a:gd name="GluePoint4X" fmla="*/ 383 w 5346720"/>
                <a:gd name="GluePoint4Y" fmla="*/ 0 h 4241880"/>
                <a:gd name="GluePoint5X" fmla="*/ 0 w 5346720"/>
                <a:gd name="GluePoint5Y" fmla="*/ 0 h 4241880"/>
                <a:gd name="GluePoint6X" fmla="*/ 0 w 5346720"/>
                <a:gd name="GluePoint6Y" fmla="*/ 0 h 424188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l" t="t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47"/>
                </a:gs>
                <a:gs pos="100000">
                  <a:srgbClr val="00009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US" sz="1900" strike="noStrike" u="none">
                <a:solidFill>
                  <a:srgbClr val="ffffff"/>
                </a:solidFill>
                <a:effectLst/>
                <a:uFillTx/>
                <a:latin typeface="VNI-Times"/>
              </a:endParaRPr>
            </a:p>
          </p:txBody>
        </p:sp>
        <p:sp>
          <p:nvSpPr>
            <p:cNvPr id="19" name=""/>
            <p:cNvSpPr/>
            <p:nvPr/>
          </p:nvSpPr>
          <p:spPr>
            <a:xfrm>
              <a:off x="9677520" y="4022640"/>
              <a:ext cx="217440" cy="200160"/>
            </a:xfrm>
            <a:custGeom>
              <a:avLst/>
              <a:gdLst>
                <a:gd name="GluePoint1X" fmla="*/ 132 w 217440"/>
                <a:gd name="GluePoint1Y" fmla="*/ 132 h 200160"/>
                <a:gd name="GluePoint2X" fmla="*/ 0 w 217440"/>
                <a:gd name="GluePoint2Y" fmla="*/ 0 h 200160"/>
                <a:gd name="GluePoint3X" fmla="*/ 0 w 217440"/>
                <a:gd name="GluePoint3Y" fmla="*/ 0 h 200160"/>
                <a:gd name="GluePoint4X" fmla="*/ 132 w 217440"/>
                <a:gd name="GluePoint4Y" fmla="*/ 132 h 200160"/>
                <a:gd name="GluePoint5X" fmla="*/ 132 w 217440"/>
                <a:gd name="GluePoint5Y" fmla="*/ 132 h 20016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l" t="t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US" sz="1900" strike="noStrike" u="none">
                <a:solidFill>
                  <a:srgbClr val="ffffff"/>
                </a:solidFill>
                <a:effectLst/>
                <a:uFillTx/>
                <a:latin typeface="VNI-Times"/>
              </a:endParaRPr>
            </a:p>
          </p:txBody>
        </p:sp>
        <p:sp>
          <p:nvSpPr>
            <p:cNvPr id="20" name=""/>
            <p:cNvSpPr/>
            <p:nvPr/>
          </p:nvSpPr>
          <p:spPr>
            <a:xfrm>
              <a:off x="5351400" y="0"/>
              <a:ext cx="4313160" cy="4013280"/>
            </a:xfrm>
            <a:custGeom>
              <a:avLst/>
              <a:gdLst>
                <a:gd name="GluePoint1X" fmla="*/ 0 w 4313160"/>
                <a:gd name="GluePoint1Y" fmla="*/ 0 h 4013280"/>
                <a:gd name="GluePoint2X" fmla="*/ 2517 w 4313160"/>
                <a:gd name="GluePoint2Y" fmla="*/ 2536 h 4013280"/>
                <a:gd name="GluePoint3X" fmla="*/ 2517 w 4313160"/>
                <a:gd name="GluePoint3Y" fmla="*/ 2536 h 4013280"/>
                <a:gd name="GluePoint4X" fmla="*/ 66 w 4313160"/>
                <a:gd name="GluePoint4Y" fmla="*/ 0 h 4013280"/>
                <a:gd name="GluePoint5X" fmla="*/ 0 w 4313160"/>
                <a:gd name="GluePoint5Y" fmla="*/ 0 h 4013280"/>
                <a:gd name="GluePoint6X" fmla="*/ 0 w 4313160"/>
                <a:gd name="GluePoint6Y" fmla="*/ 0 h 401328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l" t="t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4f"/>
                </a:gs>
                <a:gs pos="100000">
                  <a:srgbClr val="00009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US" sz="1900" strike="noStrike" u="none">
                <a:solidFill>
                  <a:srgbClr val="ffffff"/>
                </a:solidFill>
                <a:effectLst/>
                <a:uFillTx/>
                <a:latin typeface="VNI-Times"/>
              </a:endParaRPr>
            </a:p>
          </p:txBody>
        </p:sp>
        <p:sp>
          <p:nvSpPr>
            <p:cNvPr id="21" name=""/>
            <p:cNvSpPr/>
            <p:nvPr/>
          </p:nvSpPr>
          <p:spPr>
            <a:xfrm>
              <a:off x="5997600" y="0"/>
              <a:ext cx="3770280" cy="3927600"/>
            </a:xfrm>
            <a:custGeom>
              <a:avLst/>
              <a:gdLst>
                <a:gd name="GluePoint1X" fmla="*/ 0 w 3770280"/>
                <a:gd name="GluePoint1Y" fmla="*/ 0 h 3927600"/>
                <a:gd name="GluePoint2X" fmla="*/ 2188 w 3770280"/>
                <a:gd name="GluePoint2Y" fmla="*/ 2482 h 3927600"/>
                <a:gd name="GluePoint3X" fmla="*/ 2200 w 3770280"/>
                <a:gd name="GluePoint3Y" fmla="*/ 2476 h 3927600"/>
                <a:gd name="GluePoint4X" fmla="*/ 317 w 3770280"/>
                <a:gd name="GluePoint4Y" fmla="*/ 0 h 3927600"/>
                <a:gd name="GluePoint5X" fmla="*/ 0 w 3770280"/>
                <a:gd name="GluePoint5Y" fmla="*/ 0 h 3927600"/>
                <a:gd name="GluePoint6X" fmla="*/ 0 w 3770280"/>
                <a:gd name="GluePoint6Y" fmla="*/ 0 h 3927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l" t="t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65"/>
                </a:gs>
                <a:gs pos="100000">
                  <a:srgbClr val="00008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US" sz="1900" strike="noStrike" u="none">
                <a:solidFill>
                  <a:srgbClr val="ffffff"/>
                </a:solidFill>
                <a:effectLst/>
                <a:uFillTx/>
                <a:latin typeface="VNI-Times"/>
              </a:endParaRPr>
            </a:p>
          </p:txBody>
        </p:sp>
        <p:sp>
          <p:nvSpPr>
            <p:cNvPr id="22" name=""/>
            <p:cNvSpPr/>
            <p:nvPr/>
          </p:nvSpPr>
          <p:spPr>
            <a:xfrm>
              <a:off x="9759960" y="3927600"/>
              <a:ext cx="135000" cy="142920"/>
            </a:xfrm>
            <a:custGeom>
              <a:avLst/>
              <a:gdLst>
                <a:gd name="GluePoint1X" fmla="*/ 84 w 135000"/>
                <a:gd name="GluePoint1Y" fmla="*/ 96 h 142920"/>
                <a:gd name="GluePoint2X" fmla="*/ 84 w 135000"/>
                <a:gd name="GluePoint2Y" fmla="*/ 90 h 142920"/>
                <a:gd name="GluePoint3X" fmla="*/ 12 w 135000"/>
                <a:gd name="GluePoint3Y" fmla="*/ 0 h 142920"/>
                <a:gd name="GluePoint4X" fmla="*/ 0 w 135000"/>
                <a:gd name="GluePoint4Y" fmla="*/ 6 h 142920"/>
                <a:gd name="GluePoint5X" fmla="*/ 84 w 135000"/>
                <a:gd name="GluePoint5Y" fmla="*/ 96 h 142920"/>
                <a:gd name="GluePoint6X" fmla="*/ 84 w 135000"/>
                <a:gd name="GluePoint6Y" fmla="*/ 96 h 14292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l" t="t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1717a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US" sz="1900" strike="noStrike" u="none">
                <a:solidFill>
                  <a:srgbClr val="ffffff"/>
                </a:solidFill>
                <a:effectLst/>
                <a:uFillTx/>
                <a:latin typeface="VNI-Times"/>
              </a:endParaRPr>
            </a:p>
          </p:txBody>
        </p:sp>
        <p:sp>
          <p:nvSpPr>
            <p:cNvPr id="23" name=""/>
            <p:cNvSpPr/>
            <p:nvPr/>
          </p:nvSpPr>
          <p:spPr>
            <a:xfrm>
              <a:off x="9637560" y="1349280"/>
              <a:ext cx="257400" cy="809640"/>
            </a:xfrm>
            <a:custGeom>
              <a:avLst/>
              <a:gdLst>
                <a:gd name="GluePoint1X" fmla="*/ 155 w 257400"/>
                <a:gd name="GluePoint1Y" fmla="*/ 516 h 809640"/>
                <a:gd name="GluePoint2X" fmla="*/ 155 w 257400"/>
                <a:gd name="GluePoint2Y" fmla="*/ 204 h 809640"/>
                <a:gd name="GluePoint3X" fmla="*/ 77 w 257400"/>
                <a:gd name="GluePoint3Y" fmla="*/ 0 h 809640"/>
                <a:gd name="GluePoint4X" fmla="*/ 0 w 257400"/>
                <a:gd name="GluePoint4Y" fmla="*/ 192 h 809640"/>
                <a:gd name="GluePoint5X" fmla="*/ 155 w 257400"/>
                <a:gd name="GluePoint5Y" fmla="*/ 516 h 809640"/>
                <a:gd name="GluePoint6X" fmla="*/ 155 w 257400"/>
                <a:gd name="GluePoint6Y" fmla="*/ 516 h 80964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l" t="t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rgbClr val="0000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US" sz="1900" strike="noStrike" u="none">
                <a:solidFill>
                  <a:srgbClr val="ffffff"/>
                </a:solidFill>
                <a:effectLst/>
                <a:uFillTx/>
                <a:latin typeface="VNI-Times"/>
              </a:endParaRPr>
            </a:p>
          </p:txBody>
        </p:sp>
        <p:sp>
          <p:nvSpPr>
            <p:cNvPr id="24" name=""/>
            <p:cNvSpPr/>
            <p:nvPr/>
          </p:nvSpPr>
          <p:spPr>
            <a:xfrm>
              <a:off x="8783640" y="0"/>
              <a:ext cx="969840" cy="1644480"/>
            </a:xfrm>
            <a:custGeom>
              <a:avLst/>
              <a:gdLst>
                <a:gd name="GluePoint1X" fmla="*/ 0 w 969840"/>
                <a:gd name="GluePoint1Y" fmla="*/ 0 h 1644480"/>
                <a:gd name="GluePoint2X" fmla="*/ 497 w 969840"/>
                <a:gd name="GluePoint2Y" fmla="*/ 1043 h 1644480"/>
                <a:gd name="GluePoint3X" fmla="*/ 574 w 969840"/>
                <a:gd name="GluePoint3Y" fmla="*/ 851 h 1644480"/>
                <a:gd name="GluePoint4X" fmla="*/ 251 w 969840"/>
                <a:gd name="GluePoint4Y" fmla="*/ 0 h 1644480"/>
                <a:gd name="GluePoint5X" fmla="*/ 0 w 969840"/>
                <a:gd name="GluePoint5Y" fmla="*/ 0 h 1644480"/>
                <a:gd name="GluePoint6X" fmla="*/ 0 w 969840"/>
                <a:gd name="GluePoint6Y" fmla="*/ 0 h 164448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l" t="t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55"/>
                </a:gs>
                <a:gs pos="100000">
                  <a:srgbClr val="00008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US" sz="1900" strike="noStrike" u="none">
                <a:solidFill>
                  <a:srgbClr val="ffffff"/>
                </a:solidFill>
                <a:effectLst/>
                <a:uFillTx/>
                <a:latin typeface="VNI-Times"/>
              </a:endParaRPr>
            </a:p>
          </p:txBody>
        </p:sp>
        <p:sp>
          <p:nvSpPr>
            <p:cNvPr id="25" name=""/>
            <p:cNvSpPr/>
            <p:nvPr/>
          </p:nvSpPr>
          <p:spPr>
            <a:xfrm>
              <a:off x="9307440" y="0"/>
              <a:ext cx="576360" cy="1254240"/>
            </a:xfrm>
            <a:custGeom>
              <a:avLst/>
              <a:gdLst>
                <a:gd name="GluePoint1X" fmla="*/ 144 w 576360"/>
                <a:gd name="GluePoint1Y" fmla="*/ 0 h 1254240"/>
                <a:gd name="GluePoint2X" fmla="*/ 0 w 576360"/>
                <a:gd name="GluePoint2Y" fmla="*/ 0 h 1254240"/>
                <a:gd name="GluePoint3X" fmla="*/ 287 w 576360"/>
                <a:gd name="GluePoint3Y" fmla="*/ 797 h 1254240"/>
                <a:gd name="GluePoint4X" fmla="*/ 341 w 576360"/>
                <a:gd name="GluePoint4Y" fmla="*/ 653 h 1254240"/>
                <a:gd name="GluePoint5X" fmla="*/ 144 w 576360"/>
                <a:gd name="GluePoint5Y" fmla="*/ 0 h 1254240"/>
                <a:gd name="GluePoint6X" fmla="*/ 144 w 576360"/>
                <a:gd name="GluePoint6Y" fmla="*/ 0 h 125424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l" t="t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59"/>
                </a:gs>
                <a:gs pos="100000">
                  <a:srgbClr val="00008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US" sz="1900" strike="noStrike" u="none">
                <a:solidFill>
                  <a:srgbClr val="ffffff"/>
                </a:solidFill>
                <a:effectLst/>
                <a:uFillTx/>
                <a:latin typeface="VNI-Times"/>
              </a:endParaRPr>
            </a:p>
          </p:txBody>
        </p:sp>
        <p:sp>
          <p:nvSpPr>
            <p:cNvPr id="26" name=""/>
            <p:cNvSpPr/>
            <p:nvPr/>
          </p:nvSpPr>
          <p:spPr>
            <a:xfrm>
              <a:off x="9801360" y="1036800"/>
              <a:ext cx="93600" cy="484200"/>
            </a:xfrm>
            <a:custGeom>
              <a:avLst/>
              <a:gdLst>
                <a:gd name="GluePoint1X" fmla="*/ 0 w 93600"/>
                <a:gd name="GluePoint1Y" fmla="*/ 144 h 484200"/>
                <a:gd name="GluePoint2X" fmla="*/ 60 w 93600"/>
                <a:gd name="GluePoint2Y" fmla="*/ 303 h 484200"/>
                <a:gd name="GluePoint3X" fmla="*/ 60 w 93600"/>
                <a:gd name="GluePoint3Y" fmla="*/ 6 h 484200"/>
                <a:gd name="GluePoint4X" fmla="*/ 54 w 93600"/>
                <a:gd name="GluePoint4Y" fmla="*/ 0 h 484200"/>
                <a:gd name="GluePoint5X" fmla="*/ 0 w 93600"/>
                <a:gd name="GluePoint5Y" fmla="*/ 144 h 484200"/>
                <a:gd name="GluePoint6X" fmla="*/ 0 w 93600"/>
                <a:gd name="GluePoint6Y" fmla="*/ 144 h 4842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l" t="t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rgbClr val="0000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US" sz="1900" strike="noStrike" u="none">
                <a:solidFill>
                  <a:srgbClr val="ffffff"/>
                </a:solidFill>
                <a:effectLst/>
                <a:uFillTx/>
                <a:latin typeface="VNI-Times"/>
              </a:endParaRPr>
            </a:p>
          </p:txBody>
        </p:sp>
        <p:sp>
          <p:nvSpPr>
            <p:cNvPr id="27" name=""/>
            <p:cNvSpPr/>
            <p:nvPr/>
          </p:nvSpPr>
          <p:spPr>
            <a:xfrm>
              <a:off x="3240" y="2541600"/>
              <a:ext cx="9887040" cy="2949480"/>
            </a:xfrm>
            <a:custGeom>
              <a:avLst/>
              <a:gdLst>
                <a:gd name="GluePoint1X" fmla="*/ 0 w 9887040"/>
                <a:gd name="GluePoint1Y" fmla="*/ 371 h 2949480"/>
                <a:gd name="GluePoint2X" fmla="*/ 5740 w 9887040"/>
                <a:gd name="GluePoint2Y" fmla="*/ 1864 h 2949480"/>
                <a:gd name="GluePoint3X" fmla="*/ 5740 w 9887040"/>
                <a:gd name="GluePoint3Y" fmla="*/ 1834 h 2949480"/>
                <a:gd name="GluePoint4X" fmla="*/ 0 w 9887040"/>
                <a:gd name="GluePoint4Y" fmla="*/ 0 h 2949480"/>
                <a:gd name="GluePoint5X" fmla="*/ 0 w 9887040"/>
                <a:gd name="GluePoint5Y" fmla="*/ 371 h 2949480"/>
                <a:gd name="GluePoint6X" fmla="*/ 0 w 9887040"/>
                <a:gd name="GluePoint6Y" fmla="*/ 371 h 294948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l" t="t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rgbClr val="000061"/>
                </a:gs>
                <a:gs pos="100000">
                  <a:srgbClr val="00009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US" sz="1900" strike="noStrike" u="none">
                <a:solidFill>
                  <a:srgbClr val="ffffff"/>
                </a:solidFill>
                <a:effectLst/>
                <a:uFillTx/>
                <a:latin typeface="VNI-Times"/>
              </a:endParaRPr>
            </a:p>
          </p:txBody>
        </p:sp>
        <p:sp>
          <p:nvSpPr>
            <p:cNvPr id="28" name=""/>
            <p:cNvSpPr/>
            <p:nvPr/>
          </p:nvSpPr>
          <p:spPr>
            <a:xfrm>
              <a:off x="9896400" y="5529240"/>
              <a:ext cx="360" cy="360"/>
            </a:xfrm>
            <a:custGeom>
              <a:avLst/>
              <a:gdLst>
                <a:gd name="GluePoint1X" fmla="*/ 6 w 360"/>
                <a:gd name="GluePoint1Y" fmla="*/ 6 h 360"/>
                <a:gd name="GluePoint2X" fmla="*/ 0 w 360"/>
                <a:gd name="GluePoint2Y" fmla="*/ 0 h 360"/>
                <a:gd name="GluePoint3X" fmla="*/ 0 w 360"/>
                <a:gd name="GluePoint3Y" fmla="*/ 6 h 360"/>
                <a:gd name="GluePoint4X" fmla="*/ 6 w 360"/>
                <a:gd name="GluePoint4Y" fmla="*/ 6 h 360"/>
                <a:gd name="GluePoint5X" fmla="*/ 6 w 360"/>
                <a:gd name="GluePoint5Y" fmla="*/ 6 h 36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l" t="t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-46440" bIns="-46440" anchor="ctr">
              <a:noAutofit/>
            </a:bodyPr>
            <a:p>
              <a:endParaRPr b="0" lang="en-US" sz="1900" strike="noStrike" u="none">
                <a:solidFill>
                  <a:srgbClr val="ffffff"/>
                </a:solidFill>
                <a:effectLst/>
                <a:uFillTx/>
                <a:latin typeface="VNI-Times"/>
              </a:endParaRPr>
            </a:p>
          </p:txBody>
        </p:sp>
        <p:sp>
          <p:nvSpPr>
            <p:cNvPr id="29" name=""/>
            <p:cNvSpPr/>
            <p:nvPr/>
          </p:nvSpPr>
          <p:spPr>
            <a:xfrm>
              <a:off x="3240" y="3416400"/>
              <a:ext cx="9887040" cy="2112840"/>
            </a:xfrm>
            <a:custGeom>
              <a:avLst/>
              <a:gdLst>
                <a:gd name="GluePoint1X" fmla="*/ 0 w 9887040"/>
                <a:gd name="GluePoint1Y" fmla="*/ 366 h 2112840"/>
                <a:gd name="GluePoint2X" fmla="*/ 5740 w 9887040"/>
                <a:gd name="GluePoint2Y" fmla="*/ 1337 h 2112840"/>
                <a:gd name="GluePoint3X" fmla="*/ 5740 w 9887040"/>
                <a:gd name="GluePoint3Y" fmla="*/ 1331 h 2112840"/>
                <a:gd name="GluePoint4X" fmla="*/ 0 w 9887040"/>
                <a:gd name="GluePoint4Y" fmla="*/ 0 h 2112840"/>
                <a:gd name="GluePoint5X" fmla="*/ 0 w 9887040"/>
                <a:gd name="GluePoint5Y" fmla="*/ 366 h 2112840"/>
                <a:gd name="GluePoint6X" fmla="*/ 0 w 9887040"/>
                <a:gd name="GluePoint6Y" fmla="*/ 366 h 211284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l" t="t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rgbClr val="00005d"/>
                </a:gs>
                <a:gs pos="100000">
                  <a:srgbClr val="00009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US" sz="1900" strike="noStrike" u="none">
                <a:solidFill>
                  <a:srgbClr val="ffffff"/>
                </a:solidFill>
                <a:effectLst/>
                <a:uFillTx/>
                <a:latin typeface="VNI-Times"/>
              </a:endParaRPr>
            </a:p>
          </p:txBody>
        </p:sp>
        <p:sp>
          <p:nvSpPr>
            <p:cNvPr id="30" name=""/>
            <p:cNvSpPr/>
            <p:nvPr/>
          </p:nvSpPr>
          <p:spPr>
            <a:xfrm>
              <a:off x="3240" y="5043600"/>
              <a:ext cx="9887040" cy="647640"/>
            </a:xfrm>
            <a:custGeom>
              <a:avLst/>
              <a:gdLst>
                <a:gd name="GluePoint1X" fmla="*/ 0 w 9887040"/>
                <a:gd name="GluePoint1Y" fmla="*/ 48 h 647640"/>
                <a:gd name="GluePoint2X" fmla="*/ 5740 w 9887040"/>
                <a:gd name="GluePoint2Y" fmla="*/ 414 h 647640"/>
                <a:gd name="GluePoint3X" fmla="*/ 5740 w 9887040"/>
                <a:gd name="GluePoint3Y" fmla="*/ 402 h 647640"/>
                <a:gd name="GluePoint4X" fmla="*/ 0 w 9887040"/>
                <a:gd name="GluePoint4Y" fmla="*/ 0 h 647640"/>
                <a:gd name="GluePoint5X" fmla="*/ 0 w 9887040"/>
                <a:gd name="GluePoint5Y" fmla="*/ 48 h 647640"/>
                <a:gd name="GluePoint6X" fmla="*/ 0 w 9887040"/>
                <a:gd name="GluePoint6Y" fmla="*/ 48 h 64764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l" t="t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rgbClr val="000082"/>
                </a:gs>
                <a:gs pos="100000">
                  <a:srgbClr val="000099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US" sz="1900" strike="noStrike" u="none">
                <a:solidFill>
                  <a:srgbClr val="ffffff"/>
                </a:solidFill>
                <a:effectLst/>
                <a:uFillTx/>
                <a:latin typeface="VNI-Times"/>
              </a:endParaRPr>
            </a:p>
          </p:txBody>
        </p:sp>
        <p:sp>
          <p:nvSpPr>
            <p:cNvPr id="31" name=""/>
            <p:cNvSpPr/>
            <p:nvPr/>
          </p:nvSpPr>
          <p:spPr>
            <a:xfrm>
              <a:off x="2230560" y="0"/>
              <a:ext cx="7659720" cy="5033880"/>
            </a:xfrm>
            <a:custGeom>
              <a:avLst/>
              <a:gdLst>
                <a:gd name="GluePoint1X" fmla="*/ 0 w 7659720"/>
                <a:gd name="GluePoint1Y" fmla="*/ 0 h 5033880"/>
                <a:gd name="GluePoint2X" fmla="*/ 4448 w 7659720"/>
                <a:gd name="GluePoint2Y" fmla="*/ 3177 h 5033880"/>
                <a:gd name="GluePoint3X" fmla="*/ 4448 w 7659720"/>
                <a:gd name="GluePoint3Y" fmla="*/ 3153 h 5033880"/>
                <a:gd name="GluePoint4X" fmla="*/ 125 w 7659720"/>
                <a:gd name="GluePoint4Y" fmla="*/ 0 h 5033880"/>
                <a:gd name="GluePoint5X" fmla="*/ 0 w 7659720"/>
                <a:gd name="GluePoint5Y" fmla="*/ 0 h 5033880"/>
                <a:gd name="GluePoint6X" fmla="*/ 0 w 7659720"/>
                <a:gd name="GluePoint6Y" fmla="*/ 0 h 503388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l" t="t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4a"/>
                </a:gs>
                <a:gs pos="100000">
                  <a:srgbClr val="00009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US" sz="1900" strike="noStrike" u="none">
                <a:solidFill>
                  <a:srgbClr val="ffffff"/>
                </a:solidFill>
                <a:effectLst/>
                <a:uFillTx/>
                <a:latin typeface="VNI-Times"/>
              </a:endParaRPr>
            </a:p>
          </p:txBody>
        </p:sp>
        <p:sp>
          <p:nvSpPr>
            <p:cNvPr id="32" name=""/>
            <p:cNvSpPr/>
            <p:nvPr/>
          </p:nvSpPr>
          <p:spPr>
            <a:xfrm>
              <a:off x="5711760" y="0"/>
              <a:ext cx="4175280" cy="4140360"/>
            </a:xfrm>
            <a:custGeom>
              <a:avLst/>
              <a:gdLst>
                <a:gd name="GluePoint1X" fmla="*/ 0 w 4175280"/>
                <a:gd name="GluePoint1Y" fmla="*/ 0 h 4140360"/>
                <a:gd name="GluePoint2X" fmla="*/ 2428 w 4175280"/>
                <a:gd name="GluePoint2Y" fmla="*/ 2614 h 4140360"/>
                <a:gd name="GluePoint3X" fmla="*/ 2428 w 4175280"/>
                <a:gd name="GluePoint3Y" fmla="*/ 2608 h 4140360"/>
                <a:gd name="GluePoint4X" fmla="*/ 66 w 4175280"/>
                <a:gd name="GluePoint4Y" fmla="*/ 0 h 4140360"/>
                <a:gd name="GluePoint5X" fmla="*/ 0 w 4175280"/>
                <a:gd name="GluePoint5Y" fmla="*/ 0 h 4140360"/>
                <a:gd name="GluePoint6X" fmla="*/ 0 w 4175280"/>
                <a:gd name="GluePoint6Y" fmla="*/ 0 h 414036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l" t="t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82"/>
                </a:gs>
                <a:gs pos="100000">
                  <a:srgbClr val="00009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US" sz="1900" strike="noStrike" u="none">
                <a:solidFill>
                  <a:srgbClr val="ffffff"/>
                </a:solidFill>
                <a:effectLst/>
                <a:uFillTx/>
                <a:latin typeface="VNI-Times"/>
              </a:endParaRPr>
            </a:p>
          </p:txBody>
        </p:sp>
        <p:sp>
          <p:nvSpPr>
            <p:cNvPr id="33" name=""/>
            <p:cNvSpPr/>
            <p:nvPr/>
          </p:nvSpPr>
          <p:spPr>
            <a:xfrm>
              <a:off x="6792840" y="0"/>
              <a:ext cx="3095640" cy="3902040"/>
            </a:xfrm>
            <a:custGeom>
              <a:avLst/>
              <a:gdLst>
                <a:gd name="GluePoint1X" fmla="*/ 485 w 3095640"/>
                <a:gd name="GluePoint1Y" fmla="*/ 0 h 3902040"/>
                <a:gd name="GluePoint2X" fmla="*/ 0 w 3095640"/>
                <a:gd name="GluePoint2Y" fmla="*/ 0 h 3902040"/>
                <a:gd name="GluePoint3X" fmla="*/ 1800 w 3095640"/>
                <a:gd name="GluePoint3Y" fmla="*/ 2464 h 3902040"/>
                <a:gd name="GluePoint4X" fmla="*/ 1800 w 3095640"/>
                <a:gd name="GluePoint4Y" fmla="*/ 2248 h 3902040"/>
                <a:gd name="GluePoint5X" fmla="*/ 1794 w 3095640"/>
                <a:gd name="GluePoint5Y" fmla="*/ 2248 h 3902040"/>
                <a:gd name="GluePoint6X" fmla="*/ 485 w 3095640"/>
                <a:gd name="GluePoint6Y" fmla="*/ 0 h 3902040"/>
                <a:gd name="GluePoint7X" fmla="*/ 485 w 3095640"/>
                <a:gd name="GluePoint7Y" fmla="*/ 0 h 390204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l" t="t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65"/>
                </a:gs>
                <a:gs pos="100000">
                  <a:srgbClr val="00008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US" sz="1900" strike="noStrike" u="none">
                <a:solidFill>
                  <a:srgbClr val="ffffff"/>
                </a:solidFill>
                <a:effectLst/>
                <a:uFillTx/>
                <a:latin typeface="VNI-Times"/>
              </a:endParaRPr>
            </a:p>
          </p:txBody>
        </p:sp>
        <p:sp>
          <p:nvSpPr>
            <p:cNvPr id="34" name=""/>
            <p:cNvSpPr/>
            <p:nvPr/>
          </p:nvSpPr>
          <p:spPr>
            <a:xfrm>
              <a:off x="7773840" y="0"/>
              <a:ext cx="2114640" cy="3282840"/>
            </a:xfrm>
            <a:custGeom>
              <a:avLst/>
              <a:gdLst>
                <a:gd name="GluePoint1X" fmla="*/ 0 w 2114640"/>
                <a:gd name="GluePoint1Y" fmla="*/ 0 h 3282840"/>
                <a:gd name="GluePoint2X" fmla="*/ 1232 w 2114640"/>
                <a:gd name="GluePoint2Y" fmla="*/ 2074 h 3282840"/>
                <a:gd name="GluePoint3X" fmla="*/ 1232 w 2114640"/>
                <a:gd name="GluePoint3Y" fmla="*/ 2038 h 3282840"/>
                <a:gd name="GluePoint4X" fmla="*/ 42 w 2114640"/>
                <a:gd name="GluePoint4Y" fmla="*/ 0 h 3282840"/>
                <a:gd name="GluePoint5X" fmla="*/ 0 w 2114640"/>
                <a:gd name="GluePoint5Y" fmla="*/ 0 h 3282840"/>
                <a:gd name="GluePoint6X" fmla="*/ 0 w 2114640"/>
                <a:gd name="GluePoint6Y" fmla="*/ 0 h 328284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l" t="t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58"/>
                </a:gs>
                <a:gs pos="100000">
                  <a:srgbClr val="00009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US" sz="1900" strike="noStrike" u="none">
                <a:solidFill>
                  <a:srgbClr val="ffffff"/>
                </a:solidFill>
                <a:effectLst/>
                <a:uFillTx/>
                <a:latin typeface="VNI-Times"/>
              </a:endParaRPr>
            </a:p>
          </p:txBody>
        </p:sp>
        <p:sp>
          <p:nvSpPr>
            <p:cNvPr id="35" name=""/>
            <p:cNvSpPr/>
            <p:nvPr/>
          </p:nvSpPr>
          <p:spPr>
            <a:xfrm>
              <a:off x="8074080" y="0"/>
              <a:ext cx="1816200" cy="3063960"/>
            </a:xfrm>
            <a:custGeom>
              <a:avLst/>
              <a:gdLst>
                <a:gd name="GluePoint1X" fmla="*/ 0 w 1816200"/>
                <a:gd name="GluePoint1Y" fmla="*/ 0 h 3063960"/>
                <a:gd name="GluePoint2X" fmla="*/ 1058 w 1816200"/>
                <a:gd name="GluePoint2Y" fmla="*/ 1936 h 3063960"/>
                <a:gd name="GluePoint3X" fmla="*/ 1058 w 1816200"/>
                <a:gd name="GluePoint3Y" fmla="*/ 1930 h 3063960"/>
                <a:gd name="GluePoint4X" fmla="*/ 54 w 1816200"/>
                <a:gd name="GluePoint4Y" fmla="*/ 0 h 3063960"/>
                <a:gd name="GluePoint5X" fmla="*/ 0 w 1816200"/>
                <a:gd name="GluePoint5Y" fmla="*/ 0 h 3063960"/>
                <a:gd name="GluePoint6X" fmla="*/ 0 w 1816200"/>
                <a:gd name="GluePoint6Y" fmla="*/ 0 h 306396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l" t="t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6f"/>
                </a:gs>
                <a:gs pos="100000">
                  <a:srgbClr val="00009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US" sz="1900" strike="noStrike" u="none">
                <a:solidFill>
                  <a:srgbClr val="ffffff"/>
                </a:solidFill>
                <a:effectLst/>
                <a:uFillTx/>
                <a:latin typeface="VNI-Times"/>
              </a:endParaRPr>
            </a:p>
          </p:txBody>
        </p:sp>
        <p:sp>
          <p:nvSpPr>
            <p:cNvPr id="36" name=""/>
            <p:cNvSpPr/>
            <p:nvPr/>
          </p:nvSpPr>
          <p:spPr>
            <a:xfrm>
              <a:off x="8567640" y="0"/>
              <a:ext cx="1320840" cy="2351160"/>
            </a:xfrm>
            <a:custGeom>
              <a:avLst/>
              <a:gdLst>
                <a:gd name="GluePoint1X" fmla="*/ 771 w 1320840"/>
                <a:gd name="GluePoint1Y" fmla="*/ 1433 h 2351160"/>
                <a:gd name="GluePoint2X" fmla="*/ 42 w 1320840"/>
                <a:gd name="GluePoint2Y" fmla="*/ 0 h 2351160"/>
                <a:gd name="GluePoint3X" fmla="*/ 0 w 1320840"/>
                <a:gd name="GluePoint3Y" fmla="*/ 0 h 2351160"/>
                <a:gd name="GluePoint4X" fmla="*/ 771 w 1320840"/>
                <a:gd name="GluePoint4Y" fmla="*/ 1487 h 2351160"/>
                <a:gd name="GluePoint5X" fmla="*/ 771 w 1320840"/>
                <a:gd name="GluePoint5Y" fmla="*/ 1433 h 2351160"/>
                <a:gd name="GluePoint6X" fmla="*/ 771 w 1320840"/>
                <a:gd name="GluePoint6Y" fmla="*/ 1433 h 235116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l" t="t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rgbClr val="000079"/>
                </a:gs>
                <a:gs pos="100000">
                  <a:srgbClr val="00009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US" sz="1900" strike="noStrike" u="none">
                <a:solidFill>
                  <a:srgbClr val="ffffff"/>
                </a:solidFill>
                <a:effectLst/>
                <a:uFillTx/>
                <a:latin typeface="VNI-Times"/>
              </a:endParaRPr>
            </a:p>
          </p:txBody>
        </p:sp>
        <p:grpSp>
          <p:nvGrpSpPr>
            <p:cNvPr id="37" name=""/>
            <p:cNvGrpSpPr/>
            <p:nvPr/>
          </p:nvGrpSpPr>
          <p:grpSpPr>
            <a:xfrm>
              <a:off x="0" y="2590920"/>
              <a:ext cx="9893160" cy="2939760"/>
              <a:chOff x="0" y="2590920"/>
              <a:chExt cx="9893160" cy="2939760"/>
            </a:xfrm>
          </p:grpSpPr>
          <p:sp>
            <p:nvSpPr>
              <p:cNvPr id="38" name=""/>
              <p:cNvSpPr/>
              <p:nvPr/>
            </p:nvSpPr>
            <p:spPr>
              <a:xfrm>
                <a:off x="0" y="2590920"/>
                <a:ext cx="6302520" cy="2074680"/>
              </a:xfrm>
              <a:custGeom>
                <a:avLst/>
                <a:gdLst>
                  <a:gd name="GluePoint1X" fmla="*/ 0 w 6302520"/>
                  <a:gd name="GluePoint1Y" fmla="*/ 0 h 2074680"/>
                  <a:gd name="GluePoint2X" fmla="*/ 0 w 6302520"/>
                  <a:gd name="GluePoint2Y" fmla="*/ 366 h 2074680"/>
                  <a:gd name="GluePoint3X" fmla="*/ 3635 w 6302520"/>
                  <a:gd name="GluePoint3Y" fmla="*/ 1313 h 2074680"/>
                  <a:gd name="GluePoint4X" fmla="*/ 3647 w 6302520"/>
                  <a:gd name="GluePoint4Y" fmla="*/ 1235 h 2074680"/>
                  <a:gd name="GluePoint5X" fmla="*/ 3659 w 6302520"/>
                  <a:gd name="GluePoint5Y" fmla="*/ 1163 h 2074680"/>
                  <a:gd name="GluePoint6X" fmla="*/ 0 w 6302520"/>
                  <a:gd name="GluePoint6Y" fmla="*/ 0 h 2074680"/>
                  <a:gd name="GluePoint7X" fmla="*/ 0 w 6302520"/>
                  <a:gd name="GluePoint7Y" fmla="*/ 0 h 207468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</a:cxnLst>
                <a:rect l="l" t="t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6f"/>
                  </a:gs>
                  <a:gs pos="100000">
                    <a:srgbClr val="000099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US" sz="1900" strike="noStrike" u="none">
                  <a:solidFill>
                    <a:srgbClr val="ffffff"/>
                  </a:solidFill>
                  <a:effectLst/>
                  <a:uFillTx/>
                  <a:latin typeface="VNI-Times"/>
                </a:endParaRPr>
              </a:p>
            </p:txBody>
          </p:sp>
          <p:sp>
            <p:nvSpPr>
              <p:cNvPr id="39" name=""/>
              <p:cNvSpPr/>
              <p:nvPr/>
            </p:nvSpPr>
            <p:spPr>
              <a:xfrm>
                <a:off x="6270480" y="4437000"/>
                <a:ext cx="3622680" cy="1093680"/>
              </a:xfrm>
              <a:custGeom>
                <a:avLst/>
                <a:gdLst>
                  <a:gd name="GluePoint1X" fmla="*/ 2105 w 3622680"/>
                  <a:gd name="GluePoint1Y" fmla="*/ 665 h 1093680"/>
                  <a:gd name="GluePoint2X" fmla="*/ 24 w 3622680"/>
                  <a:gd name="GluePoint2Y" fmla="*/ 0 h 1093680"/>
                  <a:gd name="GluePoint3X" fmla="*/ 12 w 3622680"/>
                  <a:gd name="GluePoint3Y" fmla="*/ 72 h 1093680"/>
                  <a:gd name="GluePoint4X" fmla="*/ 0 w 3622680"/>
                  <a:gd name="GluePoint4Y" fmla="*/ 150 h 1093680"/>
                  <a:gd name="GluePoint5X" fmla="*/ 2105 w 3622680"/>
                  <a:gd name="GluePoint5Y" fmla="*/ 695 h 1093680"/>
                  <a:gd name="GluePoint6X" fmla="*/ 2105 w 3622680"/>
                  <a:gd name="GluePoint6Y" fmla="*/ 665 h 1093680"/>
                  <a:gd name="GluePoint7X" fmla="*/ 2105 w 3622680"/>
                  <a:gd name="GluePoint7Y" fmla="*/ 665 h 109368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</a:cxnLst>
                <a:rect l="l" t="t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99"/>
                  </a:gs>
                  <a:gs pos="100000">
                    <a:srgbClr val="1717a2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US" sz="1900" strike="noStrike" u="none">
                  <a:solidFill>
                    <a:srgbClr val="ffffff"/>
                  </a:solidFill>
                  <a:effectLst/>
                  <a:uFillTx/>
                  <a:latin typeface="VNI-Times"/>
                </a:endParaRPr>
              </a:p>
            </p:txBody>
          </p:sp>
        </p:grpSp>
      </p:grpSp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95360" y="277920"/>
            <a:ext cx="8905680" cy="1133280"/>
          </a:xfrm>
          <a:prstGeom prst="rect">
            <a:avLst/>
          </a:prstGeom>
          <a:noFill/>
          <a:ln w="0">
            <a:noFill/>
          </a:ln>
        </p:spPr>
        <p:txBody>
          <a:bodyPr lIns="95760" rIns="95760" tIns="47880" bIns="47880" anchor="ctr">
            <a:noAutofit/>
          </a:bodyPr>
          <a:p>
            <a:pPr indent="0" algn="ctr">
              <a:spcBef>
                <a:spcPts val="74"/>
              </a:spcBef>
              <a:spcAft>
                <a:spcPts val="74"/>
              </a:spcAft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4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495360" y="1603440"/>
            <a:ext cx="8905680" cy="4518000"/>
          </a:xfrm>
          <a:prstGeom prst="rect">
            <a:avLst/>
          </a:prstGeom>
          <a:noFill/>
          <a:ln w="0">
            <a:noFill/>
          </a:ln>
        </p:spPr>
        <p:txBody>
          <a:bodyPr lIns="95760" rIns="95760" tIns="47880" bIns="47880" anchor="t">
            <a:normAutofit/>
          </a:bodyPr>
          <a:p>
            <a:pPr marL="343080" indent="-343080">
              <a:spcBef>
                <a:spcPts val="924"/>
              </a:spcBef>
              <a:spcAft>
                <a:spcPts val="74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3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343080" indent="-343080">
              <a:spcBef>
                <a:spcPts val="924"/>
              </a:spcBef>
              <a:spcAft>
                <a:spcPts val="74"/>
              </a:spcAft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3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US" sz="3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343080" indent="-343080">
              <a:spcBef>
                <a:spcPts val="924"/>
              </a:spcBef>
              <a:spcAft>
                <a:spcPts val="74"/>
              </a:spcAft>
              <a:buClr>
                <a:srgbClr val="000000"/>
              </a:buClr>
              <a:buFont typeface="Times New Roman"/>
              <a:buChar char="•"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3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US" sz="3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343080" indent="-343080">
              <a:spcBef>
                <a:spcPts val="924"/>
              </a:spcBef>
              <a:spcAft>
                <a:spcPts val="74"/>
              </a:spcAft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3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US" sz="3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343080" indent="-343080">
              <a:spcBef>
                <a:spcPts val="924"/>
              </a:spcBef>
              <a:spcAft>
                <a:spcPts val="74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3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US" sz="3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343080" indent="-343080">
              <a:spcBef>
                <a:spcPts val="924"/>
              </a:spcBef>
              <a:spcAft>
                <a:spcPts val="74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3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US" sz="3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43080" indent="-343080">
              <a:spcBef>
                <a:spcPts val="924"/>
              </a:spcBef>
              <a:spcAft>
                <a:spcPts val="74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3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US" sz="3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495360" y="6246720"/>
            <a:ext cx="231120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indent="0">
              <a:spcBef>
                <a:spcPts val="74"/>
              </a:spcBef>
              <a:spcAft>
                <a:spcPts val="74"/>
              </a:spcAft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900" strike="noStrike" u="none">
              <a:solidFill>
                <a:srgbClr val="ffffff"/>
              </a:solidFill>
              <a:effectLst/>
              <a:uFillTx/>
              <a:latin typeface="VNI-Times"/>
            </a:endParaRPr>
          </a:p>
        </p:txBody>
      </p:sp>
      <p:sp>
        <p:nvSpPr>
          <p:cNvPr id="43" name=""/>
          <p:cNvSpPr/>
          <p:nvPr/>
        </p:nvSpPr>
        <p:spPr>
          <a:xfrm>
            <a:off x="3384720" y="6248520"/>
            <a:ext cx="31366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indent="0">
              <a:spcBef>
                <a:spcPts val="74"/>
              </a:spcBef>
              <a:spcAft>
                <a:spcPts val="74"/>
              </a:spcAft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900" strike="noStrike" u="none">
              <a:solidFill>
                <a:srgbClr val="ffffff"/>
              </a:solidFill>
              <a:effectLst/>
              <a:uFillTx/>
              <a:latin typeface="VNI-Times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sldNum" idx="1"/>
          </p:nvPr>
        </p:nvSpPr>
        <p:spPr>
          <a:xfrm>
            <a:off x="7099200" y="6246360"/>
            <a:ext cx="2301840" cy="444600"/>
          </a:xfrm>
          <a:prstGeom prst="rect">
            <a:avLst/>
          </a:prstGeom>
          <a:noFill/>
          <a:ln w="0">
            <a:noFill/>
          </a:ln>
        </p:spPr>
        <p:txBody>
          <a:bodyPr lIns="95760" rIns="95760" tIns="47880" bIns="47880" anchor="b">
            <a:noAutofit/>
          </a:bodyPr>
          <a:lstStyle>
            <a:lvl1pPr indent="0" algn="r">
              <a:lnSpc>
                <a:spcPct val="100000"/>
              </a:lnSpc>
              <a:spcBef>
                <a:spcPts val="74"/>
              </a:spcBef>
              <a:spcAft>
                <a:spcPts val="74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  <a:def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spcBef>
                <a:spcPts val="74"/>
              </a:spcBef>
              <a:spcAft>
                <a:spcPts val="74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*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2">
    <p:bg>
      <p:bgPr>
        <a:gradFill rotWithShape="0">
          <a:gsLst>
            <a:gs pos="0">
              <a:srgbClr val="000058"/>
            </a:gs>
            <a:gs pos="100000">
              <a:srgbClr val="000099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"/>
          <p:cNvGrpSpPr/>
          <p:nvPr/>
        </p:nvGrpSpPr>
        <p:grpSpPr>
          <a:xfrm>
            <a:off x="0" y="0"/>
            <a:ext cx="9896760" cy="6846840"/>
            <a:chOff x="0" y="0"/>
            <a:chExt cx="9896760" cy="6846840"/>
          </a:xfrm>
        </p:grpSpPr>
        <p:sp>
          <p:nvSpPr>
            <p:cNvPr id="46" name=""/>
            <p:cNvSpPr/>
            <p:nvPr/>
          </p:nvSpPr>
          <p:spPr>
            <a:xfrm>
              <a:off x="0" y="19080"/>
              <a:ext cx="9894960" cy="5186160"/>
            </a:xfrm>
            <a:custGeom>
              <a:avLst/>
              <a:gdLst>
                <a:gd name="GluePoint1X" fmla="*/ 3193 w 9894960"/>
                <a:gd name="GluePoint1Y" fmla="*/ 1816 h 5186160"/>
                <a:gd name="GluePoint2X" fmla="*/ 0 w 9894960"/>
                <a:gd name="GluePoint2Y" fmla="*/ 0 h 5186160"/>
                <a:gd name="GluePoint3X" fmla="*/ 0 w 9894960"/>
                <a:gd name="GluePoint3Y" fmla="*/ 522 h 5186160"/>
                <a:gd name="GluePoint4X" fmla="*/ 3037 w 9894960"/>
                <a:gd name="GluePoint4Y" fmla="*/ 1978 h 5186160"/>
                <a:gd name="GluePoint5X" fmla="*/ 5740 w 9894960"/>
                <a:gd name="GluePoint5Y" fmla="*/ 3273 h 5186160"/>
                <a:gd name="GluePoint6X" fmla="*/ 5740 w 9894960"/>
                <a:gd name="GluePoint6Y" fmla="*/ 3267 h 5186160"/>
                <a:gd name="GluePoint7X" fmla="*/ 3193 w 9894960"/>
                <a:gd name="GluePoint7Y" fmla="*/ 1816 h 5186160"/>
                <a:gd name="GluePoint8X" fmla="*/ 3193 w 9894960"/>
                <a:gd name="GluePoint8Y" fmla="*/ 1816 h 518616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</a:cxnLst>
              <a:rect l="l" t="t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rgbClr val="000051"/>
                </a:gs>
                <a:gs pos="100000">
                  <a:srgbClr val="000080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US" sz="1900" strike="noStrike" u="none">
                <a:solidFill>
                  <a:srgbClr val="ffffff"/>
                </a:solidFill>
                <a:effectLst/>
                <a:uFillTx/>
                <a:latin typeface="VNI-Times"/>
              </a:endParaRPr>
            </a:p>
          </p:txBody>
        </p:sp>
        <p:sp>
          <p:nvSpPr>
            <p:cNvPr id="47" name=""/>
            <p:cNvSpPr/>
            <p:nvPr/>
          </p:nvSpPr>
          <p:spPr>
            <a:xfrm>
              <a:off x="255600" y="0"/>
              <a:ext cx="9639360" cy="5138640"/>
            </a:xfrm>
            <a:custGeom>
              <a:avLst/>
              <a:gdLst>
                <a:gd name="GluePoint1X" fmla="*/ 3163 w 9639360"/>
                <a:gd name="GluePoint1Y" fmla="*/ 1714 h 5138640"/>
                <a:gd name="GluePoint2X" fmla="*/ 431 w 9639360"/>
                <a:gd name="GluePoint2Y" fmla="*/ 0 h 5138640"/>
                <a:gd name="GluePoint3X" fmla="*/ 0 w 9639360"/>
                <a:gd name="GluePoint3Y" fmla="*/ 0 h 5138640"/>
                <a:gd name="GluePoint4X" fmla="*/ 3086 w 9639360"/>
                <a:gd name="GluePoint4Y" fmla="*/ 1786 h 5138640"/>
                <a:gd name="GluePoint5X" fmla="*/ 5591 w 9639360"/>
                <a:gd name="GluePoint5Y" fmla="*/ 3243 h 5138640"/>
                <a:gd name="GluePoint6X" fmla="*/ 5591 w 9639360"/>
                <a:gd name="GluePoint6Y" fmla="*/ 3237 h 5138640"/>
                <a:gd name="GluePoint7X" fmla="*/ 3163 w 9639360"/>
                <a:gd name="GluePoint7Y" fmla="*/ 1714 h 5138640"/>
                <a:gd name="GluePoint8X" fmla="*/ 3163 w 9639360"/>
                <a:gd name="GluePoint8Y" fmla="*/ 1714 h 513864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</a:cxnLst>
              <a:rect l="l" t="t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rgbClr val="00005d"/>
                </a:gs>
                <a:gs pos="100000">
                  <a:srgbClr val="00009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US" sz="1900" strike="noStrike" u="none">
                <a:solidFill>
                  <a:srgbClr val="ffffff"/>
                </a:solidFill>
                <a:effectLst/>
                <a:uFillTx/>
                <a:latin typeface="VNI-Times"/>
              </a:endParaRPr>
            </a:p>
          </p:txBody>
        </p:sp>
        <p:sp>
          <p:nvSpPr>
            <p:cNvPr id="48" name=""/>
            <p:cNvSpPr/>
            <p:nvPr/>
          </p:nvSpPr>
          <p:spPr>
            <a:xfrm>
              <a:off x="0" y="5450040"/>
              <a:ext cx="6935760" cy="293400"/>
            </a:xfrm>
            <a:custGeom>
              <a:avLst/>
              <a:gdLst>
                <a:gd name="GluePoint1X" fmla="*/ 0 w 6935760"/>
                <a:gd name="GluePoint1Y" fmla="*/ 156 h 293400"/>
                <a:gd name="GluePoint2X" fmla="*/ 4042 w 6935760"/>
                <a:gd name="GluePoint2Y" fmla="*/ 192 h 293400"/>
                <a:gd name="GluePoint3X" fmla="*/ 4042 w 6935760"/>
                <a:gd name="GluePoint3Y" fmla="*/ 144 h 293400"/>
                <a:gd name="GluePoint4X" fmla="*/ 0 w 6935760"/>
                <a:gd name="GluePoint4Y" fmla="*/ 0 h 293400"/>
                <a:gd name="GluePoint5X" fmla="*/ 0 w 6935760"/>
                <a:gd name="GluePoint5Y" fmla="*/ 156 h 293400"/>
                <a:gd name="GluePoint6X" fmla="*/ 0 w 6935760"/>
                <a:gd name="GluePoint6Y" fmla="*/ 156 h 2934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l" t="t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rgbClr val="000061"/>
                </a:gs>
                <a:gs pos="100000">
                  <a:srgbClr val="000080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US" sz="1900" strike="noStrike" u="none">
                <a:solidFill>
                  <a:srgbClr val="ffffff"/>
                </a:solidFill>
                <a:effectLst/>
                <a:uFillTx/>
                <a:latin typeface="VNI-Times"/>
              </a:endParaRPr>
            </a:p>
          </p:txBody>
        </p:sp>
        <p:sp>
          <p:nvSpPr>
            <p:cNvPr id="49" name=""/>
            <p:cNvSpPr/>
            <p:nvPr/>
          </p:nvSpPr>
          <p:spPr>
            <a:xfrm>
              <a:off x="6943680" y="5678640"/>
              <a:ext cx="2948040" cy="93600"/>
            </a:xfrm>
            <a:custGeom>
              <a:avLst/>
              <a:gdLst>
                <a:gd name="GluePoint1X" fmla="*/ 1704 w 2948040"/>
                <a:gd name="GluePoint1Y" fmla="*/ 57 h 93600"/>
                <a:gd name="GluePoint2X" fmla="*/ 1704 w 2948040"/>
                <a:gd name="GluePoint2Y" fmla="*/ 51 h 93600"/>
                <a:gd name="GluePoint3X" fmla="*/ 0 w 2948040"/>
                <a:gd name="GluePoint3Y" fmla="*/ 0 h 93600"/>
                <a:gd name="GluePoint4X" fmla="*/ 0 w 2948040"/>
                <a:gd name="GluePoint4Y" fmla="*/ 39 h 93600"/>
                <a:gd name="GluePoint5X" fmla="*/ 1704 w 2948040"/>
                <a:gd name="GluePoint5Y" fmla="*/ 57 h 93600"/>
                <a:gd name="GluePoint6X" fmla="*/ 1704 w 2948040"/>
                <a:gd name="GluePoint6Y" fmla="*/ 57 h 93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l" t="t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rgbClr val="000080"/>
                </a:gs>
                <a:gs pos="100000">
                  <a:srgbClr val="000099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US" sz="1900" strike="noStrike" u="none">
                <a:solidFill>
                  <a:srgbClr val="ffffff"/>
                </a:solidFill>
                <a:effectLst/>
                <a:uFillTx/>
                <a:latin typeface="VNI-Times"/>
              </a:endParaRPr>
            </a:p>
          </p:txBody>
        </p:sp>
        <p:sp>
          <p:nvSpPr>
            <p:cNvPr id="50" name=""/>
            <p:cNvSpPr/>
            <p:nvPr/>
          </p:nvSpPr>
          <p:spPr>
            <a:xfrm>
              <a:off x="0" y="5915160"/>
              <a:ext cx="8220240" cy="512640"/>
            </a:xfrm>
            <a:custGeom>
              <a:avLst/>
              <a:gdLst>
                <a:gd name="GluePoint1X" fmla="*/ 0 w 8220240"/>
                <a:gd name="GluePoint1Y" fmla="*/ 329 h 512640"/>
                <a:gd name="GluePoint2X" fmla="*/ 4789 w 8220240"/>
                <a:gd name="GluePoint2Y" fmla="*/ 77 h 512640"/>
                <a:gd name="GluePoint3X" fmla="*/ 4789 w 8220240"/>
                <a:gd name="GluePoint3Y" fmla="*/ 0 h 512640"/>
                <a:gd name="GluePoint4X" fmla="*/ 0 w 8220240"/>
                <a:gd name="GluePoint4Y" fmla="*/ 107 h 512640"/>
                <a:gd name="GluePoint5X" fmla="*/ 0 w 8220240"/>
                <a:gd name="GluePoint5Y" fmla="*/ 329 h 512640"/>
                <a:gd name="GluePoint6X" fmla="*/ 0 w 8220240"/>
                <a:gd name="GluePoint6Y" fmla="*/ 329 h 51264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l" t="t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rgbClr val="00007d"/>
                </a:gs>
                <a:gs pos="100000">
                  <a:srgbClr val="000099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US" sz="1900" strike="noStrike" u="none">
                <a:solidFill>
                  <a:srgbClr val="ffffff"/>
                </a:solidFill>
                <a:effectLst/>
                <a:uFillTx/>
                <a:latin typeface="VNI-Times"/>
              </a:endParaRPr>
            </a:p>
          </p:txBody>
        </p:sp>
        <p:sp>
          <p:nvSpPr>
            <p:cNvPr id="51" name=""/>
            <p:cNvSpPr/>
            <p:nvPr/>
          </p:nvSpPr>
          <p:spPr>
            <a:xfrm>
              <a:off x="8229600" y="5877000"/>
              <a:ext cx="1665360" cy="150840"/>
            </a:xfrm>
            <a:custGeom>
              <a:avLst/>
              <a:gdLst>
                <a:gd name="GluePoint1X" fmla="*/ 966 w 1665360"/>
                <a:gd name="GluePoint1Y" fmla="*/ 48 h 150840"/>
                <a:gd name="GluePoint2X" fmla="*/ 966 w 1665360"/>
                <a:gd name="GluePoint2Y" fmla="*/ 0 h 150840"/>
                <a:gd name="GluePoint3X" fmla="*/ 0 w 1665360"/>
                <a:gd name="GluePoint3Y" fmla="*/ 24 h 150840"/>
                <a:gd name="GluePoint4X" fmla="*/ 0 w 1665360"/>
                <a:gd name="GluePoint4Y" fmla="*/ 101 h 150840"/>
                <a:gd name="GluePoint5X" fmla="*/ 966 w 1665360"/>
                <a:gd name="GluePoint5Y" fmla="*/ 48 h 150840"/>
                <a:gd name="GluePoint6X" fmla="*/ 966 w 1665360"/>
                <a:gd name="GluePoint6Y" fmla="*/ 48 h 15084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l" t="t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rgbClr val="0000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US" sz="1900" strike="noStrike" u="none">
                <a:solidFill>
                  <a:srgbClr val="ffffff"/>
                </a:solidFill>
                <a:effectLst/>
                <a:uFillTx/>
                <a:latin typeface="VNI-Times"/>
              </a:endParaRPr>
            </a:p>
          </p:txBody>
        </p:sp>
        <p:sp>
          <p:nvSpPr>
            <p:cNvPr id="52" name=""/>
            <p:cNvSpPr/>
            <p:nvPr/>
          </p:nvSpPr>
          <p:spPr>
            <a:xfrm>
              <a:off x="6226200" y="6056280"/>
              <a:ext cx="3668760" cy="304920"/>
            </a:xfrm>
            <a:custGeom>
              <a:avLst/>
              <a:gdLst>
                <a:gd name="GluePoint1X" fmla="*/ 2123 w 3668760"/>
                <a:gd name="GluePoint1Y" fmla="*/ 0 h 304920"/>
                <a:gd name="GluePoint2X" fmla="*/ 0 w 3668760"/>
                <a:gd name="GluePoint2Y" fmla="*/ 156 h 304920"/>
                <a:gd name="GluePoint3X" fmla="*/ 0 w 3668760"/>
                <a:gd name="GluePoint3Y" fmla="*/ 198 h 304920"/>
                <a:gd name="GluePoint4X" fmla="*/ 2123 w 3668760"/>
                <a:gd name="GluePoint4Y" fmla="*/ 0 h 304920"/>
                <a:gd name="GluePoint5X" fmla="*/ 2123 w 3668760"/>
                <a:gd name="GluePoint5Y" fmla="*/ 0 h 30492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l" t="t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rgbClr val="0000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US" sz="1900" strike="noStrike" u="none">
                <a:solidFill>
                  <a:srgbClr val="ffffff"/>
                </a:solidFill>
                <a:effectLst/>
                <a:uFillTx/>
                <a:latin typeface="VNI-Times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0" y="6303960"/>
              <a:ext cx="6215040" cy="542880"/>
            </a:xfrm>
            <a:custGeom>
              <a:avLst/>
              <a:gdLst>
                <a:gd name="GluePoint1X" fmla="*/ 0 w 6215040"/>
                <a:gd name="GluePoint1Y" fmla="*/ 348 h 542880"/>
                <a:gd name="GluePoint2X" fmla="*/ 311 w 6215040"/>
                <a:gd name="GluePoint2Y" fmla="*/ 348 h 542880"/>
                <a:gd name="GluePoint3X" fmla="*/ 3623 w 6215040"/>
                <a:gd name="GluePoint3Y" fmla="*/ 42 h 542880"/>
                <a:gd name="GluePoint4X" fmla="*/ 3623 w 6215040"/>
                <a:gd name="GluePoint4Y" fmla="*/ 0 h 542880"/>
                <a:gd name="GluePoint5X" fmla="*/ 0 w 6215040"/>
                <a:gd name="GluePoint5Y" fmla="*/ 264 h 542880"/>
                <a:gd name="GluePoint6X" fmla="*/ 0 w 6215040"/>
                <a:gd name="GluePoint6Y" fmla="*/ 348 h 542880"/>
                <a:gd name="GluePoint7X" fmla="*/ 0 w 6215040"/>
                <a:gd name="GluePoint7Y" fmla="*/ 348 h 54288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l" t="t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rgbClr val="00006f"/>
                </a:gs>
                <a:gs pos="100000">
                  <a:srgbClr val="000099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US" sz="1900" strike="noStrike" u="none">
                <a:solidFill>
                  <a:srgbClr val="ffffff"/>
                </a:solidFill>
                <a:effectLst/>
                <a:uFillTx/>
                <a:latin typeface="VNI-Times"/>
              </a:endParaRPr>
            </a:p>
          </p:txBody>
        </p:sp>
        <p:sp>
          <p:nvSpPr>
            <p:cNvPr id="54" name=""/>
            <p:cNvSpPr/>
            <p:nvPr/>
          </p:nvSpPr>
          <p:spPr>
            <a:xfrm>
              <a:off x="3606840" y="6418440"/>
              <a:ext cx="4313160" cy="428400"/>
            </a:xfrm>
            <a:custGeom>
              <a:avLst/>
              <a:gdLst>
                <a:gd name="GluePoint1X" fmla="*/ 2155 w 4313160"/>
                <a:gd name="GluePoint1Y" fmla="*/ 276 h 428400"/>
                <a:gd name="GluePoint2X" fmla="*/ 2490 w 4313160"/>
                <a:gd name="GluePoint2Y" fmla="*/ 204 h 428400"/>
                <a:gd name="GluePoint3X" fmla="*/ 2233 w 4313160"/>
                <a:gd name="GluePoint3Y" fmla="*/ 0 h 428400"/>
                <a:gd name="GluePoint4X" fmla="*/ 0 w 4313160"/>
                <a:gd name="GluePoint4Y" fmla="*/ 276 h 428400"/>
                <a:gd name="GluePoint5X" fmla="*/ 2155 w 4313160"/>
                <a:gd name="GluePoint5Y" fmla="*/ 276 h 428400"/>
                <a:gd name="GluePoint6X" fmla="*/ 2155 w 4313160"/>
                <a:gd name="GluePoint6Y" fmla="*/ 276 h 4284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l" t="t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rgbClr val="0000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US" sz="1900" strike="noStrike" u="none">
                <a:solidFill>
                  <a:srgbClr val="ffffff"/>
                </a:solidFill>
                <a:effectLst/>
                <a:uFillTx/>
                <a:latin typeface="VNI-Times"/>
              </a:endParaRPr>
            </a:p>
          </p:txBody>
        </p:sp>
        <p:sp>
          <p:nvSpPr>
            <p:cNvPr id="55" name=""/>
            <p:cNvSpPr/>
            <p:nvPr/>
          </p:nvSpPr>
          <p:spPr>
            <a:xfrm>
              <a:off x="7489800" y="6141960"/>
              <a:ext cx="2405160" cy="590760"/>
            </a:xfrm>
            <a:custGeom>
              <a:avLst/>
              <a:gdLst>
                <a:gd name="GluePoint1X" fmla="*/ 1405 w 2405160"/>
                <a:gd name="GluePoint1Y" fmla="*/ 126 h 590760"/>
                <a:gd name="GluePoint2X" fmla="*/ 1405 w 2405160"/>
                <a:gd name="GluePoint2Y" fmla="*/ 0 h 590760"/>
                <a:gd name="GluePoint3X" fmla="*/ 0 w 2405160"/>
                <a:gd name="GluePoint3Y" fmla="*/ 174 h 590760"/>
                <a:gd name="GluePoint4X" fmla="*/ 257 w 2405160"/>
                <a:gd name="GluePoint4Y" fmla="*/ 378 h 590760"/>
                <a:gd name="GluePoint5X" fmla="*/ 1405 w 2405160"/>
                <a:gd name="GluePoint5Y" fmla="*/ 126 h 590760"/>
                <a:gd name="GluePoint6X" fmla="*/ 1405 w 2405160"/>
                <a:gd name="GluePoint6Y" fmla="*/ 126 h 59076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l" t="t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8089c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US" sz="1900" strike="noStrike" u="none">
                <a:solidFill>
                  <a:srgbClr val="ffffff"/>
                </a:solidFill>
                <a:effectLst/>
                <a:uFillTx/>
                <a:latin typeface="VNI-Times"/>
              </a:endParaRPr>
            </a:p>
          </p:txBody>
        </p:sp>
        <p:sp>
          <p:nvSpPr>
            <p:cNvPr id="56" name=""/>
            <p:cNvSpPr/>
            <p:nvPr/>
          </p:nvSpPr>
          <p:spPr>
            <a:xfrm>
              <a:off x="8651880" y="5002200"/>
              <a:ext cx="1241280" cy="371520"/>
            </a:xfrm>
            <a:custGeom>
              <a:avLst/>
              <a:gdLst>
                <a:gd name="GluePoint1X" fmla="*/ 720 w 1241280"/>
                <a:gd name="GluePoint1Y" fmla="*/ 240 h 371520"/>
                <a:gd name="GluePoint2X" fmla="*/ 0 w 1241280"/>
                <a:gd name="GluePoint2Y" fmla="*/ 0 h 371520"/>
                <a:gd name="GluePoint3X" fmla="*/ 0 w 1241280"/>
                <a:gd name="GluePoint3Y" fmla="*/ 6 h 371520"/>
                <a:gd name="GluePoint4X" fmla="*/ 720 w 1241280"/>
                <a:gd name="GluePoint4Y" fmla="*/ 240 h 371520"/>
                <a:gd name="GluePoint5X" fmla="*/ 720 w 1241280"/>
                <a:gd name="GluePoint5Y" fmla="*/ 240 h 37152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l" t="t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rgbClr val="0000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US" sz="1900" strike="noStrike" u="none">
                <a:solidFill>
                  <a:srgbClr val="ffffff"/>
                </a:solidFill>
                <a:effectLst/>
                <a:uFillTx/>
                <a:latin typeface="VNI-Times"/>
              </a:endParaRPr>
            </a:p>
          </p:txBody>
        </p:sp>
        <p:sp>
          <p:nvSpPr>
            <p:cNvPr id="57" name=""/>
            <p:cNvSpPr/>
            <p:nvPr/>
          </p:nvSpPr>
          <p:spPr>
            <a:xfrm>
              <a:off x="0" y="2359080"/>
              <a:ext cx="8642520" cy="2643120"/>
            </a:xfrm>
            <a:custGeom>
              <a:avLst/>
              <a:gdLst>
                <a:gd name="GluePoint1X" fmla="*/ 0 w 8642520"/>
                <a:gd name="GluePoint1Y" fmla="*/ 72 h 2643120"/>
                <a:gd name="GluePoint2X" fmla="*/ 5035 w 8642520"/>
                <a:gd name="GluePoint2Y" fmla="*/ 1672 h 2643120"/>
                <a:gd name="GluePoint3X" fmla="*/ 5035 w 8642520"/>
                <a:gd name="GluePoint3Y" fmla="*/ 1666 h 2643120"/>
                <a:gd name="GluePoint4X" fmla="*/ 0 w 8642520"/>
                <a:gd name="GluePoint4Y" fmla="*/ 0 h 2643120"/>
                <a:gd name="GluePoint5X" fmla="*/ 0 w 8642520"/>
                <a:gd name="GluePoint5Y" fmla="*/ 72 h 2643120"/>
                <a:gd name="GluePoint6X" fmla="*/ 0 w 8642520"/>
                <a:gd name="GluePoint6Y" fmla="*/ 72 h 264312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l" t="t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rgbClr val="000053"/>
                </a:gs>
                <a:gs pos="100000">
                  <a:srgbClr val="00009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US" sz="1900" strike="noStrike" u="none">
                <a:solidFill>
                  <a:srgbClr val="ffffff"/>
                </a:solidFill>
                <a:effectLst/>
                <a:uFillTx/>
                <a:latin typeface="VNI-Times"/>
              </a:endParaRPr>
            </a:p>
          </p:txBody>
        </p:sp>
        <p:sp>
          <p:nvSpPr>
            <p:cNvPr id="58" name=""/>
            <p:cNvSpPr/>
            <p:nvPr/>
          </p:nvSpPr>
          <p:spPr>
            <a:xfrm>
              <a:off x="8651880" y="4840200"/>
              <a:ext cx="1241280" cy="495360"/>
            </a:xfrm>
            <a:custGeom>
              <a:avLst/>
              <a:gdLst>
                <a:gd name="GluePoint1X" fmla="*/ 720 w 1241280"/>
                <a:gd name="GluePoint1Y" fmla="*/ 318 h 495360"/>
                <a:gd name="GluePoint2X" fmla="*/ 720 w 1241280"/>
                <a:gd name="GluePoint2Y" fmla="*/ 312 h 495360"/>
                <a:gd name="GluePoint3X" fmla="*/ 0 w 1241280"/>
                <a:gd name="GluePoint3Y" fmla="*/ 0 h 495360"/>
                <a:gd name="GluePoint4X" fmla="*/ 0 w 1241280"/>
                <a:gd name="GluePoint4Y" fmla="*/ 54 h 495360"/>
                <a:gd name="GluePoint5X" fmla="*/ 720 w 1241280"/>
                <a:gd name="GluePoint5Y" fmla="*/ 318 h 495360"/>
                <a:gd name="GluePoint6X" fmla="*/ 720 w 1241280"/>
                <a:gd name="GluePoint6Y" fmla="*/ 318 h 49536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l" t="t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rgbClr val="000080"/>
                </a:gs>
                <a:gs pos="100000">
                  <a:srgbClr val="000099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US" sz="1900" strike="noStrike" u="none">
                <a:solidFill>
                  <a:srgbClr val="ffffff"/>
                </a:solidFill>
                <a:effectLst/>
                <a:uFillTx/>
                <a:latin typeface="VNI-Times"/>
              </a:endParaRPr>
            </a:p>
          </p:txBody>
        </p:sp>
        <p:sp>
          <p:nvSpPr>
            <p:cNvPr id="59" name=""/>
            <p:cNvSpPr/>
            <p:nvPr/>
          </p:nvSpPr>
          <p:spPr>
            <a:xfrm>
              <a:off x="0" y="1454040"/>
              <a:ext cx="8642520" cy="3462480"/>
            </a:xfrm>
            <a:custGeom>
              <a:avLst/>
              <a:gdLst>
                <a:gd name="GluePoint1X" fmla="*/ 0 w 8642520"/>
                <a:gd name="GluePoint1Y" fmla="*/ 396 h 3462480"/>
                <a:gd name="GluePoint2X" fmla="*/ 5035 w 8642520"/>
                <a:gd name="GluePoint2Y" fmla="*/ 2188 h 3462480"/>
                <a:gd name="GluePoint3X" fmla="*/ 5035 w 8642520"/>
                <a:gd name="GluePoint3Y" fmla="*/ 2134 h 3462480"/>
                <a:gd name="GluePoint4X" fmla="*/ 0 w 8642520"/>
                <a:gd name="GluePoint4Y" fmla="*/ 0 h 3462480"/>
                <a:gd name="GluePoint5X" fmla="*/ 0 w 8642520"/>
                <a:gd name="GluePoint5Y" fmla="*/ 396 h 3462480"/>
                <a:gd name="GluePoint6X" fmla="*/ 0 w 8642520"/>
                <a:gd name="GluePoint6Y" fmla="*/ 396 h 346248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l" t="t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rgbClr val="000055"/>
                </a:gs>
                <a:gs pos="100000">
                  <a:srgbClr val="000080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US" sz="1900" strike="noStrike" u="none">
                <a:solidFill>
                  <a:srgbClr val="ffffff"/>
                </a:solidFill>
                <a:effectLst/>
                <a:uFillTx/>
                <a:latin typeface="VNI-Times"/>
              </a:endParaRPr>
            </a:p>
          </p:txBody>
        </p:sp>
        <p:sp>
          <p:nvSpPr>
            <p:cNvPr id="60" name=""/>
            <p:cNvSpPr/>
            <p:nvPr/>
          </p:nvSpPr>
          <p:spPr>
            <a:xfrm>
              <a:off x="3944880" y="0"/>
              <a:ext cx="5424480" cy="4316400"/>
            </a:xfrm>
            <a:custGeom>
              <a:avLst/>
              <a:gdLst>
                <a:gd name="GluePoint1X" fmla="*/ 0 w 5424480"/>
                <a:gd name="GluePoint1Y" fmla="*/ 0 h 4316400"/>
                <a:gd name="GluePoint2X" fmla="*/ 3145 w 5424480"/>
                <a:gd name="GluePoint2Y" fmla="*/ 2727 h 4316400"/>
                <a:gd name="GluePoint3X" fmla="*/ 3163 w 5424480"/>
                <a:gd name="GluePoint3Y" fmla="*/ 2704 h 4316400"/>
                <a:gd name="GluePoint4X" fmla="*/ 102 w 5424480"/>
                <a:gd name="GluePoint4Y" fmla="*/ 0 h 4316400"/>
                <a:gd name="GluePoint5X" fmla="*/ 0 w 5424480"/>
                <a:gd name="GluePoint5Y" fmla="*/ 0 h 4316400"/>
                <a:gd name="GluePoint6X" fmla="*/ 0 w 5424480"/>
                <a:gd name="GluePoint6Y" fmla="*/ 0 h 43164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l" t="t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6b"/>
                </a:gs>
                <a:gs pos="100000">
                  <a:srgbClr val="00009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US" sz="1900" strike="noStrike" u="none">
                <a:solidFill>
                  <a:srgbClr val="ffffff"/>
                </a:solidFill>
                <a:effectLst/>
                <a:uFillTx/>
                <a:latin typeface="VNI-Times"/>
              </a:endParaRPr>
            </a:p>
          </p:txBody>
        </p:sp>
        <p:sp>
          <p:nvSpPr>
            <p:cNvPr id="61" name=""/>
            <p:cNvSpPr/>
            <p:nvPr/>
          </p:nvSpPr>
          <p:spPr>
            <a:xfrm>
              <a:off x="9348840" y="4289400"/>
              <a:ext cx="546120" cy="465120"/>
            </a:xfrm>
            <a:custGeom>
              <a:avLst/>
              <a:gdLst>
                <a:gd name="GluePoint1X" fmla="*/ 323 w 546120"/>
                <a:gd name="GluePoint1Y" fmla="*/ 299 h 465120"/>
                <a:gd name="GluePoint2X" fmla="*/ 323 w 546120"/>
                <a:gd name="GluePoint2Y" fmla="*/ 263 h 465120"/>
                <a:gd name="GluePoint3X" fmla="*/ 18 w 546120"/>
                <a:gd name="GluePoint3Y" fmla="*/ 0 h 465120"/>
                <a:gd name="GluePoint4X" fmla="*/ 0 w 546120"/>
                <a:gd name="GluePoint4Y" fmla="*/ 23 h 465120"/>
                <a:gd name="GluePoint5X" fmla="*/ 323 w 546120"/>
                <a:gd name="GluePoint5Y" fmla="*/ 299 h 465120"/>
                <a:gd name="GluePoint6X" fmla="*/ 323 w 546120"/>
                <a:gd name="GluePoint6Y" fmla="*/ 299 h 46512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l" t="t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f0f9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US" sz="1900" strike="noStrike" u="none">
                <a:solidFill>
                  <a:srgbClr val="ffffff"/>
                </a:solidFill>
                <a:effectLst/>
                <a:uFillTx/>
                <a:latin typeface="VNI-Times"/>
              </a:endParaRPr>
            </a:p>
          </p:txBody>
        </p:sp>
        <p:sp>
          <p:nvSpPr>
            <p:cNvPr id="62" name=""/>
            <p:cNvSpPr/>
            <p:nvPr/>
          </p:nvSpPr>
          <p:spPr>
            <a:xfrm>
              <a:off x="9420120" y="4108320"/>
              <a:ext cx="474840" cy="522360"/>
            </a:xfrm>
            <a:custGeom>
              <a:avLst/>
              <a:gdLst>
                <a:gd name="GluePoint1X" fmla="*/ 290 w 474840"/>
                <a:gd name="GluePoint1Y" fmla="*/ 335 h 522360"/>
                <a:gd name="GluePoint2X" fmla="*/ 290 w 474840"/>
                <a:gd name="GluePoint2Y" fmla="*/ 173 h 522360"/>
                <a:gd name="GluePoint3X" fmla="*/ 96 w 474840"/>
                <a:gd name="GluePoint3Y" fmla="*/ 0 h 522360"/>
                <a:gd name="GluePoint4X" fmla="*/ 0 w 474840"/>
                <a:gd name="GluePoint4Y" fmla="*/ 90 h 522360"/>
                <a:gd name="GluePoint5X" fmla="*/ 290 w 474840"/>
                <a:gd name="GluePoint5Y" fmla="*/ 335 h 522360"/>
                <a:gd name="GluePoint6X" fmla="*/ 290 w 474840"/>
                <a:gd name="GluePoint6Y" fmla="*/ 335 h 52236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l" t="t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rgbClr val="0000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US" sz="1900" strike="noStrike" u="none">
                <a:solidFill>
                  <a:srgbClr val="ffffff"/>
                </a:solidFill>
                <a:effectLst/>
                <a:uFillTx/>
                <a:latin typeface="VNI-Times"/>
              </a:endParaRPr>
            </a:p>
          </p:txBody>
        </p:sp>
        <p:sp>
          <p:nvSpPr>
            <p:cNvPr id="63" name=""/>
            <p:cNvSpPr/>
            <p:nvPr/>
          </p:nvSpPr>
          <p:spPr>
            <a:xfrm>
              <a:off x="4219560" y="0"/>
              <a:ext cx="5346720" cy="4241880"/>
            </a:xfrm>
            <a:custGeom>
              <a:avLst/>
              <a:gdLst>
                <a:gd name="GluePoint1X" fmla="*/ 0 w 5346720"/>
                <a:gd name="GluePoint1Y" fmla="*/ 0 h 4241880"/>
                <a:gd name="GluePoint2X" fmla="*/ 3026 w 5346720"/>
                <a:gd name="GluePoint2Y" fmla="*/ 2680 h 4241880"/>
                <a:gd name="GluePoint3X" fmla="*/ 3122 w 5346720"/>
                <a:gd name="GluePoint3Y" fmla="*/ 2590 h 4241880"/>
                <a:gd name="GluePoint4X" fmla="*/ 383 w 5346720"/>
                <a:gd name="GluePoint4Y" fmla="*/ 0 h 4241880"/>
                <a:gd name="GluePoint5X" fmla="*/ 0 w 5346720"/>
                <a:gd name="GluePoint5Y" fmla="*/ 0 h 4241880"/>
                <a:gd name="GluePoint6X" fmla="*/ 0 w 5346720"/>
                <a:gd name="GluePoint6Y" fmla="*/ 0 h 424188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l" t="t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47"/>
                </a:gs>
                <a:gs pos="100000">
                  <a:srgbClr val="00009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US" sz="1900" strike="noStrike" u="none">
                <a:solidFill>
                  <a:srgbClr val="ffffff"/>
                </a:solidFill>
                <a:effectLst/>
                <a:uFillTx/>
                <a:latin typeface="VNI-Times"/>
              </a:endParaRPr>
            </a:p>
          </p:txBody>
        </p:sp>
        <p:sp>
          <p:nvSpPr>
            <p:cNvPr id="64" name=""/>
            <p:cNvSpPr/>
            <p:nvPr/>
          </p:nvSpPr>
          <p:spPr>
            <a:xfrm>
              <a:off x="9677520" y="4022640"/>
              <a:ext cx="217440" cy="200160"/>
            </a:xfrm>
            <a:custGeom>
              <a:avLst/>
              <a:gdLst>
                <a:gd name="GluePoint1X" fmla="*/ 132 w 217440"/>
                <a:gd name="GluePoint1Y" fmla="*/ 132 h 200160"/>
                <a:gd name="GluePoint2X" fmla="*/ 0 w 217440"/>
                <a:gd name="GluePoint2Y" fmla="*/ 0 h 200160"/>
                <a:gd name="GluePoint3X" fmla="*/ 0 w 217440"/>
                <a:gd name="GluePoint3Y" fmla="*/ 0 h 200160"/>
                <a:gd name="GluePoint4X" fmla="*/ 132 w 217440"/>
                <a:gd name="GluePoint4Y" fmla="*/ 132 h 200160"/>
                <a:gd name="GluePoint5X" fmla="*/ 132 w 217440"/>
                <a:gd name="GluePoint5Y" fmla="*/ 132 h 20016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l" t="t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US" sz="1900" strike="noStrike" u="none">
                <a:solidFill>
                  <a:srgbClr val="ffffff"/>
                </a:solidFill>
                <a:effectLst/>
                <a:uFillTx/>
                <a:latin typeface="VNI-Times"/>
              </a:endParaRPr>
            </a:p>
          </p:txBody>
        </p:sp>
        <p:sp>
          <p:nvSpPr>
            <p:cNvPr id="65" name=""/>
            <p:cNvSpPr/>
            <p:nvPr/>
          </p:nvSpPr>
          <p:spPr>
            <a:xfrm>
              <a:off x="5351400" y="0"/>
              <a:ext cx="4313160" cy="4013280"/>
            </a:xfrm>
            <a:custGeom>
              <a:avLst/>
              <a:gdLst>
                <a:gd name="GluePoint1X" fmla="*/ 0 w 4313160"/>
                <a:gd name="GluePoint1Y" fmla="*/ 0 h 4013280"/>
                <a:gd name="GluePoint2X" fmla="*/ 2517 w 4313160"/>
                <a:gd name="GluePoint2Y" fmla="*/ 2536 h 4013280"/>
                <a:gd name="GluePoint3X" fmla="*/ 2517 w 4313160"/>
                <a:gd name="GluePoint3Y" fmla="*/ 2536 h 4013280"/>
                <a:gd name="GluePoint4X" fmla="*/ 66 w 4313160"/>
                <a:gd name="GluePoint4Y" fmla="*/ 0 h 4013280"/>
                <a:gd name="GluePoint5X" fmla="*/ 0 w 4313160"/>
                <a:gd name="GluePoint5Y" fmla="*/ 0 h 4013280"/>
                <a:gd name="GluePoint6X" fmla="*/ 0 w 4313160"/>
                <a:gd name="GluePoint6Y" fmla="*/ 0 h 401328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l" t="t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4f"/>
                </a:gs>
                <a:gs pos="100000">
                  <a:srgbClr val="00009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US" sz="1900" strike="noStrike" u="none">
                <a:solidFill>
                  <a:srgbClr val="ffffff"/>
                </a:solidFill>
                <a:effectLst/>
                <a:uFillTx/>
                <a:latin typeface="VNI-Times"/>
              </a:endParaRPr>
            </a:p>
          </p:txBody>
        </p:sp>
        <p:sp>
          <p:nvSpPr>
            <p:cNvPr id="66" name=""/>
            <p:cNvSpPr/>
            <p:nvPr/>
          </p:nvSpPr>
          <p:spPr>
            <a:xfrm>
              <a:off x="5997600" y="0"/>
              <a:ext cx="3770280" cy="3927600"/>
            </a:xfrm>
            <a:custGeom>
              <a:avLst/>
              <a:gdLst>
                <a:gd name="GluePoint1X" fmla="*/ 0 w 3770280"/>
                <a:gd name="GluePoint1Y" fmla="*/ 0 h 3927600"/>
                <a:gd name="GluePoint2X" fmla="*/ 2188 w 3770280"/>
                <a:gd name="GluePoint2Y" fmla="*/ 2482 h 3927600"/>
                <a:gd name="GluePoint3X" fmla="*/ 2200 w 3770280"/>
                <a:gd name="GluePoint3Y" fmla="*/ 2476 h 3927600"/>
                <a:gd name="GluePoint4X" fmla="*/ 317 w 3770280"/>
                <a:gd name="GluePoint4Y" fmla="*/ 0 h 3927600"/>
                <a:gd name="GluePoint5X" fmla="*/ 0 w 3770280"/>
                <a:gd name="GluePoint5Y" fmla="*/ 0 h 3927600"/>
                <a:gd name="GluePoint6X" fmla="*/ 0 w 3770280"/>
                <a:gd name="GluePoint6Y" fmla="*/ 0 h 3927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l" t="t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65"/>
                </a:gs>
                <a:gs pos="100000">
                  <a:srgbClr val="00008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US" sz="1900" strike="noStrike" u="none">
                <a:solidFill>
                  <a:srgbClr val="ffffff"/>
                </a:solidFill>
                <a:effectLst/>
                <a:uFillTx/>
                <a:latin typeface="VNI-Times"/>
              </a:endParaRPr>
            </a:p>
          </p:txBody>
        </p:sp>
        <p:sp>
          <p:nvSpPr>
            <p:cNvPr id="67" name=""/>
            <p:cNvSpPr/>
            <p:nvPr/>
          </p:nvSpPr>
          <p:spPr>
            <a:xfrm>
              <a:off x="9759960" y="3927600"/>
              <a:ext cx="135000" cy="142920"/>
            </a:xfrm>
            <a:custGeom>
              <a:avLst/>
              <a:gdLst>
                <a:gd name="GluePoint1X" fmla="*/ 84 w 135000"/>
                <a:gd name="GluePoint1Y" fmla="*/ 96 h 142920"/>
                <a:gd name="GluePoint2X" fmla="*/ 84 w 135000"/>
                <a:gd name="GluePoint2Y" fmla="*/ 90 h 142920"/>
                <a:gd name="GluePoint3X" fmla="*/ 12 w 135000"/>
                <a:gd name="GluePoint3Y" fmla="*/ 0 h 142920"/>
                <a:gd name="GluePoint4X" fmla="*/ 0 w 135000"/>
                <a:gd name="GluePoint4Y" fmla="*/ 6 h 142920"/>
                <a:gd name="GluePoint5X" fmla="*/ 84 w 135000"/>
                <a:gd name="GluePoint5Y" fmla="*/ 96 h 142920"/>
                <a:gd name="GluePoint6X" fmla="*/ 84 w 135000"/>
                <a:gd name="GluePoint6Y" fmla="*/ 96 h 14292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l" t="t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1717a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US" sz="1900" strike="noStrike" u="none">
                <a:solidFill>
                  <a:srgbClr val="ffffff"/>
                </a:solidFill>
                <a:effectLst/>
                <a:uFillTx/>
                <a:latin typeface="VNI-Times"/>
              </a:endParaRPr>
            </a:p>
          </p:txBody>
        </p:sp>
        <p:sp>
          <p:nvSpPr>
            <p:cNvPr id="68" name=""/>
            <p:cNvSpPr/>
            <p:nvPr/>
          </p:nvSpPr>
          <p:spPr>
            <a:xfrm>
              <a:off x="9637560" y="1349280"/>
              <a:ext cx="257400" cy="809640"/>
            </a:xfrm>
            <a:custGeom>
              <a:avLst/>
              <a:gdLst>
                <a:gd name="GluePoint1X" fmla="*/ 155 w 257400"/>
                <a:gd name="GluePoint1Y" fmla="*/ 516 h 809640"/>
                <a:gd name="GluePoint2X" fmla="*/ 155 w 257400"/>
                <a:gd name="GluePoint2Y" fmla="*/ 204 h 809640"/>
                <a:gd name="GluePoint3X" fmla="*/ 77 w 257400"/>
                <a:gd name="GluePoint3Y" fmla="*/ 0 h 809640"/>
                <a:gd name="GluePoint4X" fmla="*/ 0 w 257400"/>
                <a:gd name="GluePoint4Y" fmla="*/ 192 h 809640"/>
                <a:gd name="GluePoint5X" fmla="*/ 155 w 257400"/>
                <a:gd name="GluePoint5Y" fmla="*/ 516 h 809640"/>
                <a:gd name="GluePoint6X" fmla="*/ 155 w 257400"/>
                <a:gd name="GluePoint6Y" fmla="*/ 516 h 80964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l" t="t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rgbClr val="0000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US" sz="1900" strike="noStrike" u="none">
                <a:solidFill>
                  <a:srgbClr val="ffffff"/>
                </a:solidFill>
                <a:effectLst/>
                <a:uFillTx/>
                <a:latin typeface="VNI-Times"/>
              </a:endParaRPr>
            </a:p>
          </p:txBody>
        </p:sp>
        <p:sp>
          <p:nvSpPr>
            <p:cNvPr id="69" name=""/>
            <p:cNvSpPr/>
            <p:nvPr/>
          </p:nvSpPr>
          <p:spPr>
            <a:xfrm>
              <a:off x="8783640" y="0"/>
              <a:ext cx="969840" cy="1644480"/>
            </a:xfrm>
            <a:custGeom>
              <a:avLst/>
              <a:gdLst>
                <a:gd name="GluePoint1X" fmla="*/ 0 w 969840"/>
                <a:gd name="GluePoint1Y" fmla="*/ 0 h 1644480"/>
                <a:gd name="GluePoint2X" fmla="*/ 497 w 969840"/>
                <a:gd name="GluePoint2Y" fmla="*/ 1043 h 1644480"/>
                <a:gd name="GluePoint3X" fmla="*/ 574 w 969840"/>
                <a:gd name="GluePoint3Y" fmla="*/ 851 h 1644480"/>
                <a:gd name="GluePoint4X" fmla="*/ 251 w 969840"/>
                <a:gd name="GluePoint4Y" fmla="*/ 0 h 1644480"/>
                <a:gd name="GluePoint5X" fmla="*/ 0 w 969840"/>
                <a:gd name="GluePoint5Y" fmla="*/ 0 h 1644480"/>
                <a:gd name="GluePoint6X" fmla="*/ 0 w 969840"/>
                <a:gd name="GluePoint6Y" fmla="*/ 0 h 164448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l" t="t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55"/>
                </a:gs>
                <a:gs pos="100000">
                  <a:srgbClr val="00008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US" sz="1900" strike="noStrike" u="none">
                <a:solidFill>
                  <a:srgbClr val="ffffff"/>
                </a:solidFill>
                <a:effectLst/>
                <a:uFillTx/>
                <a:latin typeface="VNI-Times"/>
              </a:endParaRPr>
            </a:p>
          </p:txBody>
        </p:sp>
        <p:sp>
          <p:nvSpPr>
            <p:cNvPr id="70" name=""/>
            <p:cNvSpPr/>
            <p:nvPr/>
          </p:nvSpPr>
          <p:spPr>
            <a:xfrm>
              <a:off x="9307440" y="0"/>
              <a:ext cx="576360" cy="1254240"/>
            </a:xfrm>
            <a:custGeom>
              <a:avLst/>
              <a:gdLst>
                <a:gd name="GluePoint1X" fmla="*/ 144 w 576360"/>
                <a:gd name="GluePoint1Y" fmla="*/ 0 h 1254240"/>
                <a:gd name="GluePoint2X" fmla="*/ 0 w 576360"/>
                <a:gd name="GluePoint2Y" fmla="*/ 0 h 1254240"/>
                <a:gd name="GluePoint3X" fmla="*/ 287 w 576360"/>
                <a:gd name="GluePoint3Y" fmla="*/ 797 h 1254240"/>
                <a:gd name="GluePoint4X" fmla="*/ 341 w 576360"/>
                <a:gd name="GluePoint4Y" fmla="*/ 653 h 1254240"/>
                <a:gd name="GluePoint5X" fmla="*/ 144 w 576360"/>
                <a:gd name="GluePoint5Y" fmla="*/ 0 h 1254240"/>
                <a:gd name="GluePoint6X" fmla="*/ 144 w 576360"/>
                <a:gd name="GluePoint6Y" fmla="*/ 0 h 125424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l" t="t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59"/>
                </a:gs>
                <a:gs pos="100000">
                  <a:srgbClr val="00008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US" sz="1900" strike="noStrike" u="none">
                <a:solidFill>
                  <a:srgbClr val="ffffff"/>
                </a:solidFill>
                <a:effectLst/>
                <a:uFillTx/>
                <a:latin typeface="VNI-Times"/>
              </a:endParaRPr>
            </a:p>
          </p:txBody>
        </p:sp>
        <p:sp>
          <p:nvSpPr>
            <p:cNvPr id="71" name=""/>
            <p:cNvSpPr/>
            <p:nvPr/>
          </p:nvSpPr>
          <p:spPr>
            <a:xfrm>
              <a:off x="9801360" y="1036800"/>
              <a:ext cx="93600" cy="484200"/>
            </a:xfrm>
            <a:custGeom>
              <a:avLst/>
              <a:gdLst>
                <a:gd name="GluePoint1X" fmla="*/ 0 w 93600"/>
                <a:gd name="GluePoint1Y" fmla="*/ 144 h 484200"/>
                <a:gd name="GluePoint2X" fmla="*/ 60 w 93600"/>
                <a:gd name="GluePoint2Y" fmla="*/ 303 h 484200"/>
                <a:gd name="GluePoint3X" fmla="*/ 60 w 93600"/>
                <a:gd name="GluePoint3Y" fmla="*/ 6 h 484200"/>
                <a:gd name="GluePoint4X" fmla="*/ 54 w 93600"/>
                <a:gd name="GluePoint4Y" fmla="*/ 0 h 484200"/>
                <a:gd name="GluePoint5X" fmla="*/ 0 w 93600"/>
                <a:gd name="GluePoint5Y" fmla="*/ 144 h 484200"/>
                <a:gd name="GluePoint6X" fmla="*/ 0 w 93600"/>
                <a:gd name="GluePoint6Y" fmla="*/ 144 h 4842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l" t="t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rgbClr val="0000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US" sz="1900" strike="noStrike" u="none">
                <a:solidFill>
                  <a:srgbClr val="ffffff"/>
                </a:solidFill>
                <a:effectLst/>
                <a:uFillTx/>
                <a:latin typeface="VNI-Times"/>
              </a:endParaRPr>
            </a:p>
          </p:txBody>
        </p:sp>
        <p:sp>
          <p:nvSpPr>
            <p:cNvPr id="72" name=""/>
            <p:cNvSpPr/>
            <p:nvPr/>
          </p:nvSpPr>
          <p:spPr>
            <a:xfrm>
              <a:off x="3240" y="2541600"/>
              <a:ext cx="9887040" cy="2949480"/>
            </a:xfrm>
            <a:custGeom>
              <a:avLst/>
              <a:gdLst>
                <a:gd name="GluePoint1X" fmla="*/ 0 w 9887040"/>
                <a:gd name="GluePoint1Y" fmla="*/ 371 h 2949480"/>
                <a:gd name="GluePoint2X" fmla="*/ 5740 w 9887040"/>
                <a:gd name="GluePoint2Y" fmla="*/ 1864 h 2949480"/>
                <a:gd name="GluePoint3X" fmla="*/ 5740 w 9887040"/>
                <a:gd name="GluePoint3Y" fmla="*/ 1834 h 2949480"/>
                <a:gd name="GluePoint4X" fmla="*/ 0 w 9887040"/>
                <a:gd name="GluePoint4Y" fmla="*/ 0 h 2949480"/>
                <a:gd name="GluePoint5X" fmla="*/ 0 w 9887040"/>
                <a:gd name="GluePoint5Y" fmla="*/ 371 h 2949480"/>
                <a:gd name="GluePoint6X" fmla="*/ 0 w 9887040"/>
                <a:gd name="GluePoint6Y" fmla="*/ 371 h 294948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l" t="t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rgbClr val="000061"/>
                </a:gs>
                <a:gs pos="100000">
                  <a:srgbClr val="00009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US" sz="1900" strike="noStrike" u="none">
                <a:solidFill>
                  <a:srgbClr val="ffffff"/>
                </a:solidFill>
                <a:effectLst/>
                <a:uFillTx/>
                <a:latin typeface="VNI-Times"/>
              </a:endParaRPr>
            </a:p>
          </p:txBody>
        </p:sp>
        <p:sp>
          <p:nvSpPr>
            <p:cNvPr id="73" name=""/>
            <p:cNvSpPr/>
            <p:nvPr/>
          </p:nvSpPr>
          <p:spPr>
            <a:xfrm>
              <a:off x="9896400" y="5529240"/>
              <a:ext cx="360" cy="360"/>
            </a:xfrm>
            <a:custGeom>
              <a:avLst/>
              <a:gdLst>
                <a:gd name="GluePoint1X" fmla="*/ 6 w 360"/>
                <a:gd name="GluePoint1Y" fmla="*/ 6 h 360"/>
                <a:gd name="GluePoint2X" fmla="*/ 0 w 360"/>
                <a:gd name="GluePoint2Y" fmla="*/ 0 h 360"/>
                <a:gd name="GluePoint3X" fmla="*/ 0 w 360"/>
                <a:gd name="GluePoint3Y" fmla="*/ 6 h 360"/>
                <a:gd name="GluePoint4X" fmla="*/ 6 w 360"/>
                <a:gd name="GluePoint4Y" fmla="*/ 6 h 360"/>
                <a:gd name="GluePoint5X" fmla="*/ 6 w 360"/>
                <a:gd name="GluePoint5Y" fmla="*/ 6 h 36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l" t="t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-46440" bIns="-46440" anchor="ctr">
              <a:noAutofit/>
            </a:bodyPr>
            <a:p>
              <a:endParaRPr b="0" lang="en-US" sz="1900" strike="noStrike" u="none">
                <a:solidFill>
                  <a:srgbClr val="ffffff"/>
                </a:solidFill>
                <a:effectLst/>
                <a:uFillTx/>
                <a:latin typeface="VNI-Times"/>
              </a:endParaRPr>
            </a:p>
          </p:txBody>
        </p:sp>
        <p:sp>
          <p:nvSpPr>
            <p:cNvPr id="74" name=""/>
            <p:cNvSpPr/>
            <p:nvPr/>
          </p:nvSpPr>
          <p:spPr>
            <a:xfrm>
              <a:off x="3240" y="3416400"/>
              <a:ext cx="9887040" cy="2112840"/>
            </a:xfrm>
            <a:custGeom>
              <a:avLst/>
              <a:gdLst>
                <a:gd name="GluePoint1X" fmla="*/ 0 w 9887040"/>
                <a:gd name="GluePoint1Y" fmla="*/ 366 h 2112840"/>
                <a:gd name="GluePoint2X" fmla="*/ 5740 w 9887040"/>
                <a:gd name="GluePoint2Y" fmla="*/ 1337 h 2112840"/>
                <a:gd name="GluePoint3X" fmla="*/ 5740 w 9887040"/>
                <a:gd name="GluePoint3Y" fmla="*/ 1331 h 2112840"/>
                <a:gd name="GluePoint4X" fmla="*/ 0 w 9887040"/>
                <a:gd name="GluePoint4Y" fmla="*/ 0 h 2112840"/>
                <a:gd name="GluePoint5X" fmla="*/ 0 w 9887040"/>
                <a:gd name="GluePoint5Y" fmla="*/ 366 h 2112840"/>
                <a:gd name="GluePoint6X" fmla="*/ 0 w 9887040"/>
                <a:gd name="GluePoint6Y" fmla="*/ 366 h 211284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l" t="t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rgbClr val="00005d"/>
                </a:gs>
                <a:gs pos="100000">
                  <a:srgbClr val="00009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US" sz="1900" strike="noStrike" u="none">
                <a:solidFill>
                  <a:srgbClr val="ffffff"/>
                </a:solidFill>
                <a:effectLst/>
                <a:uFillTx/>
                <a:latin typeface="VNI-Times"/>
              </a:endParaRPr>
            </a:p>
          </p:txBody>
        </p:sp>
        <p:sp>
          <p:nvSpPr>
            <p:cNvPr id="75" name=""/>
            <p:cNvSpPr/>
            <p:nvPr/>
          </p:nvSpPr>
          <p:spPr>
            <a:xfrm>
              <a:off x="3240" y="5043600"/>
              <a:ext cx="9887040" cy="647640"/>
            </a:xfrm>
            <a:custGeom>
              <a:avLst/>
              <a:gdLst>
                <a:gd name="GluePoint1X" fmla="*/ 0 w 9887040"/>
                <a:gd name="GluePoint1Y" fmla="*/ 48 h 647640"/>
                <a:gd name="GluePoint2X" fmla="*/ 5740 w 9887040"/>
                <a:gd name="GluePoint2Y" fmla="*/ 414 h 647640"/>
                <a:gd name="GluePoint3X" fmla="*/ 5740 w 9887040"/>
                <a:gd name="GluePoint3Y" fmla="*/ 402 h 647640"/>
                <a:gd name="GluePoint4X" fmla="*/ 0 w 9887040"/>
                <a:gd name="GluePoint4Y" fmla="*/ 0 h 647640"/>
                <a:gd name="GluePoint5X" fmla="*/ 0 w 9887040"/>
                <a:gd name="GluePoint5Y" fmla="*/ 48 h 647640"/>
                <a:gd name="GluePoint6X" fmla="*/ 0 w 9887040"/>
                <a:gd name="GluePoint6Y" fmla="*/ 48 h 64764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l" t="t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rgbClr val="000082"/>
                </a:gs>
                <a:gs pos="100000">
                  <a:srgbClr val="000099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US" sz="1900" strike="noStrike" u="none">
                <a:solidFill>
                  <a:srgbClr val="ffffff"/>
                </a:solidFill>
                <a:effectLst/>
                <a:uFillTx/>
                <a:latin typeface="VNI-Times"/>
              </a:endParaRPr>
            </a:p>
          </p:txBody>
        </p:sp>
        <p:sp>
          <p:nvSpPr>
            <p:cNvPr id="76" name=""/>
            <p:cNvSpPr/>
            <p:nvPr/>
          </p:nvSpPr>
          <p:spPr>
            <a:xfrm>
              <a:off x="2230560" y="0"/>
              <a:ext cx="7659720" cy="5033880"/>
            </a:xfrm>
            <a:custGeom>
              <a:avLst/>
              <a:gdLst>
                <a:gd name="GluePoint1X" fmla="*/ 0 w 7659720"/>
                <a:gd name="GluePoint1Y" fmla="*/ 0 h 5033880"/>
                <a:gd name="GluePoint2X" fmla="*/ 4448 w 7659720"/>
                <a:gd name="GluePoint2Y" fmla="*/ 3177 h 5033880"/>
                <a:gd name="GluePoint3X" fmla="*/ 4448 w 7659720"/>
                <a:gd name="GluePoint3Y" fmla="*/ 3153 h 5033880"/>
                <a:gd name="GluePoint4X" fmla="*/ 125 w 7659720"/>
                <a:gd name="GluePoint4Y" fmla="*/ 0 h 5033880"/>
                <a:gd name="GluePoint5X" fmla="*/ 0 w 7659720"/>
                <a:gd name="GluePoint5Y" fmla="*/ 0 h 5033880"/>
                <a:gd name="GluePoint6X" fmla="*/ 0 w 7659720"/>
                <a:gd name="GluePoint6Y" fmla="*/ 0 h 503388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l" t="t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4a"/>
                </a:gs>
                <a:gs pos="100000">
                  <a:srgbClr val="00009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US" sz="1900" strike="noStrike" u="none">
                <a:solidFill>
                  <a:srgbClr val="ffffff"/>
                </a:solidFill>
                <a:effectLst/>
                <a:uFillTx/>
                <a:latin typeface="VNI-Times"/>
              </a:endParaRPr>
            </a:p>
          </p:txBody>
        </p:sp>
        <p:sp>
          <p:nvSpPr>
            <p:cNvPr id="77" name=""/>
            <p:cNvSpPr/>
            <p:nvPr/>
          </p:nvSpPr>
          <p:spPr>
            <a:xfrm>
              <a:off x="5711760" y="0"/>
              <a:ext cx="4175280" cy="4140360"/>
            </a:xfrm>
            <a:custGeom>
              <a:avLst/>
              <a:gdLst>
                <a:gd name="GluePoint1X" fmla="*/ 0 w 4175280"/>
                <a:gd name="GluePoint1Y" fmla="*/ 0 h 4140360"/>
                <a:gd name="GluePoint2X" fmla="*/ 2428 w 4175280"/>
                <a:gd name="GluePoint2Y" fmla="*/ 2614 h 4140360"/>
                <a:gd name="GluePoint3X" fmla="*/ 2428 w 4175280"/>
                <a:gd name="GluePoint3Y" fmla="*/ 2608 h 4140360"/>
                <a:gd name="GluePoint4X" fmla="*/ 66 w 4175280"/>
                <a:gd name="GluePoint4Y" fmla="*/ 0 h 4140360"/>
                <a:gd name="GluePoint5X" fmla="*/ 0 w 4175280"/>
                <a:gd name="GluePoint5Y" fmla="*/ 0 h 4140360"/>
                <a:gd name="GluePoint6X" fmla="*/ 0 w 4175280"/>
                <a:gd name="GluePoint6Y" fmla="*/ 0 h 414036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l" t="t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82"/>
                </a:gs>
                <a:gs pos="100000">
                  <a:srgbClr val="00009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US" sz="1900" strike="noStrike" u="none">
                <a:solidFill>
                  <a:srgbClr val="ffffff"/>
                </a:solidFill>
                <a:effectLst/>
                <a:uFillTx/>
                <a:latin typeface="VNI-Times"/>
              </a:endParaRPr>
            </a:p>
          </p:txBody>
        </p:sp>
        <p:sp>
          <p:nvSpPr>
            <p:cNvPr id="78" name=""/>
            <p:cNvSpPr/>
            <p:nvPr/>
          </p:nvSpPr>
          <p:spPr>
            <a:xfrm>
              <a:off x="6792840" y="0"/>
              <a:ext cx="3095640" cy="3902040"/>
            </a:xfrm>
            <a:custGeom>
              <a:avLst/>
              <a:gdLst>
                <a:gd name="GluePoint1X" fmla="*/ 485 w 3095640"/>
                <a:gd name="GluePoint1Y" fmla="*/ 0 h 3902040"/>
                <a:gd name="GluePoint2X" fmla="*/ 0 w 3095640"/>
                <a:gd name="GluePoint2Y" fmla="*/ 0 h 3902040"/>
                <a:gd name="GluePoint3X" fmla="*/ 1800 w 3095640"/>
                <a:gd name="GluePoint3Y" fmla="*/ 2464 h 3902040"/>
                <a:gd name="GluePoint4X" fmla="*/ 1800 w 3095640"/>
                <a:gd name="GluePoint4Y" fmla="*/ 2248 h 3902040"/>
                <a:gd name="GluePoint5X" fmla="*/ 1794 w 3095640"/>
                <a:gd name="GluePoint5Y" fmla="*/ 2248 h 3902040"/>
                <a:gd name="GluePoint6X" fmla="*/ 485 w 3095640"/>
                <a:gd name="GluePoint6Y" fmla="*/ 0 h 3902040"/>
                <a:gd name="GluePoint7X" fmla="*/ 485 w 3095640"/>
                <a:gd name="GluePoint7Y" fmla="*/ 0 h 390204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l" t="t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65"/>
                </a:gs>
                <a:gs pos="100000">
                  <a:srgbClr val="00008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US" sz="1900" strike="noStrike" u="none">
                <a:solidFill>
                  <a:srgbClr val="ffffff"/>
                </a:solidFill>
                <a:effectLst/>
                <a:uFillTx/>
                <a:latin typeface="VNI-Times"/>
              </a:endParaRPr>
            </a:p>
          </p:txBody>
        </p:sp>
        <p:sp>
          <p:nvSpPr>
            <p:cNvPr id="79" name=""/>
            <p:cNvSpPr/>
            <p:nvPr/>
          </p:nvSpPr>
          <p:spPr>
            <a:xfrm>
              <a:off x="7773840" y="0"/>
              <a:ext cx="2114640" cy="3282840"/>
            </a:xfrm>
            <a:custGeom>
              <a:avLst/>
              <a:gdLst>
                <a:gd name="GluePoint1X" fmla="*/ 0 w 2114640"/>
                <a:gd name="GluePoint1Y" fmla="*/ 0 h 3282840"/>
                <a:gd name="GluePoint2X" fmla="*/ 1232 w 2114640"/>
                <a:gd name="GluePoint2Y" fmla="*/ 2074 h 3282840"/>
                <a:gd name="GluePoint3X" fmla="*/ 1232 w 2114640"/>
                <a:gd name="GluePoint3Y" fmla="*/ 2038 h 3282840"/>
                <a:gd name="GluePoint4X" fmla="*/ 42 w 2114640"/>
                <a:gd name="GluePoint4Y" fmla="*/ 0 h 3282840"/>
                <a:gd name="GluePoint5X" fmla="*/ 0 w 2114640"/>
                <a:gd name="GluePoint5Y" fmla="*/ 0 h 3282840"/>
                <a:gd name="GluePoint6X" fmla="*/ 0 w 2114640"/>
                <a:gd name="GluePoint6Y" fmla="*/ 0 h 328284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l" t="t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58"/>
                </a:gs>
                <a:gs pos="100000">
                  <a:srgbClr val="00009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US" sz="1900" strike="noStrike" u="none">
                <a:solidFill>
                  <a:srgbClr val="ffffff"/>
                </a:solidFill>
                <a:effectLst/>
                <a:uFillTx/>
                <a:latin typeface="VNI-Times"/>
              </a:endParaRPr>
            </a:p>
          </p:txBody>
        </p:sp>
        <p:sp>
          <p:nvSpPr>
            <p:cNvPr id="80" name=""/>
            <p:cNvSpPr/>
            <p:nvPr/>
          </p:nvSpPr>
          <p:spPr>
            <a:xfrm>
              <a:off x="8074080" y="0"/>
              <a:ext cx="1816200" cy="3063960"/>
            </a:xfrm>
            <a:custGeom>
              <a:avLst/>
              <a:gdLst>
                <a:gd name="GluePoint1X" fmla="*/ 0 w 1816200"/>
                <a:gd name="GluePoint1Y" fmla="*/ 0 h 3063960"/>
                <a:gd name="GluePoint2X" fmla="*/ 1058 w 1816200"/>
                <a:gd name="GluePoint2Y" fmla="*/ 1936 h 3063960"/>
                <a:gd name="GluePoint3X" fmla="*/ 1058 w 1816200"/>
                <a:gd name="GluePoint3Y" fmla="*/ 1930 h 3063960"/>
                <a:gd name="GluePoint4X" fmla="*/ 54 w 1816200"/>
                <a:gd name="GluePoint4Y" fmla="*/ 0 h 3063960"/>
                <a:gd name="GluePoint5X" fmla="*/ 0 w 1816200"/>
                <a:gd name="GluePoint5Y" fmla="*/ 0 h 3063960"/>
                <a:gd name="GluePoint6X" fmla="*/ 0 w 1816200"/>
                <a:gd name="GluePoint6Y" fmla="*/ 0 h 306396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l" t="t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6f"/>
                </a:gs>
                <a:gs pos="100000">
                  <a:srgbClr val="00009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US" sz="1900" strike="noStrike" u="none">
                <a:solidFill>
                  <a:srgbClr val="ffffff"/>
                </a:solidFill>
                <a:effectLst/>
                <a:uFillTx/>
                <a:latin typeface="VNI-Times"/>
              </a:endParaRPr>
            </a:p>
          </p:txBody>
        </p:sp>
        <p:sp>
          <p:nvSpPr>
            <p:cNvPr id="81" name=""/>
            <p:cNvSpPr/>
            <p:nvPr/>
          </p:nvSpPr>
          <p:spPr>
            <a:xfrm>
              <a:off x="8567640" y="0"/>
              <a:ext cx="1320840" cy="2351160"/>
            </a:xfrm>
            <a:custGeom>
              <a:avLst/>
              <a:gdLst>
                <a:gd name="GluePoint1X" fmla="*/ 771 w 1320840"/>
                <a:gd name="GluePoint1Y" fmla="*/ 1433 h 2351160"/>
                <a:gd name="GluePoint2X" fmla="*/ 42 w 1320840"/>
                <a:gd name="GluePoint2Y" fmla="*/ 0 h 2351160"/>
                <a:gd name="GluePoint3X" fmla="*/ 0 w 1320840"/>
                <a:gd name="GluePoint3Y" fmla="*/ 0 h 2351160"/>
                <a:gd name="GluePoint4X" fmla="*/ 771 w 1320840"/>
                <a:gd name="GluePoint4Y" fmla="*/ 1487 h 2351160"/>
                <a:gd name="GluePoint5X" fmla="*/ 771 w 1320840"/>
                <a:gd name="GluePoint5Y" fmla="*/ 1433 h 2351160"/>
                <a:gd name="GluePoint6X" fmla="*/ 771 w 1320840"/>
                <a:gd name="GluePoint6Y" fmla="*/ 1433 h 235116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l" t="t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rgbClr val="000079"/>
                </a:gs>
                <a:gs pos="100000">
                  <a:srgbClr val="00009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US" sz="1900" strike="noStrike" u="none">
                <a:solidFill>
                  <a:srgbClr val="ffffff"/>
                </a:solidFill>
                <a:effectLst/>
                <a:uFillTx/>
                <a:latin typeface="VNI-Times"/>
              </a:endParaRPr>
            </a:p>
          </p:txBody>
        </p:sp>
        <p:grpSp>
          <p:nvGrpSpPr>
            <p:cNvPr id="82" name=""/>
            <p:cNvGrpSpPr/>
            <p:nvPr/>
          </p:nvGrpSpPr>
          <p:grpSpPr>
            <a:xfrm>
              <a:off x="0" y="2590920"/>
              <a:ext cx="9893160" cy="2939760"/>
              <a:chOff x="0" y="2590920"/>
              <a:chExt cx="9893160" cy="2939760"/>
            </a:xfrm>
          </p:grpSpPr>
          <p:sp>
            <p:nvSpPr>
              <p:cNvPr id="83" name=""/>
              <p:cNvSpPr/>
              <p:nvPr/>
            </p:nvSpPr>
            <p:spPr>
              <a:xfrm>
                <a:off x="0" y="2590920"/>
                <a:ext cx="6302520" cy="2074680"/>
              </a:xfrm>
              <a:custGeom>
                <a:avLst/>
                <a:gdLst>
                  <a:gd name="GluePoint1X" fmla="*/ 0 w 6302520"/>
                  <a:gd name="GluePoint1Y" fmla="*/ 0 h 2074680"/>
                  <a:gd name="GluePoint2X" fmla="*/ 0 w 6302520"/>
                  <a:gd name="GluePoint2Y" fmla="*/ 366 h 2074680"/>
                  <a:gd name="GluePoint3X" fmla="*/ 3635 w 6302520"/>
                  <a:gd name="GluePoint3Y" fmla="*/ 1313 h 2074680"/>
                  <a:gd name="GluePoint4X" fmla="*/ 3647 w 6302520"/>
                  <a:gd name="GluePoint4Y" fmla="*/ 1235 h 2074680"/>
                  <a:gd name="GluePoint5X" fmla="*/ 3659 w 6302520"/>
                  <a:gd name="GluePoint5Y" fmla="*/ 1163 h 2074680"/>
                  <a:gd name="GluePoint6X" fmla="*/ 0 w 6302520"/>
                  <a:gd name="GluePoint6Y" fmla="*/ 0 h 2074680"/>
                  <a:gd name="GluePoint7X" fmla="*/ 0 w 6302520"/>
                  <a:gd name="GluePoint7Y" fmla="*/ 0 h 207468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</a:cxnLst>
                <a:rect l="l" t="t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6f"/>
                  </a:gs>
                  <a:gs pos="100000">
                    <a:srgbClr val="000099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US" sz="1900" strike="noStrike" u="none">
                  <a:solidFill>
                    <a:srgbClr val="ffffff"/>
                  </a:solidFill>
                  <a:effectLst/>
                  <a:uFillTx/>
                  <a:latin typeface="VNI-Times"/>
                </a:endParaRPr>
              </a:p>
            </p:txBody>
          </p:sp>
          <p:sp>
            <p:nvSpPr>
              <p:cNvPr id="84" name=""/>
              <p:cNvSpPr/>
              <p:nvPr/>
            </p:nvSpPr>
            <p:spPr>
              <a:xfrm>
                <a:off x="6270480" y="4437000"/>
                <a:ext cx="3622680" cy="1093680"/>
              </a:xfrm>
              <a:custGeom>
                <a:avLst/>
                <a:gdLst>
                  <a:gd name="GluePoint1X" fmla="*/ 2105 w 3622680"/>
                  <a:gd name="GluePoint1Y" fmla="*/ 665 h 1093680"/>
                  <a:gd name="GluePoint2X" fmla="*/ 24 w 3622680"/>
                  <a:gd name="GluePoint2Y" fmla="*/ 0 h 1093680"/>
                  <a:gd name="GluePoint3X" fmla="*/ 12 w 3622680"/>
                  <a:gd name="GluePoint3Y" fmla="*/ 72 h 1093680"/>
                  <a:gd name="GluePoint4X" fmla="*/ 0 w 3622680"/>
                  <a:gd name="GluePoint4Y" fmla="*/ 150 h 1093680"/>
                  <a:gd name="GluePoint5X" fmla="*/ 2105 w 3622680"/>
                  <a:gd name="GluePoint5Y" fmla="*/ 695 h 1093680"/>
                  <a:gd name="GluePoint6X" fmla="*/ 2105 w 3622680"/>
                  <a:gd name="GluePoint6Y" fmla="*/ 665 h 1093680"/>
                  <a:gd name="GluePoint7X" fmla="*/ 2105 w 3622680"/>
                  <a:gd name="GluePoint7Y" fmla="*/ 665 h 109368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</a:cxnLst>
                <a:rect l="l" t="t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99"/>
                  </a:gs>
                  <a:gs pos="100000">
                    <a:srgbClr val="1717a2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US" sz="1900" strike="noStrike" u="none">
                  <a:solidFill>
                    <a:srgbClr val="ffffff"/>
                  </a:solidFill>
                  <a:effectLst/>
                  <a:uFillTx/>
                  <a:latin typeface="VNI-Times"/>
                </a:endParaRPr>
              </a:p>
            </p:txBody>
          </p:sp>
        </p:grpSp>
      </p:grpSp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95360" y="277920"/>
            <a:ext cx="8905680" cy="1133280"/>
          </a:xfrm>
          <a:prstGeom prst="rect">
            <a:avLst/>
          </a:prstGeom>
          <a:noFill/>
          <a:ln w="0">
            <a:noFill/>
          </a:ln>
        </p:spPr>
        <p:txBody>
          <a:bodyPr lIns="95760" rIns="95760" tIns="47880" bIns="47880" anchor="ctr">
            <a:noAutofit/>
          </a:bodyPr>
          <a:p>
            <a:pPr indent="0" algn="ctr">
              <a:spcBef>
                <a:spcPts val="74"/>
              </a:spcBef>
              <a:spcAft>
                <a:spcPts val="74"/>
              </a:spcAft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4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495360" y="1603440"/>
            <a:ext cx="8905680" cy="4518000"/>
          </a:xfrm>
          <a:prstGeom prst="rect">
            <a:avLst/>
          </a:prstGeom>
          <a:noFill/>
          <a:ln w="0">
            <a:noFill/>
          </a:ln>
        </p:spPr>
        <p:txBody>
          <a:bodyPr lIns="95760" rIns="95760" tIns="47880" bIns="47880" anchor="t">
            <a:normAutofit/>
          </a:bodyPr>
          <a:p>
            <a:pPr marL="343080" indent="-343080">
              <a:spcBef>
                <a:spcPts val="924"/>
              </a:spcBef>
              <a:spcAft>
                <a:spcPts val="74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3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343080" indent="-343080">
              <a:spcBef>
                <a:spcPts val="924"/>
              </a:spcBef>
              <a:spcAft>
                <a:spcPts val="74"/>
              </a:spcAft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3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US" sz="3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343080" indent="-343080">
              <a:spcBef>
                <a:spcPts val="924"/>
              </a:spcBef>
              <a:spcAft>
                <a:spcPts val="74"/>
              </a:spcAft>
              <a:buClr>
                <a:srgbClr val="000000"/>
              </a:buClr>
              <a:buFont typeface="Times New Roman"/>
              <a:buChar char="•"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3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US" sz="3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343080" indent="-343080">
              <a:spcBef>
                <a:spcPts val="924"/>
              </a:spcBef>
              <a:spcAft>
                <a:spcPts val="74"/>
              </a:spcAft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3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US" sz="3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343080" indent="-343080">
              <a:spcBef>
                <a:spcPts val="924"/>
              </a:spcBef>
              <a:spcAft>
                <a:spcPts val="74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3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US" sz="3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343080" indent="-343080">
              <a:spcBef>
                <a:spcPts val="924"/>
              </a:spcBef>
              <a:spcAft>
                <a:spcPts val="74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3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US" sz="3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43080" indent="-343080">
              <a:spcBef>
                <a:spcPts val="924"/>
              </a:spcBef>
              <a:spcAft>
                <a:spcPts val="74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3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US" sz="3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495360" y="6246720"/>
            <a:ext cx="231120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indent="0">
              <a:spcBef>
                <a:spcPts val="74"/>
              </a:spcBef>
              <a:spcAft>
                <a:spcPts val="74"/>
              </a:spcAft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900" strike="noStrike" u="none">
              <a:solidFill>
                <a:srgbClr val="ffffff"/>
              </a:solidFill>
              <a:effectLst/>
              <a:uFillTx/>
              <a:latin typeface="VNI-Times"/>
            </a:endParaRPr>
          </a:p>
        </p:txBody>
      </p:sp>
      <p:sp>
        <p:nvSpPr>
          <p:cNvPr id="88" name=""/>
          <p:cNvSpPr/>
          <p:nvPr/>
        </p:nvSpPr>
        <p:spPr>
          <a:xfrm>
            <a:off x="3384720" y="6248520"/>
            <a:ext cx="31366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indent="0">
              <a:spcBef>
                <a:spcPts val="74"/>
              </a:spcBef>
              <a:spcAft>
                <a:spcPts val="74"/>
              </a:spcAft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900" strike="noStrike" u="none">
              <a:solidFill>
                <a:srgbClr val="ffffff"/>
              </a:solidFill>
              <a:effectLst/>
              <a:uFillTx/>
              <a:latin typeface="VNI-Times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sldNum" idx="2"/>
          </p:nvPr>
        </p:nvSpPr>
        <p:spPr>
          <a:xfrm>
            <a:off x="7099200" y="6246360"/>
            <a:ext cx="2301840" cy="444600"/>
          </a:xfrm>
          <a:prstGeom prst="rect">
            <a:avLst/>
          </a:prstGeom>
          <a:noFill/>
          <a:ln w="0">
            <a:noFill/>
          </a:ln>
        </p:spPr>
        <p:txBody>
          <a:bodyPr lIns="95760" rIns="95760" tIns="47880" bIns="47880" anchor="b">
            <a:noAutofit/>
          </a:bodyPr>
          <a:lstStyle>
            <a:lvl1pPr indent="0" algn="r">
              <a:lnSpc>
                <a:spcPct val="100000"/>
              </a:lnSpc>
              <a:spcBef>
                <a:spcPts val="74"/>
              </a:spcBef>
              <a:spcAft>
                <a:spcPts val="74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  <a:def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spcBef>
                <a:spcPts val="74"/>
              </a:spcBef>
              <a:spcAft>
                <a:spcPts val="74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*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58"/>
            </a:gs>
            <a:gs pos="100000">
              <a:srgbClr val="000099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"/>
          <p:cNvSpPr/>
          <p:nvPr/>
        </p:nvSpPr>
        <p:spPr>
          <a:xfrm>
            <a:off x="152280" y="228600"/>
            <a:ext cx="8915400" cy="91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760" rIns="95760" tIns="47880" bIns="47880" anchor="ctr" anchorCtr="1">
            <a:noAutofit/>
          </a:bodyPr>
          <a:p>
            <a:pPr algn="ctr">
              <a:lnSpc>
                <a:spcPct val="100000"/>
              </a:lnSpc>
              <a:spcBef>
                <a:spcPts val="74"/>
              </a:spcBef>
              <a:spcAft>
                <a:spcPts val="74"/>
              </a:spcAft>
              <a:tabLst>
                <a:tab algn="l" pos="0"/>
                <a:tab algn="l" pos="957240"/>
                <a:tab algn="l" pos="1914480"/>
                <a:tab algn="l" pos="2871720"/>
                <a:tab algn="l" pos="3828960"/>
                <a:tab algn="l" pos="4786200"/>
                <a:tab algn="l" pos="5743440"/>
                <a:tab algn="l" pos="6700680"/>
                <a:tab algn="l" pos="7658280"/>
                <a:tab algn="l" pos="8615520"/>
                <a:tab algn="l" pos="9572760"/>
                <a:tab algn="l" pos="10530000"/>
              </a:tabLst>
            </a:pPr>
            <a:r>
              <a:rPr b="1" lang="en-US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Bài 1: NHẬP MÔN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VNI-Times"/>
            </a:endParaRPr>
          </a:p>
          <a:p>
            <a:pPr algn="ctr">
              <a:lnSpc>
                <a:spcPct val="100000"/>
              </a:lnSpc>
              <a:spcBef>
                <a:spcPts val="74"/>
              </a:spcBef>
              <a:spcAft>
                <a:spcPts val="74"/>
              </a:spcAft>
              <a:tabLst>
                <a:tab algn="l" pos="0"/>
                <a:tab algn="l" pos="957240"/>
                <a:tab algn="l" pos="1914480"/>
                <a:tab algn="l" pos="2871720"/>
                <a:tab algn="l" pos="3828960"/>
                <a:tab algn="l" pos="4786200"/>
                <a:tab algn="l" pos="5743440"/>
                <a:tab algn="l" pos="6700680"/>
                <a:tab algn="l" pos="7658280"/>
                <a:tab algn="l" pos="8615520"/>
                <a:tab algn="l" pos="9572760"/>
                <a:tab algn="l" pos="10530000"/>
              </a:tabLst>
            </a:pPr>
            <a:r>
              <a:rPr b="1" lang="en-US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MÔN GIÁO DỤC PHÁP LUẬT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VNI-Times"/>
            </a:endParaRPr>
          </a:p>
        </p:txBody>
      </p:sp>
      <p:pic>
        <p:nvPicPr>
          <p:cNvPr id="91" name="" descr=""/>
          <p:cNvPicPr/>
          <p:nvPr/>
        </p:nvPicPr>
        <p:blipFill>
          <a:blip r:embed="rId1"/>
          <a:stretch/>
        </p:blipFill>
        <p:spPr>
          <a:xfrm>
            <a:off x="380880" y="1523880"/>
            <a:ext cx="8991720" cy="5029200"/>
          </a:xfrm>
          <a:prstGeom prst="rect">
            <a:avLst/>
          </a:prstGeom>
          <a:noFill/>
          <a:ln w="0">
            <a:noFill/>
          </a:ln>
        </p:spPr>
      </p:pic>
    </p:spTree>
  </p:cSld>
  <p:transition>
    <p:wheel spokes="8"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dur="indefinite" fill="hold">
                      <p:stCondLst>
                        <p:cond delay="indefinite"/>
                      </p:stCondLst>
                      <p:childTnLst>
                        <p:par>
                          <p:cTn id="4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5" dur="indefinite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dur="indefinite" fill="hold">
                      <p:stCondLst>
                        <p:cond delay="indefinite"/>
                      </p:stCondLst>
                      <p:childTnLst>
                        <p:par>
                          <p:cTn id="9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10" dur="indefinite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2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3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58"/>
            </a:gs>
            <a:gs pos="100000">
              <a:srgbClr val="000099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"/>
          <p:cNvSpPr/>
          <p:nvPr/>
        </p:nvSpPr>
        <p:spPr>
          <a:xfrm>
            <a:off x="838080" y="1066680"/>
            <a:ext cx="8229600" cy="76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760" rIns="95760" tIns="47880" bIns="47880" anchor="ctr" anchorCtr="1">
            <a:noAutofit/>
          </a:bodyPr>
          <a:p>
            <a:pPr algn="ctr">
              <a:lnSpc>
                <a:spcPct val="100000"/>
              </a:lnSpc>
              <a:spcBef>
                <a:spcPts val="74"/>
              </a:spcBef>
              <a:spcAft>
                <a:spcPts val="74"/>
              </a:spcAft>
              <a:tabLst>
                <a:tab algn="l" pos="0"/>
                <a:tab algn="l" pos="957240"/>
                <a:tab algn="l" pos="1914480"/>
                <a:tab algn="l" pos="2871720"/>
                <a:tab algn="l" pos="3828960"/>
                <a:tab algn="l" pos="4786200"/>
                <a:tab algn="l" pos="5743440"/>
                <a:tab algn="l" pos="6700680"/>
                <a:tab algn="l" pos="7658280"/>
                <a:tab algn="l" pos="8615520"/>
                <a:tab algn="l" pos="9572760"/>
                <a:tab algn="l" pos="10530000"/>
              </a:tabLst>
            </a:pPr>
            <a:br>
              <a:rPr sz="4600"/>
            </a:br>
            <a:r>
              <a:rPr b="1" lang="en-US" sz="3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THỜI GIAN THỰC HIỆN MÔN HỌC</a:t>
            </a:r>
            <a:br>
              <a:rPr sz="3200"/>
            </a:br>
            <a:endParaRPr b="0" lang="en-US" sz="3200" strike="noStrike" u="none">
              <a:solidFill>
                <a:srgbClr val="ffffff"/>
              </a:solidFill>
              <a:effectLst/>
              <a:uFillTx/>
              <a:latin typeface="VNI-Times"/>
            </a:endParaRPr>
          </a:p>
        </p:txBody>
      </p:sp>
      <p:sp>
        <p:nvSpPr>
          <p:cNvPr id="93" name=""/>
          <p:cNvSpPr/>
          <p:nvPr/>
        </p:nvSpPr>
        <p:spPr>
          <a:xfrm>
            <a:off x="533520" y="2057400"/>
            <a:ext cx="8839080" cy="457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760" rIns="95760" tIns="47880" bIns="47880" anchor="t">
            <a:noAutofit/>
          </a:bodyPr>
          <a:p>
            <a:pPr>
              <a:lnSpc>
                <a:spcPct val="100000"/>
              </a:lnSpc>
              <a:spcBef>
                <a:spcPts val="924"/>
              </a:spcBef>
              <a:spcAft>
                <a:spcPts val="74"/>
              </a:spcAft>
              <a:tabLst>
                <a:tab algn="l" pos="0"/>
                <a:tab algn="l" pos="957240"/>
                <a:tab algn="l" pos="1914480"/>
                <a:tab algn="l" pos="2871720"/>
                <a:tab algn="l" pos="3828960"/>
                <a:tab algn="l" pos="4786200"/>
                <a:tab algn="l" pos="5743440"/>
                <a:tab algn="l" pos="6700680"/>
                <a:tab algn="l" pos="7658280"/>
                <a:tab algn="l" pos="8615520"/>
                <a:tab algn="l" pos="9572760"/>
                <a:tab algn="l" pos="10530000"/>
              </a:tabLst>
            </a:pPr>
            <a:r>
              <a:rPr b="0" i="1" lang="en-US" sz="3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b="1" lang="en-US" sz="3400" strike="noStrike" u="none">
                <a:solidFill>
                  <a:srgbClr val="ffc000"/>
                </a:solidFill>
                <a:effectLst/>
                <a:uFillTx/>
                <a:latin typeface="Times New Roman"/>
              </a:rPr>
              <a:t>Tổng số tiết:</a:t>
            </a:r>
            <a:r>
              <a:rPr b="0" lang="en-US" sz="3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17 tiết</a:t>
            </a:r>
            <a:endParaRPr b="0" lang="en-US" sz="3400" strike="noStrike" u="none">
              <a:solidFill>
                <a:srgbClr val="ffffff"/>
              </a:solidFill>
              <a:effectLst/>
              <a:uFillTx/>
              <a:latin typeface="VNI-Times"/>
            </a:endParaRPr>
          </a:p>
          <a:p>
            <a:pPr>
              <a:lnSpc>
                <a:spcPct val="100000"/>
              </a:lnSpc>
              <a:spcBef>
                <a:spcPts val="924"/>
              </a:spcBef>
              <a:spcAft>
                <a:spcPts val="74"/>
              </a:spcAft>
              <a:tabLst>
                <a:tab algn="l" pos="0"/>
                <a:tab algn="l" pos="957240"/>
                <a:tab algn="l" pos="1914480"/>
                <a:tab algn="l" pos="2871720"/>
                <a:tab algn="l" pos="3828960"/>
                <a:tab algn="l" pos="4786200"/>
                <a:tab algn="l" pos="5743440"/>
                <a:tab algn="l" pos="6700680"/>
                <a:tab algn="l" pos="7658280"/>
                <a:tab algn="l" pos="8615520"/>
                <a:tab algn="l" pos="9572760"/>
                <a:tab algn="l" pos="10530000"/>
              </a:tabLst>
            </a:pPr>
            <a:r>
              <a:rPr b="0" lang="en-US" sz="3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r>
              <a:rPr b="0" i="1" lang="vi-VN" sz="3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Tr</a:t>
            </a:r>
            <a:r>
              <a:rPr b="0" i="1" lang="en-US" sz="3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ong đó:</a:t>
            </a:r>
            <a:r>
              <a:rPr b="0" i="1" lang="vi-VN" sz="3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</a:t>
            </a:r>
            <a:endParaRPr b="0" lang="en-US" sz="3400" strike="noStrike" u="none">
              <a:solidFill>
                <a:srgbClr val="ffffff"/>
              </a:solidFill>
              <a:effectLst/>
              <a:uFillTx/>
              <a:latin typeface="VNI-Times"/>
            </a:endParaRPr>
          </a:p>
          <a:p>
            <a:pPr>
              <a:lnSpc>
                <a:spcPct val="100000"/>
              </a:lnSpc>
              <a:spcBef>
                <a:spcPts val="924"/>
              </a:spcBef>
              <a:spcAft>
                <a:spcPts val="74"/>
              </a:spcAft>
              <a:tabLst>
                <a:tab algn="l" pos="0"/>
                <a:tab algn="l" pos="957240"/>
                <a:tab algn="l" pos="1914480"/>
                <a:tab algn="l" pos="2871720"/>
                <a:tab algn="l" pos="3828960"/>
                <a:tab algn="l" pos="4786200"/>
                <a:tab algn="l" pos="5743440"/>
                <a:tab algn="l" pos="6700680"/>
                <a:tab algn="l" pos="7658280"/>
                <a:tab algn="l" pos="8615520"/>
                <a:tab algn="l" pos="9572760"/>
                <a:tab algn="l" pos="10530000"/>
              </a:tabLst>
            </a:pPr>
            <a:r>
              <a:rPr b="0" lang="en-US" sz="3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r>
              <a:rPr b="0" lang="vi-VN" sz="3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Lý thuyết: </a:t>
            </a:r>
            <a:r>
              <a:rPr b="0" lang="en-US" sz="3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9</a:t>
            </a:r>
            <a:endParaRPr b="0" lang="en-US" sz="3400" strike="noStrike" u="none">
              <a:solidFill>
                <a:srgbClr val="ffffff"/>
              </a:solidFill>
              <a:effectLst/>
              <a:uFillTx/>
              <a:latin typeface="VNI-Times"/>
            </a:endParaRPr>
          </a:p>
          <a:p>
            <a:pPr>
              <a:lnSpc>
                <a:spcPct val="100000"/>
              </a:lnSpc>
              <a:spcBef>
                <a:spcPts val="924"/>
              </a:spcBef>
              <a:spcAft>
                <a:spcPts val="74"/>
              </a:spcAft>
              <a:tabLst>
                <a:tab algn="l" pos="0"/>
                <a:tab algn="l" pos="957240"/>
                <a:tab algn="l" pos="1914480"/>
                <a:tab algn="l" pos="2871720"/>
                <a:tab algn="l" pos="3828960"/>
                <a:tab algn="l" pos="4786200"/>
                <a:tab algn="l" pos="5743440"/>
                <a:tab algn="l" pos="6700680"/>
                <a:tab algn="l" pos="7658280"/>
                <a:tab algn="l" pos="8615520"/>
                <a:tab algn="l" pos="9572760"/>
                <a:tab algn="l" pos="10530000"/>
              </a:tabLst>
            </a:pPr>
            <a:r>
              <a:rPr b="0" lang="vi-VN" sz="3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3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r>
              <a:rPr b="0" lang="vi-VN" sz="3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Th</a:t>
            </a:r>
            <a:r>
              <a:rPr b="0" lang="en-US" sz="3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ực h</a:t>
            </a:r>
            <a:r>
              <a:rPr b="0" lang="en-US" sz="3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à</a:t>
            </a:r>
            <a:r>
              <a:rPr b="0" lang="en-US" sz="3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nh, b</a:t>
            </a:r>
            <a:r>
              <a:rPr b="0" lang="en-US" sz="3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à</a:t>
            </a:r>
            <a:r>
              <a:rPr b="0" lang="en-US" sz="3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i tập</a:t>
            </a:r>
            <a:r>
              <a:rPr b="0" lang="vi-VN" sz="3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: </a:t>
            </a:r>
            <a:r>
              <a:rPr b="0" lang="en-US" sz="3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6</a:t>
            </a:r>
            <a:endParaRPr b="0" lang="en-US" sz="3400" strike="noStrike" u="none">
              <a:solidFill>
                <a:srgbClr val="ffffff"/>
              </a:solidFill>
              <a:effectLst/>
              <a:uFillTx/>
              <a:latin typeface="VNI-Times"/>
            </a:endParaRPr>
          </a:p>
          <a:p>
            <a:pPr>
              <a:lnSpc>
                <a:spcPct val="100000"/>
              </a:lnSpc>
              <a:spcBef>
                <a:spcPts val="924"/>
              </a:spcBef>
              <a:spcAft>
                <a:spcPts val="74"/>
              </a:spcAft>
              <a:tabLst>
                <a:tab algn="l" pos="0"/>
                <a:tab algn="l" pos="957240"/>
                <a:tab algn="l" pos="1914480"/>
                <a:tab algn="l" pos="2871720"/>
                <a:tab algn="l" pos="3828960"/>
                <a:tab algn="l" pos="4786200"/>
                <a:tab algn="l" pos="5743440"/>
                <a:tab algn="l" pos="6700680"/>
                <a:tab algn="l" pos="7658280"/>
                <a:tab algn="l" pos="8615520"/>
                <a:tab algn="l" pos="9572760"/>
                <a:tab algn="l" pos="10530000"/>
              </a:tabLst>
            </a:pPr>
            <a:r>
              <a:rPr b="0" lang="en-US" sz="3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r>
              <a:rPr b="0" lang="en-US" sz="3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Thi: 2 tiết </a:t>
            </a:r>
            <a:endParaRPr b="0" lang="en-US" sz="3400" strike="noStrike" u="none">
              <a:solidFill>
                <a:srgbClr val="ffffff"/>
              </a:solidFill>
              <a:effectLst/>
              <a:uFillTx/>
              <a:latin typeface="VNI-Times"/>
            </a:endParaRPr>
          </a:p>
          <a:p>
            <a:pPr>
              <a:lnSpc>
                <a:spcPct val="100000"/>
              </a:lnSpc>
              <a:spcBef>
                <a:spcPts val="924"/>
              </a:spcBef>
              <a:spcAft>
                <a:spcPts val="74"/>
              </a:spcAft>
              <a:tabLst>
                <a:tab algn="l" pos="0"/>
                <a:tab algn="l" pos="957240"/>
                <a:tab algn="l" pos="1914480"/>
                <a:tab algn="l" pos="2871720"/>
                <a:tab algn="l" pos="3828960"/>
                <a:tab algn="l" pos="4786200"/>
                <a:tab algn="l" pos="5743440"/>
                <a:tab algn="l" pos="6700680"/>
                <a:tab algn="l" pos="7658280"/>
                <a:tab algn="l" pos="8615520"/>
                <a:tab algn="l" pos="9572760"/>
                <a:tab algn="l" pos="10530000"/>
              </a:tabLst>
            </a:pPr>
            <a:r>
              <a:rPr b="0" lang="en-US" sz="3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endParaRPr b="0" lang="en-US" sz="3400" strike="noStrike" u="none">
              <a:solidFill>
                <a:srgbClr val="ffffff"/>
              </a:solidFill>
              <a:effectLst/>
              <a:uFillTx/>
              <a:latin typeface="VNI-Times"/>
            </a:endParaRPr>
          </a:p>
        </p:txBody>
      </p:sp>
    </p:spTree>
  </p:cSld>
  <p:timing>
    <p:tnLst>
      <p:par>
        <p:cTn id="14" dur="indefinite" restart="never" nodeType="tmRoot">
          <p:childTnLst>
            <p:seq>
              <p:cTn id="15" dur="indefinite" nodeType="mainSeq">
                <p:childTnLst>
                  <p:par>
                    <p:cTn id="16" dur="indefinite" fill="hold">
                      <p:stCondLst>
                        <p:cond delay="indefinite"/>
                      </p:stCondLst>
                      <p:childTnLst>
                        <p:par>
                          <p:cTn id="17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18" dur="indefinite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dur="indefinite" fill="hold">
                      <p:stCondLst>
                        <p:cond delay="indefinite"/>
                      </p:stCondLst>
                      <p:childTnLst>
                        <p:par>
                          <p:cTn id="22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23" dur="indefinite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5" dur="500"/>
                                        <p:tgtEl>
                                          <p:spTgt spid="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dur="indefinite" fill="hold">
                      <p:stCondLst>
                        <p:cond delay="indefinite"/>
                      </p:stCondLst>
                      <p:childTnLst>
                        <p:par>
                          <p:cTn id="27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28" dur="indefinite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0" dur="500"/>
                                        <p:tgtEl>
                                          <p:spTgt spid="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dur="indefinite" fill="hold">
                      <p:stCondLst>
                        <p:cond delay="indefinite"/>
                      </p:stCondLst>
                      <p:childTnLst>
                        <p:par>
                          <p:cTn id="32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33" dur="indefinite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5" dur="500"/>
                                        <p:tgtEl>
                                          <p:spTgt spid="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dur="indefinite" fill="hold">
                      <p:stCondLst>
                        <p:cond delay="indefinite"/>
                      </p:stCondLst>
                      <p:childTnLst>
                        <p:par>
                          <p:cTn id="37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38" dur="indefinite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0" dur="500"/>
                                        <p:tgtEl>
                                          <p:spTgt spid="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dur="indefinite" fill="hold">
                      <p:stCondLst>
                        <p:cond delay="indefinite"/>
                      </p:stCondLst>
                      <p:childTnLst>
                        <p:par>
                          <p:cTn id="42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43" dur="indefinite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5" dur="500"/>
                                        <p:tgtEl>
                                          <p:spTgt spid="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dur="indefinite" fill="hold">
                      <p:stCondLst>
                        <p:cond delay="indefinite"/>
                      </p:stCondLst>
                      <p:childTnLst>
                        <p:par>
                          <p:cTn id="47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48" dur="indefinite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0" dur="500"/>
                                        <p:tgtEl>
                                          <p:spTgt spid="9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58"/>
            </a:gs>
            <a:gs pos="100000">
              <a:srgbClr val="000099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"/>
          <p:cNvSpPr/>
          <p:nvPr/>
        </p:nvSpPr>
        <p:spPr>
          <a:xfrm>
            <a:off x="838080" y="457200"/>
            <a:ext cx="8229600" cy="76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760" rIns="95760" tIns="47880" bIns="47880" anchor="ctr" anchorCtr="1">
            <a:noAutofit/>
          </a:bodyPr>
          <a:p>
            <a:pPr algn="ctr">
              <a:lnSpc>
                <a:spcPct val="100000"/>
              </a:lnSpc>
              <a:spcBef>
                <a:spcPts val="74"/>
              </a:spcBef>
              <a:spcAft>
                <a:spcPts val="74"/>
              </a:spcAft>
              <a:tabLst>
                <a:tab algn="l" pos="0"/>
                <a:tab algn="l" pos="957240"/>
                <a:tab algn="l" pos="1914480"/>
                <a:tab algn="l" pos="2871720"/>
                <a:tab algn="l" pos="3828960"/>
                <a:tab algn="l" pos="4786200"/>
                <a:tab algn="l" pos="5743440"/>
                <a:tab algn="l" pos="6700680"/>
                <a:tab algn="l" pos="7658280"/>
                <a:tab algn="l" pos="8615520"/>
                <a:tab algn="l" pos="9572760"/>
                <a:tab algn="l" pos="10530000"/>
              </a:tabLst>
            </a:pPr>
            <a:br>
              <a:rPr sz="4600"/>
            </a:br>
            <a:r>
              <a:rPr b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MỤC TIÊU HỌC TẬP BÀI HỌC</a:t>
            </a:r>
            <a:br>
              <a:rPr sz="4000"/>
            </a:br>
            <a:endParaRPr b="0" lang="en-US" sz="4000" strike="noStrike" u="none">
              <a:solidFill>
                <a:srgbClr val="ffffff"/>
              </a:solidFill>
              <a:effectLst/>
              <a:uFillTx/>
              <a:latin typeface="VNI-Times"/>
            </a:endParaRPr>
          </a:p>
        </p:txBody>
      </p:sp>
      <p:sp>
        <p:nvSpPr>
          <p:cNvPr id="95" name=""/>
          <p:cNvSpPr/>
          <p:nvPr/>
        </p:nvSpPr>
        <p:spPr>
          <a:xfrm>
            <a:off x="533520" y="1523880"/>
            <a:ext cx="8839080" cy="510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760" rIns="95760" tIns="47880" bIns="47880" anchor="t">
            <a:noAutofit/>
          </a:bodyPr>
          <a:p>
            <a:pPr>
              <a:lnSpc>
                <a:spcPct val="100000"/>
              </a:lnSpc>
              <a:spcBef>
                <a:spcPts val="924"/>
              </a:spcBef>
              <a:spcAft>
                <a:spcPts val="74"/>
              </a:spcAft>
              <a:tabLst>
                <a:tab algn="l" pos="0"/>
                <a:tab algn="l" pos="957240"/>
                <a:tab algn="l" pos="1914480"/>
                <a:tab algn="l" pos="2871720"/>
                <a:tab algn="l" pos="3828960"/>
                <a:tab algn="l" pos="4786200"/>
                <a:tab algn="l" pos="5743440"/>
                <a:tab algn="l" pos="6700680"/>
                <a:tab algn="l" pos="7658280"/>
                <a:tab algn="l" pos="8615520"/>
                <a:tab algn="l" pos="9572760"/>
                <a:tab algn="l" pos="10530000"/>
              </a:tabLst>
            </a:pPr>
            <a:r>
              <a:rPr b="0" i="1" lang="en-US" sz="3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b="0" i="1" lang="vi-VN" sz="3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Sau khi học xong bài này, người học đạt được:</a:t>
            </a:r>
            <a:endParaRPr b="0" lang="en-US" sz="3400" strike="noStrike" u="none">
              <a:solidFill>
                <a:srgbClr val="ffffff"/>
              </a:solidFill>
              <a:effectLst/>
              <a:uFillTx/>
              <a:latin typeface="VNI-Times"/>
            </a:endParaRPr>
          </a:p>
          <a:p>
            <a:pPr>
              <a:lnSpc>
                <a:spcPct val="100000"/>
              </a:lnSpc>
              <a:spcBef>
                <a:spcPts val="924"/>
              </a:spcBef>
              <a:spcAft>
                <a:spcPts val="74"/>
              </a:spcAft>
              <a:tabLst>
                <a:tab algn="l" pos="0"/>
                <a:tab algn="l" pos="957240"/>
                <a:tab algn="l" pos="1914480"/>
                <a:tab algn="l" pos="2871720"/>
                <a:tab algn="l" pos="3828960"/>
                <a:tab algn="l" pos="4786200"/>
                <a:tab algn="l" pos="5743440"/>
                <a:tab algn="l" pos="6700680"/>
                <a:tab algn="l" pos="7658280"/>
                <a:tab algn="l" pos="8615520"/>
                <a:tab algn="l" pos="9572760"/>
                <a:tab algn="l" pos="10530000"/>
              </a:tabLst>
            </a:pPr>
            <a:r>
              <a:rPr b="0" lang="en-US" sz="3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b="0" lang="vi-VN" sz="3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Trình bày được vị trí, </a:t>
            </a:r>
            <a:endParaRPr b="0" lang="en-US" sz="3400" strike="noStrike" u="none">
              <a:solidFill>
                <a:srgbClr val="ffffff"/>
              </a:solidFill>
              <a:effectLst/>
              <a:uFillTx/>
              <a:latin typeface="VNI-Times"/>
            </a:endParaRPr>
          </a:p>
          <a:p>
            <a:pPr>
              <a:lnSpc>
                <a:spcPct val="100000"/>
              </a:lnSpc>
              <a:spcBef>
                <a:spcPts val="924"/>
              </a:spcBef>
              <a:spcAft>
                <a:spcPts val="74"/>
              </a:spcAft>
              <a:tabLst>
                <a:tab algn="l" pos="0"/>
                <a:tab algn="l" pos="957240"/>
                <a:tab algn="l" pos="1914480"/>
                <a:tab algn="l" pos="2871720"/>
                <a:tab algn="l" pos="3828960"/>
                <a:tab algn="l" pos="4786200"/>
                <a:tab algn="l" pos="5743440"/>
                <a:tab algn="l" pos="6700680"/>
                <a:tab algn="l" pos="7658280"/>
                <a:tab algn="l" pos="8615520"/>
                <a:tab algn="l" pos="9572760"/>
                <a:tab algn="l" pos="10530000"/>
              </a:tabLst>
            </a:pPr>
            <a:r>
              <a:rPr b="0" lang="en-US" sz="3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b="0" lang="vi-VN" sz="3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tính chất,</a:t>
            </a:r>
            <a:endParaRPr b="0" lang="en-US" sz="3400" strike="noStrike" u="none">
              <a:solidFill>
                <a:srgbClr val="ffffff"/>
              </a:solidFill>
              <a:effectLst/>
              <a:uFillTx/>
              <a:latin typeface="VNI-Times"/>
            </a:endParaRPr>
          </a:p>
          <a:p>
            <a:pPr>
              <a:lnSpc>
                <a:spcPct val="100000"/>
              </a:lnSpc>
              <a:spcBef>
                <a:spcPts val="924"/>
              </a:spcBef>
              <a:spcAft>
                <a:spcPts val="74"/>
              </a:spcAft>
              <a:tabLst>
                <a:tab algn="l" pos="0"/>
                <a:tab algn="l" pos="957240"/>
                <a:tab algn="l" pos="1914480"/>
                <a:tab algn="l" pos="2871720"/>
                <a:tab algn="l" pos="3828960"/>
                <a:tab algn="l" pos="4786200"/>
                <a:tab algn="l" pos="5743440"/>
                <a:tab algn="l" pos="6700680"/>
                <a:tab algn="l" pos="7658280"/>
                <a:tab algn="l" pos="8615520"/>
                <a:tab algn="l" pos="9572760"/>
                <a:tab algn="l" pos="10530000"/>
              </a:tabLst>
            </a:pPr>
            <a:r>
              <a:rPr b="0" lang="vi-VN" sz="3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3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b="0" lang="vi-VN" sz="3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mục tiêu, </a:t>
            </a:r>
            <a:endParaRPr b="0" lang="en-US" sz="3400" strike="noStrike" u="none">
              <a:solidFill>
                <a:srgbClr val="ffffff"/>
              </a:solidFill>
              <a:effectLst/>
              <a:uFillTx/>
              <a:latin typeface="VNI-Times"/>
            </a:endParaRPr>
          </a:p>
          <a:p>
            <a:pPr>
              <a:lnSpc>
                <a:spcPct val="100000"/>
              </a:lnSpc>
              <a:spcBef>
                <a:spcPts val="924"/>
              </a:spcBef>
              <a:spcAft>
                <a:spcPts val="74"/>
              </a:spcAft>
              <a:tabLst>
                <a:tab algn="l" pos="0"/>
                <a:tab algn="l" pos="957240"/>
                <a:tab algn="l" pos="1914480"/>
                <a:tab algn="l" pos="2871720"/>
                <a:tab algn="l" pos="3828960"/>
                <a:tab algn="l" pos="4786200"/>
                <a:tab algn="l" pos="5743440"/>
                <a:tab algn="l" pos="6700680"/>
                <a:tab algn="l" pos="7658280"/>
                <a:tab algn="l" pos="8615520"/>
                <a:tab algn="l" pos="9572760"/>
                <a:tab algn="l" pos="10530000"/>
              </a:tabLst>
            </a:pPr>
            <a:r>
              <a:rPr b="0" lang="en-US" sz="3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b="0" lang="vi-VN" sz="3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nội dung chính, </a:t>
            </a:r>
            <a:endParaRPr b="0" lang="en-US" sz="3400" strike="noStrike" u="none">
              <a:solidFill>
                <a:srgbClr val="ffffff"/>
              </a:solidFill>
              <a:effectLst/>
              <a:uFillTx/>
              <a:latin typeface="VNI-Times"/>
            </a:endParaRPr>
          </a:p>
          <a:p>
            <a:pPr>
              <a:lnSpc>
                <a:spcPct val="100000"/>
              </a:lnSpc>
              <a:spcBef>
                <a:spcPts val="924"/>
              </a:spcBef>
              <a:spcAft>
                <a:spcPts val="74"/>
              </a:spcAft>
              <a:tabLst>
                <a:tab algn="l" pos="0"/>
                <a:tab algn="l" pos="957240"/>
                <a:tab algn="l" pos="1914480"/>
                <a:tab algn="l" pos="2871720"/>
                <a:tab algn="l" pos="3828960"/>
                <a:tab algn="l" pos="4786200"/>
                <a:tab algn="l" pos="5743440"/>
                <a:tab algn="l" pos="6700680"/>
                <a:tab algn="l" pos="7658280"/>
                <a:tab algn="l" pos="8615520"/>
                <a:tab algn="l" pos="9572760"/>
                <a:tab algn="l" pos="10530000"/>
              </a:tabLst>
            </a:pPr>
            <a:r>
              <a:rPr b="0" lang="en-US" sz="3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b="0" lang="vi-VN" sz="3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phương pháp dạy học và đánh giá môn học.</a:t>
            </a:r>
            <a:endParaRPr b="0" lang="en-US" sz="3400" strike="noStrike" u="none">
              <a:solidFill>
                <a:srgbClr val="ffffff"/>
              </a:solidFill>
              <a:effectLst/>
              <a:uFillTx/>
              <a:latin typeface="VNI-Times"/>
            </a:endParaRPr>
          </a:p>
        </p:txBody>
      </p:sp>
    </p:spTree>
  </p:cSld>
  <p:timing>
    <p:tnLst>
      <p:par>
        <p:cTn id="51" dur="indefinite" restart="never" nodeType="tmRoot">
          <p:childTnLst>
            <p:seq>
              <p:cTn id="52" dur="indefinite" nodeType="mainSeq">
                <p:childTnLst>
                  <p:par>
                    <p:cTn id="53" dur="indefinite" fill="hold">
                      <p:stCondLst>
                        <p:cond delay="indefinite"/>
                      </p:stCondLst>
                      <p:childTnLst>
                        <p:par>
                          <p:cTn id="54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55" dur="indefinite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dur="indefinite" fill="hold">
                      <p:stCondLst>
                        <p:cond delay="indefinite"/>
                      </p:stCondLst>
                      <p:childTnLst>
                        <p:par>
                          <p:cTn id="59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60" dur="indefinite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2" dur="500"/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dur="indefinite" fill="hold">
                      <p:stCondLst>
                        <p:cond delay="indefinite"/>
                      </p:stCondLst>
                      <p:childTnLst>
                        <p:par>
                          <p:cTn id="64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65" dur="indefinite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7" dur="500"/>
                                        <p:tgtEl>
                                          <p:spTgt spid="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dur="indefinite" fill="hold">
                      <p:stCondLst>
                        <p:cond delay="indefinite"/>
                      </p:stCondLst>
                      <p:childTnLst>
                        <p:par>
                          <p:cTn id="69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70" dur="indefinite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2" dur="500"/>
                                        <p:tgtEl>
                                          <p:spTgt spid="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dur="indefinite" fill="hold">
                      <p:stCondLst>
                        <p:cond delay="indefinite"/>
                      </p:stCondLst>
                      <p:childTnLst>
                        <p:par>
                          <p:cTn id="74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75" dur="indefinite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7" dur="500"/>
                                        <p:tgtEl>
                                          <p:spTgt spid="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dur="indefinite" fill="hold">
                      <p:stCondLst>
                        <p:cond delay="indefinite"/>
                      </p:stCondLst>
                      <p:childTnLst>
                        <p:par>
                          <p:cTn id="79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80" dur="indefinite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2" dur="500"/>
                                        <p:tgtEl>
                                          <p:spTgt spid="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dur="indefinite" fill="hold">
                      <p:stCondLst>
                        <p:cond delay="indefinite"/>
                      </p:stCondLst>
                      <p:childTnLst>
                        <p:par>
                          <p:cTn id="84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85" dur="indefinite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7" dur="500"/>
                                        <p:tgtEl>
                                          <p:spTgt spid="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58"/>
            </a:gs>
            <a:gs pos="100000">
              <a:srgbClr val="000099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"/>
          <p:cNvSpPr/>
          <p:nvPr/>
        </p:nvSpPr>
        <p:spPr>
          <a:xfrm>
            <a:off x="7099200" y="6246720"/>
            <a:ext cx="231156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760" rIns="95760" tIns="47880" bIns="47880" anchor="b">
            <a:noAutofit/>
          </a:bodyPr>
          <a:p>
            <a:pPr algn="r">
              <a:lnSpc>
                <a:spcPct val="100000"/>
              </a:lnSpc>
              <a:spcBef>
                <a:spcPts val="74"/>
              </a:spcBef>
              <a:spcAft>
                <a:spcPts val="74"/>
              </a:spcAft>
              <a:tabLst>
                <a:tab algn="l" pos="0"/>
                <a:tab algn="l" pos="957240"/>
                <a:tab algn="l" pos="1914480"/>
                <a:tab algn="l" pos="2871720"/>
                <a:tab algn="l" pos="3828960"/>
                <a:tab algn="l" pos="4786200"/>
                <a:tab algn="l" pos="5743440"/>
                <a:tab algn="l" pos="6700680"/>
                <a:tab algn="l" pos="7658280"/>
                <a:tab algn="l" pos="8615520"/>
                <a:tab algn="l" pos="9572760"/>
                <a:tab algn="l" pos="1053000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*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VNI-Times"/>
            </a:endParaRPr>
          </a:p>
        </p:txBody>
      </p:sp>
      <p:sp>
        <p:nvSpPr>
          <p:cNvPr id="97" name=""/>
          <p:cNvSpPr/>
          <p:nvPr/>
        </p:nvSpPr>
        <p:spPr>
          <a:xfrm>
            <a:off x="228600" y="228600"/>
            <a:ext cx="9448920" cy="662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760" rIns="95760" tIns="47880" bIns="47880" anchor="t">
            <a:noAutofit/>
          </a:bodyPr>
          <a:p>
            <a:pPr>
              <a:lnSpc>
                <a:spcPct val="100000"/>
              </a:lnSpc>
              <a:spcBef>
                <a:spcPts val="924"/>
              </a:spcBef>
              <a:spcAft>
                <a:spcPts val="74"/>
              </a:spcAft>
              <a:tabLst>
                <a:tab algn="l" pos="0"/>
                <a:tab algn="l" pos="957240"/>
                <a:tab algn="l" pos="1914480"/>
                <a:tab algn="l" pos="2871720"/>
                <a:tab algn="l" pos="3828960"/>
                <a:tab algn="l" pos="4786200"/>
                <a:tab algn="l" pos="5743440"/>
                <a:tab algn="l" pos="6700680"/>
                <a:tab algn="l" pos="7658280"/>
                <a:tab algn="l" pos="8615520"/>
                <a:tab algn="l" pos="9572760"/>
                <a:tab algn="l" pos="10530000"/>
              </a:tabLst>
            </a:pPr>
            <a:r>
              <a:rPr b="1" lang="en-US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1" lang="en-US" sz="3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1. </a:t>
            </a:r>
            <a:r>
              <a:rPr b="1" lang="vi-VN" sz="3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Vị trí, tính chất môn họ</a:t>
            </a:r>
            <a:r>
              <a:rPr b="1" lang="en-US" sz="3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</a:t>
            </a:r>
            <a:endParaRPr b="0" lang="en-US" sz="3400" strike="noStrike" u="none">
              <a:solidFill>
                <a:srgbClr val="ffffff"/>
              </a:solidFill>
              <a:effectLst/>
              <a:uFillTx/>
              <a:latin typeface="VNI-Times"/>
            </a:endParaRPr>
          </a:p>
          <a:p>
            <a:pPr>
              <a:lnSpc>
                <a:spcPct val="100000"/>
              </a:lnSpc>
              <a:spcBef>
                <a:spcPts val="924"/>
              </a:spcBef>
              <a:spcAft>
                <a:spcPts val="74"/>
              </a:spcAft>
              <a:tabLst>
                <a:tab algn="l" pos="0"/>
                <a:tab algn="l" pos="957240"/>
                <a:tab algn="l" pos="1914480"/>
                <a:tab algn="l" pos="2871720"/>
                <a:tab algn="l" pos="3828960"/>
                <a:tab algn="l" pos="4786200"/>
                <a:tab algn="l" pos="5743440"/>
                <a:tab algn="l" pos="6700680"/>
                <a:tab algn="l" pos="7658280"/>
                <a:tab algn="l" pos="8615520"/>
                <a:tab algn="l" pos="9572760"/>
                <a:tab algn="l" pos="10530000"/>
              </a:tabLst>
            </a:pPr>
            <a:endParaRPr b="0" lang="en-US" sz="3400" strike="noStrike" u="none">
              <a:solidFill>
                <a:srgbClr val="ffffff"/>
              </a:solidFill>
              <a:effectLst/>
              <a:uFillTx/>
              <a:latin typeface="VNI-Times"/>
            </a:endParaRPr>
          </a:p>
        </p:txBody>
      </p:sp>
      <p:sp>
        <p:nvSpPr>
          <p:cNvPr id="98" name=""/>
          <p:cNvSpPr/>
          <p:nvPr/>
        </p:nvSpPr>
        <p:spPr>
          <a:xfrm>
            <a:off x="228600" y="928800"/>
            <a:ext cx="2895480" cy="609480"/>
          </a:xfrm>
          <a:prstGeom prst="rect">
            <a:avLst/>
          </a:prstGeom>
          <a:solidFill>
            <a:srgbClr val="3366ff"/>
          </a:solidFill>
          <a:ln w="93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spcBef>
                <a:spcPts val="74"/>
              </a:spcBef>
              <a:spcAft>
                <a:spcPts val="74"/>
              </a:spcAft>
              <a:tabLst>
                <a:tab algn="l" pos="0"/>
                <a:tab algn="l" pos="957240"/>
                <a:tab algn="l" pos="1914480"/>
                <a:tab algn="l" pos="2871720"/>
                <a:tab algn="l" pos="3828960"/>
                <a:tab algn="l" pos="4786200"/>
                <a:tab algn="l" pos="5743440"/>
                <a:tab algn="l" pos="6700680"/>
                <a:tab algn="l" pos="7658280"/>
                <a:tab algn="l" pos="8615520"/>
                <a:tab algn="l" pos="9572760"/>
                <a:tab algn="l" pos="10530000"/>
              </a:tabLst>
            </a:pP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1.1. </a:t>
            </a:r>
            <a:r>
              <a:rPr b="1" i="1" lang="nl-NL" sz="3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Vị trí</a:t>
            </a:r>
            <a:endParaRPr b="0" lang="en-US" sz="3400" strike="noStrike" u="none">
              <a:solidFill>
                <a:srgbClr val="ffffff"/>
              </a:solidFill>
              <a:effectLst/>
              <a:uFillTx/>
              <a:latin typeface="VNI-Times"/>
            </a:endParaRPr>
          </a:p>
        </p:txBody>
      </p:sp>
      <p:sp>
        <p:nvSpPr>
          <p:cNvPr id="99" name=""/>
          <p:cNvSpPr/>
          <p:nvPr/>
        </p:nvSpPr>
        <p:spPr>
          <a:xfrm>
            <a:off x="228600" y="1646280"/>
            <a:ext cx="3200400" cy="4800600"/>
          </a:xfrm>
          <a:prstGeom prst="rect">
            <a:avLst/>
          </a:prstGeom>
          <a:solidFill>
            <a:srgbClr val="7b46d0"/>
          </a:solidFill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lnSpc>
                <a:spcPct val="100000"/>
              </a:lnSpc>
              <a:spcBef>
                <a:spcPts val="74"/>
              </a:spcBef>
              <a:spcAft>
                <a:spcPts val="74"/>
              </a:spcAft>
              <a:tabLst>
                <a:tab algn="l" pos="0"/>
                <a:tab algn="l" pos="957240"/>
                <a:tab algn="l" pos="1914480"/>
                <a:tab algn="l" pos="2871720"/>
                <a:tab algn="l" pos="3828960"/>
                <a:tab algn="l" pos="4786200"/>
                <a:tab algn="l" pos="5743440"/>
                <a:tab algn="l" pos="6700680"/>
                <a:tab algn="l" pos="7658280"/>
                <a:tab algn="l" pos="8615520"/>
                <a:tab algn="l" pos="9572760"/>
                <a:tab algn="l" pos="10530000"/>
              </a:tabLst>
            </a:pPr>
            <a:r>
              <a:rPr b="0" lang="vi-VN" sz="3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Môn học Pháp luật l</a:t>
            </a:r>
            <a:r>
              <a:rPr b="0" lang="vi-VN" sz="36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à</a:t>
            </a:r>
            <a:r>
              <a:rPr b="0" lang="vi-VN" sz="3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môn học bắt buộc thuộc khối các môn học chung trong chương trình đ</a:t>
            </a:r>
            <a:r>
              <a:rPr b="0" lang="vi-VN" sz="36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à</a:t>
            </a:r>
            <a:r>
              <a:rPr b="0" lang="vi-VN" sz="3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o tạo trình độ trung cấp.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VNI-Times"/>
            </a:endParaRPr>
          </a:p>
        </p:txBody>
      </p:sp>
      <p:pic>
        <p:nvPicPr>
          <p:cNvPr id="100" name="" descr=""/>
          <p:cNvPicPr/>
          <p:nvPr/>
        </p:nvPicPr>
        <p:blipFill>
          <a:blip r:embed="rId1"/>
          <a:stretch/>
        </p:blipFill>
        <p:spPr>
          <a:xfrm>
            <a:off x="3733920" y="1646280"/>
            <a:ext cx="5943600" cy="4800600"/>
          </a:xfrm>
          <a:prstGeom prst="rect">
            <a:avLst/>
          </a:prstGeom>
          <a:noFill/>
          <a:ln w="0">
            <a:noFill/>
          </a:ln>
        </p:spPr>
      </p:pic>
    </p:spTree>
  </p:cSld>
  <p:timing>
    <p:tnLst>
      <p:par>
        <p:cTn id="88" dur="indefinite" restart="never" nodeType="tmRoot">
          <p:childTnLst>
            <p:seq>
              <p:cTn id="89" dur="indefinite" nodeType="mainSeq">
                <p:childTnLst>
                  <p:par>
                    <p:cTn id="90" dur="indefinite" fill="hold">
                      <p:stCondLst>
                        <p:cond delay="indefinite"/>
                      </p:stCondLst>
                      <p:childTnLst>
                        <p:par>
                          <p:cTn id="91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92" dur="indefinite" nodeType="clickEffect" fill="hold" presetClass="entr" presetID="2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9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95" dur="182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6" dur="66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3" tm="0">
                                          <p:val>
                                            <p:fltVal val="0.5"/>
                                          </p:val>
                                        </p:tav>
                                        <p:tav fmla="y-sin(pi*$)/3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7" dur="664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9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9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8" dur="332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27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27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9" dur="164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81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81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0" dur="26" fill="hold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1" dur="166" fill="hold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2" dur="26" fill="hold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3" dur="166" fill="hold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4" dur="26" fill="hold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5" dur="166" fill="hold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6" dur="26" fill="hold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7" dur="166" fill="hold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dur="indefinite" fill="hold">
                      <p:stCondLst>
                        <p:cond delay="indefinite"/>
                      </p:stCondLst>
                      <p:childTnLst>
                        <p:par>
                          <p:cTn id="109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110" dur="indefinite" nodeType="clickEffect" fill="hold" presetClass="entr" presetID="25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-90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4" dur="5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5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8" dur="5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11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dur="indefinite" fill="hold">
                      <p:stCondLst>
                        <p:cond delay="indefinite"/>
                      </p:stCondLst>
                      <p:childTnLst>
                        <p:par>
                          <p:cTn id="121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122" dur="indefinite" nodeType="clickEffect" fill="hold" presetClass="entr" presetID="2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12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25" dur="182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6" dur="66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3" tm="0">
                                          <p:val>
                                            <p:fltVal val="0.5"/>
                                          </p:val>
                                        </p:tav>
                                        <p:tav fmla="y-sin(pi*$)/3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7" dur="664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9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9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8" dur="332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27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27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9" dur="164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81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81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0" dur="26" fill="hold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31" dur="166" fill="hold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2" dur="26" fill="hold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33" dur="166" fill="hold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4" dur="26" fill="hold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35" dur="166" fill="hold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6" dur="26" fill="hold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37" dur="166" fill="hold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dur="indefinite" fill="hold">
                      <p:stCondLst>
                        <p:cond delay="indefinite"/>
                      </p:stCondLst>
                      <p:childTnLst>
                        <p:par>
                          <p:cTn id="139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140" dur="indefinite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2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43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4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58"/>
            </a:gs>
            <a:gs pos="100000">
              <a:srgbClr val="000099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"/>
          <p:cNvSpPr/>
          <p:nvPr/>
        </p:nvSpPr>
        <p:spPr>
          <a:xfrm>
            <a:off x="7099200" y="6246720"/>
            <a:ext cx="231156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760" rIns="95760" tIns="47880" bIns="47880" anchor="b">
            <a:noAutofit/>
          </a:bodyPr>
          <a:p>
            <a:pPr algn="r">
              <a:lnSpc>
                <a:spcPct val="100000"/>
              </a:lnSpc>
              <a:spcBef>
                <a:spcPts val="74"/>
              </a:spcBef>
              <a:spcAft>
                <a:spcPts val="74"/>
              </a:spcAft>
              <a:tabLst>
                <a:tab algn="l" pos="0"/>
                <a:tab algn="l" pos="957240"/>
                <a:tab algn="l" pos="1914480"/>
                <a:tab algn="l" pos="2871720"/>
                <a:tab algn="l" pos="3828960"/>
                <a:tab algn="l" pos="4786200"/>
                <a:tab algn="l" pos="5743440"/>
                <a:tab algn="l" pos="6700680"/>
                <a:tab algn="l" pos="7658280"/>
                <a:tab algn="l" pos="8615520"/>
                <a:tab algn="l" pos="9572760"/>
                <a:tab algn="l" pos="1053000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*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VNI-Times"/>
            </a:endParaRPr>
          </a:p>
        </p:txBody>
      </p:sp>
      <p:pic>
        <p:nvPicPr>
          <p:cNvPr id="102" name="" descr=""/>
          <p:cNvPicPr/>
          <p:nvPr/>
        </p:nvPicPr>
        <p:blipFill>
          <a:blip r:embed="rId1"/>
          <a:stretch/>
        </p:blipFill>
        <p:spPr>
          <a:xfrm>
            <a:off x="3997440" y="1612800"/>
            <a:ext cx="5638680" cy="4799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" name=""/>
          <p:cNvSpPr/>
          <p:nvPr/>
        </p:nvSpPr>
        <p:spPr>
          <a:xfrm>
            <a:off x="27000" y="228600"/>
            <a:ext cx="6789600" cy="1219320"/>
          </a:xfrm>
          <a:prstGeom prst="rect">
            <a:avLst/>
          </a:prstGeom>
          <a:solidFill>
            <a:srgbClr val="7b46d0"/>
          </a:solidFill>
          <a:ln w="9360">
            <a:solidFill>
              <a:srgbClr val="3366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spcBef>
                <a:spcPts val="74"/>
              </a:spcBef>
              <a:spcAft>
                <a:spcPts val="74"/>
              </a:spcAft>
              <a:tabLst>
                <a:tab algn="l" pos="0"/>
                <a:tab algn="l" pos="957240"/>
                <a:tab algn="l" pos="1914480"/>
                <a:tab algn="l" pos="2871720"/>
                <a:tab algn="l" pos="3828960"/>
                <a:tab algn="l" pos="4786200"/>
                <a:tab algn="l" pos="5743440"/>
                <a:tab algn="l" pos="6700680"/>
                <a:tab algn="l" pos="7658280"/>
                <a:tab algn="l" pos="8615520"/>
                <a:tab algn="l" pos="9572760"/>
                <a:tab algn="l" pos="10530000"/>
              </a:tabLst>
            </a:pPr>
            <a:r>
              <a:rPr b="0" lang="en-US" sz="19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</a:t>
            </a:r>
            <a:r>
              <a:rPr b="1" i="1" lang="pl-PL" sz="3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1.2. Tính chất môn học</a:t>
            </a:r>
            <a:endParaRPr b="0" lang="en-US" sz="3400" strike="noStrike" u="none">
              <a:solidFill>
                <a:srgbClr val="ffffff"/>
              </a:solidFill>
              <a:effectLst/>
              <a:uFillTx/>
              <a:latin typeface="VNI-Times"/>
            </a:endParaRPr>
          </a:p>
        </p:txBody>
      </p:sp>
      <p:sp>
        <p:nvSpPr>
          <p:cNvPr id="104" name=""/>
          <p:cNvSpPr/>
          <p:nvPr/>
        </p:nvSpPr>
        <p:spPr>
          <a:xfrm>
            <a:off x="349200" y="1612800"/>
            <a:ext cx="3581280" cy="4799160"/>
          </a:xfrm>
          <a:prstGeom prst="rect">
            <a:avLst/>
          </a:prstGeom>
          <a:solidFill>
            <a:srgbClr val="3366ff"/>
          </a:solidFill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lnSpc>
                <a:spcPct val="100000"/>
              </a:lnSpc>
              <a:spcBef>
                <a:spcPts val="74"/>
              </a:spcBef>
              <a:spcAft>
                <a:spcPts val="74"/>
              </a:spcAft>
              <a:tabLst>
                <a:tab algn="l" pos="0"/>
                <a:tab algn="l" pos="957240"/>
                <a:tab algn="l" pos="1914480"/>
                <a:tab algn="l" pos="2871720"/>
                <a:tab algn="l" pos="3828960"/>
                <a:tab algn="l" pos="4786200"/>
                <a:tab algn="l" pos="5743440"/>
                <a:tab algn="l" pos="6700680"/>
                <a:tab algn="l" pos="7658280"/>
                <a:tab algn="l" pos="8615520"/>
                <a:tab algn="l" pos="9572760"/>
                <a:tab algn="l" pos="10530000"/>
              </a:tabLst>
            </a:pPr>
            <a:r>
              <a:rPr b="0" lang="vi-VN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Chương trình môn học bao gồm một số nội dung về nhà nước và pháp luật; giúp người học có nhận thức đúng và thực hiện tốt các quy định của pháp luật.</a:t>
            </a:r>
            <a:r>
              <a:rPr b="0" lang="de-DE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VNI-Times"/>
            </a:endParaRPr>
          </a:p>
        </p:txBody>
      </p:sp>
    </p:spTree>
  </p:cSld>
  <p:timing>
    <p:tnLst>
      <p:par>
        <p:cTn id="145" dur="indefinite" restart="never" nodeType="tmRoot">
          <p:childTnLst>
            <p:seq>
              <p:cTn id="146" dur="indefinite" nodeType="mainSeq">
                <p:childTnLst>
                  <p:par>
                    <p:cTn id="147" dur="indefinite" fill="hold">
                      <p:stCondLst>
                        <p:cond delay="indefinite"/>
                      </p:stCondLst>
                      <p:childTnLst>
                        <p:par>
                          <p:cTn id="148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149" dur="indefinite" nodeType="clickEffect" fill="hold" presetClass="entr" presetID="4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51" dur="1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52" dur="4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53" dur="4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54" dur="6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55" dur="6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dur="indefinite" fill="hold">
                      <p:stCondLst>
                        <p:cond delay="indefinite"/>
                      </p:stCondLst>
                      <p:childTnLst>
                        <p:par>
                          <p:cTn id="157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158" dur="indefinite" nodeType="clickEffect" fill="hold" presetClass="entr" presetID="21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heel(1)" transition="in">
                                      <p:cBhvr additive="repl">
                                        <p:cTn id="160" dur="2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dur="indefinite" fill="hold">
                      <p:stCondLst>
                        <p:cond delay="indefinite"/>
                      </p:stCondLst>
                      <p:childTnLst>
                        <p:par>
                          <p:cTn id="162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163" dur="indefinite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65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6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58"/>
            </a:gs>
            <a:gs pos="100000">
              <a:srgbClr val="000099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"/>
          <p:cNvSpPr/>
          <p:nvPr/>
        </p:nvSpPr>
        <p:spPr>
          <a:xfrm>
            <a:off x="7099200" y="6246720"/>
            <a:ext cx="231156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760" rIns="95760" tIns="47880" bIns="47880" anchor="b">
            <a:noAutofit/>
          </a:bodyPr>
          <a:p>
            <a:pPr algn="r">
              <a:lnSpc>
                <a:spcPct val="100000"/>
              </a:lnSpc>
              <a:spcBef>
                <a:spcPts val="74"/>
              </a:spcBef>
              <a:spcAft>
                <a:spcPts val="74"/>
              </a:spcAft>
              <a:tabLst>
                <a:tab algn="l" pos="0"/>
                <a:tab algn="l" pos="957240"/>
                <a:tab algn="l" pos="1914480"/>
                <a:tab algn="l" pos="2871720"/>
                <a:tab algn="l" pos="3828960"/>
                <a:tab algn="l" pos="4786200"/>
                <a:tab algn="l" pos="5743440"/>
                <a:tab algn="l" pos="6700680"/>
                <a:tab algn="l" pos="7658280"/>
                <a:tab algn="l" pos="8615520"/>
                <a:tab algn="l" pos="9572760"/>
                <a:tab algn="l" pos="105300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*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VNI-Times"/>
            </a:endParaRPr>
          </a:p>
        </p:txBody>
      </p:sp>
      <p:sp>
        <p:nvSpPr>
          <p:cNvPr id="106" name=""/>
          <p:cNvSpPr/>
          <p:nvPr/>
        </p:nvSpPr>
        <p:spPr>
          <a:xfrm>
            <a:off x="0" y="-419040"/>
            <a:ext cx="9448920" cy="83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760" rIns="95760" tIns="47880" bIns="47880" anchor="ctr">
            <a:noAutofit/>
          </a:bodyPr>
          <a:p>
            <a:pPr>
              <a:lnSpc>
                <a:spcPct val="100000"/>
              </a:lnSpc>
              <a:spcBef>
                <a:spcPts val="74"/>
              </a:spcBef>
              <a:spcAft>
                <a:spcPts val="74"/>
              </a:spcAft>
              <a:tabLst>
                <a:tab algn="l" pos="0"/>
                <a:tab algn="l" pos="957240"/>
                <a:tab algn="l" pos="1914480"/>
                <a:tab algn="l" pos="2871720"/>
                <a:tab algn="l" pos="3828960"/>
                <a:tab algn="l" pos="4786200"/>
                <a:tab algn="l" pos="5743440"/>
                <a:tab algn="l" pos="6700680"/>
                <a:tab algn="l" pos="7658280"/>
                <a:tab algn="l" pos="8615520"/>
                <a:tab algn="l" pos="9572760"/>
                <a:tab algn="l" pos="10530000"/>
              </a:tabLst>
            </a:pPr>
            <a:br>
              <a:rPr sz="4000"/>
            </a:br>
            <a:br>
              <a:rPr sz="4000"/>
            </a:br>
            <a:br>
              <a:rPr sz="4000"/>
            </a:br>
            <a:br>
              <a:rPr sz="4000"/>
            </a:br>
            <a:br>
              <a:rPr sz="4000"/>
            </a:br>
            <a:br>
              <a:rPr sz="4000"/>
            </a:br>
            <a:endParaRPr b="0" lang="en-US" sz="4000" strike="noStrike" u="none">
              <a:solidFill>
                <a:srgbClr val="ffffff"/>
              </a:solidFill>
              <a:effectLst/>
              <a:uFillTx/>
              <a:latin typeface="VNI-Times"/>
            </a:endParaRPr>
          </a:p>
        </p:txBody>
      </p:sp>
      <p:sp>
        <p:nvSpPr>
          <p:cNvPr id="107" name=""/>
          <p:cNvSpPr/>
          <p:nvPr/>
        </p:nvSpPr>
        <p:spPr>
          <a:xfrm>
            <a:off x="0" y="0"/>
            <a:ext cx="9906120" cy="655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760" rIns="95760" tIns="47880" bIns="47880" anchor="t">
            <a:noAutofit/>
          </a:bodyPr>
          <a:p>
            <a:pPr marL="358920" indent="-358920">
              <a:lnSpc>
                <a:spcPct val="100000"/>
              </a:lnSpc>
              <a:spcBef>
                <a:spcPts val="1074"/>
              </a:spcBef>
              <a:spcAft>
                <a:spcPts val="74"/>
              </a:spcAft>
              <a:tabLst>
                <a:tab algn="l" pos="0"/>
                <a:tab algn="l" pos="957240"/>
                <a:tab algn="l" pos="1914480"/>
                <a:tab algn="l" pos="2871720"/>
                <a:tab algn="l" pos="3828960"/>
                <a:tab algn="l" pos="4786200"/>
                <a:tab algn="l" pos="5743440"/>
                <a:tab algn="l" pos="6700680"/>
                <a:tab algn="l" pos="7658280"/>
                <a:tab algn="l" pos="8615520"/>
                <a:tab algn="l" pos="9572760"/>
                <a:tab algn="l" pos="10530000"/>
              </a:tabLst>
            </a:pPr>
            <a:endParaRPr b="0" lang="en-US" sz="4000" strike="noStrike" u="none">
              <a:solidFill>
                <a:srgbClr val="ffffff"/>
              </a:solidFill>
              <a:effectLst/>
              <a:uFillTx/>
              <a:latin typeface="VNI-Times"/>
            </a:endParaRPr>
          </a:p>
          <a:p>
            <a:pPr marL="358920" indent="-358920">
              <a:lnSpc>
                <a:spcPct val="100000"/>
              </a:lnSpc>
              <a:spcBef>
                <a:spcPts val="1074"/>
              </a:spcBef>
              <a:spcAft>
                <a:spcPts val="74"/>
              </a:spcAft>
              <a:tabLst>
                <a:tab algn="l" pos="0"/>
                <a:tab algn="l" pos="957240"/>
                <a:tab algn="l" pos="1914480"/>
                <a:tab algn="l" pos="2871720"/>
                <a:tab algn="l" pos="3828960"/>
                <a:tab algn="l" pos="4786200"/>
                <a:tab algn="l" pos="5743440"/>
                <a:tab algn="l" pos="6700680"/>
                <a:tab algn="l" pos="7658280"/>
                <a:tab algn="l" pos="8615520"/>
                <a:tab algn="l" pos="9572760"/>
                <a:tab algn="l" pos="10530000"/>
              </a:tabLst>
            </a:pPr>
            <a:endParaRPr b="0" lang="en-US" sz="4000" strike="noStrike" u="none">
              <a:solidFill>
                <a:srgbClr val="ffffff"/>
              </a:solidFill>
              <a:effectLst/>
              <a:uFillTx/>
              <a:latin typeface="VNI-Times"/>
            </a:endParaRPr>
          </a:p>
          <a:p>
            <a:pPr marL="358920" indent="-358920">
              <a:lnSpc>
                <a:spcPct val="90000"/>
              </a:lnSpc>
              <a:spcBef>
                <a:spcPts val="1074"/>
              </a:spcBef>
              <a:spcAft>
                <a:spcPts val="74"/>
              </a:spcAft>
              <a:tabLst>
                <a:tab algn="l" pos="0"/>
                <a:tab algn="l" pos="957240"/>
                <a:tab algn="l" pos="1914480"/>
                <a:tab algn="l" pos="2871720"/>
                <a:tab algn="l" pos="3828960"/>
                <a:tab algn="l" pos="4786200"/>
                <a:tab algn="l" pos="5743440"/>
                <a:tab algn="l" pos="6700680"/>
                <a:tab algn="l" pos="7658280"/>
                <a:tab algn="l" pos="8615520"/>
                <a:tab algn="l" pos="9572760"/>
                <a:tab algn="l" pos="10530000"/>
              </a:tabLst>
            </a:pPr>
            <a:endParaRPr b="0" lang="en-US" sz="4000" strike="noStrike" u="none">
              <a:solidFill>
                <a:srgbClr val="ffffff"/>
              </a:solidFill>
              <a:effectLst/>
              <a:uFillTx/>
              <a:latin typeface="VNI-Times"/>
            </a:endParaRPr>
          </a:p>
        </p:txBody>
      </p:sp>
      <p:sp>
        <p:nvSpPr>
          <p:cNvPr id="108" name=""/>
          <p:cNvSpPr/>
          <p:nvPr/>
        </p:nvSpPr>
        <p:spPr>
          <a:xfrm>
            <a:off x="2057400" y="98280"/>
            <a:ext cx="5791320" cy="914400"/>
          </a:xfrm>
          <a:prstGeom prst="rect">
            <a:avLst/>
          </a:prstGeom>
          <a:solidFill>
            <a:srgbClr val="000080"/>
          </a:solidFill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spcBef>
                <a:spcPts val="924"/>
              </a:spcBef>
              <a:spcAft>
                <a:spcPts val="74"/>
              </a:spcAft>
              <a:tabLst>
                <a:tab algn="l" pos="0"/>
                <a:tab algn="l" pos="957240"/>
                <a:tab algn="l" pos="1914480"/>
                <a:tab algn="l" pos="2871720"/>
                <a:tab algn="l" pos="3828960"/>
                <a:tab algn="l" pos="4786200"/>
                <a:tab algn="l" pos="5743440"/>
                <a:tab algn="l" pos="6700680"/>
                <a:tab algn="l" pos="7658280"/>
                <a:tab algn="l" pos="8615520"/>
                <a:tab algn="l" pos="9572760"/>
                <a:tab algn="l" pos="10530000"/>
              </a:tabLst>
            </a:pPr>
            <a:r>
              <a:rPr b="1" lang="vi-VN" sz="3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2. Mục tiêu của môn học</a:t>
            </a:r>
            <a:endParaRPr b="0" lang="en-US" sz="3400" strike="noStrike" u="none">
              <a:solidFill>
                <a:srgbClr val="ffffff"/>
              </a:solidFill>
              <a:effectLst/>
              <a:uFillTx/>
              <a:latin typeface="VNI-Times"/>
            </a:endParaRPr>
          </a:p>
        </p:txBody>
      </p:sp>
      <p:sp>
        <p:nvSpPr>
          <p:cNvPr id="109" name=""/>
          <p:cNvSpPr/>
          <p:nvPr/>
        </p:nvSpPr>
        <p:spPr>
          <a:xfrm>
            <a:off x="152280" y="1295280"/>
            <a:ext cx="2895840" cy="5405400"/>
          </a:xfrm>
          <a:prstGeom prst="rect">
            <a:avLst/>
          </a:prstGeom>
          <a:solidFill>
            <a:srgbClr val="3366ff"/>
          </a:solidFill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lnSpc>
                <a:spcPct val="100000"/>
              </a:lnSpc>
              <a:spcBef>
                <a:spcPts val="74"/>
              </a:spcBef>
              <a:spcAft>
                <a:spcPts val="74"/>
              </a:spcAft>
              <a:tabLst>
                <a:tab algn="l" pos="0"/>
                <a:tab algn="l" pos="957240"/>
                <a:tab algn="l" pos="1914480"/>
                <a:tab algn="l" pos="2871720"/>
                <a:tab algn="l" pos="3828960"/>
                <a:tab algn="l" pos="4786200"/>
                <a:tab algn="l" pos="5743440"/>
                <a:tab algn="l" pos="6700680"/>
                <a:tab algn="l" pos="7658280"/>
                <a:tab algn="l" pos="8615520"/>
                <a:tab algn="l" pos="9572760"/>
                <a:tab algn="l" pos="10530000"/>
              </a:tabLst>
            </a:pPr>
            <a:r>
              <a:rPr b="1" i="1" lang="pl-PL" sz="2800" strike="noStrike" u="none">
                <a:solidFill>
                  <a:srgbClr val="ffc000"/>
                </a:solidFill>
                <a:effectLst/>
                <a:uFillTx/>
                <a:latin typeface="Arial"/>
              </a:rPr>
              <a:t>Về kiến thức:</a:t>
            </a:r>
            <a:r>
              <a:rPr b="1" lang="pl-PL" sz="2800" strike="noStrike" u="none">
                <a:solidFill>
                  <a:srgbClr val="ffc000"/>
                </a:solidFill>
                <a:effectLst/>
                <a:uFillTx/>
                <a:latin typeface="Arial"/>
              </a:rPr>
              <a:t> 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VNI-Times"/>
            </a:endParaRPr>
          </a:p>
          <a:p>
            <a:pPr algn="ctr">
              <a:lnSpc>
                <a:spcPct val="100000"/>
              </a:lnSpc>
              <a:spcBef>
                <a:spcPts val="74"/>
              </a:spcBef>
              <a:spcAft>
                <a:spcPts val="74"/>
              </a:spcAft>
              <a:tabLst>
                <a:tab algn="l" pos="0"/>
                <a:tab algn="l" pos="957240"/>
                <a:tab algn="l" pos="1914480"/>
                <a:tab algn="l" pos="2871720"/>
                <a:tab algn="l" pos="3828960"/>
                <a:tab algn="l" pos="4786200"/>
                <a:tab algn="l" pos="5743440"/>
                <a:tab algn="l" pos="6700680"/>
                <a:tab algn="l" pos="7658280"/>
                <a:tab algn="l" pos="8615520"/>
                <a:tab algn="l" pos="9572760"/>
                <a:tab algn="l" pos="10530000"/>
              </a:tabLst>
            </a:pPr>
            <a:r>
              <a:rPr b="0" lang="en-US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- </a:t>
            </a:r>
            <a:r>
              <a:rPr b="0" lang="vi-VN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T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B</a:t>
            </a:r>
            <a:r>
              <a:rPr b="0" lang="vi-VN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được một số nội dung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CB </a:t>
            </a:r>
            <a:r>
              <a:rPr b="0" lang="vi-VN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về Nh</a:t>
            </a:r>
            <a:r>
              <a:rPr b="0" lang="vi-VN" sz="2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à</a:t>
            </a:r>
            <a:r>
              <a:rPr b="0" lang="vi-VN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nước C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HXHCN</a:t>
            </a:r>
            <a:r>
              <a:rPr b="0" lang="vi-VN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Việt Nam v</a:t>
            </a:r>
            <a:r>
              <a:rPr b="0" lang="vi-VN" sz="2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à</a:t>
            </a:r>
            <a:r>
              <a:rPr b="0" lang="vi-VN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hệ thống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PL</a:t>
            </a:r>
            <a:r>
              <a:rPr b="0" lang="vi-VN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của V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N</a:t>
            </a:r>
            <a:r>
              <a:rPr b="0" lang="vi-VN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;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VNI-Times"/>
            </a:endParaRPr>
          </a:p>
          <a:p>
            <a:pPr algn="ctr">
              <a:lnSpc>
                <a:spcPct val="100000"/>
              </a:lnSpc>
              <a:spcBef>
                <a:spcPts val="74"/>
              </a:spcBef>
              <a:spcAft>
                <a:spcPts val="74"/>
              </a:spcAft>
              <a:tabLst>
                <a:tab algn="l" pos="0"/>
                <a:tab algn="l" pos="957240"/>
                <a:tab algn="l" pos="1914480"/>
                <a:tab algn="l" pos="2871720"/>
                <a:tab algn="l" pos="3828960"/>
                <a:tab algn="l" pos="4786200"/>
                <a:tab algn="l" pos="5743440"/>
                <a:tab algn="l" pos="6700680"/>
                <a:tab algn="l" pos="7658280"/>
                <a:tab algn="l" pos="8615520"/>
                <a:tab algn="l" pos="9572760"/>
                <a:tab algn="l" pos="10530000"/>
              </a:tabLst>
            </a:pPr>
            <a:r>
              <a:rPr b="0" lang="vi-VN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- T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B</a:t>
            </a:r>
            <a:r>
              <a:rPr b="0" lang="vi-VN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được một số nội dung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CB</a:t>
            </a:r>
            <a:r>
              <a:rPr b="0" lang="vi-VN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về Hiến pháp nước CHXHCN Việt Nam; pháp luật lao động; phòng, chống tham nhũng v</a:t>
            </a:r>
            <a:r>
              <a:rPr b="0" lang="vi-VN" sz="2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à</a:t>
            </a:r>
            <a:r>
              <a:rPr b="0" lang="vi-VN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bảo vệ quyền lợi người tiêu dùng.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VNI-Times"/>
            </a:endParaRPr>
          </a:p>
          <a:p>
            <a:pPr algn="ctr">
              <a:lnSpc>
                <a:spcPct val="100000"/>
              </a:lnSpc>
              <a:spcBef>
                <a:spcPts val="74"/>
              </a:spcBef>
              <a:spcAft>
                <a:spcPts val="74"/>
              </a:spcAft>
              <a:tabLst>
                <a:tab algn="l" pos="0"/>
                <a:tab algn="l" pos="957240"/>
                <a:tab algn="l" pos="1914480"/>
                <a:tab algn="l" pos="2871720"/>
                <a:tab algn="l" pos="3828960"/>
                <a:tab algn="l" pos="4786200"/>
                <a:tab algn="l" pos="5743440"/>
                <a:tab algn="l" pos="6700680"/>
                <a:tab algn="l" pos="7658280"/>
                <a:tab algn="l" pos="8615520"/>
                <a:tab algn="l" pos="9572760"/>
                <a:tab algn="l" pos="105300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VNI-Times"/>
            </a:endParaRPr>
          </a:p>
        </p:txBody>
      </p:sp>
      <p:sp>
        <p:nvSpPr>
          <p:cNvPr id="110" name=""/>
          <p:cNvSpPr/>
          <p:nvPr/>
        </p:nvSpPr>
        <p:spPr>
          <a:xfrm>
            <a:off x="3124080" y="1359000"/>
            <a:ext cx="3810240" cy="5405400"/>
          </a:xfrm>
          <a:prstGeom prst="rect">
            <a:avLst/>
          </a:prstGeom>
          <a:solidFill>
            <a:srgbClr val="000080"/>
          </a:solidFill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lnSpc>
                <a:spcPct val="100000"/>
              </a:lnSpc>
              <a:spcBef>
                <a:spcPts val="774"/>
              </a:spcBef>
              <a:spcAft>
                <a:spcPts val="74"/>
              </a:spcAft>
              <a:tabLst>
                <a:tab algn="l" pos="0"/>
                <a:tab algn="l" pos="957240"/>
                <a:tab algn="l" pos="1914480"/>
                <a:tab algn="l" pos="2871720"/>
                <a:tab algn="l" pos="3828960"/>
                <a:tab algn="l" pos="4786200"/>
                <a:tab algn="l" pos="5743440"/>
                <a:tab algn="l" pos="6700680"/>
                <a:tab algn="l" pos="7658280"/>
                <a:tab algn="l" pos="8615520"/>
                <a:tab algn="l" pos="9572760"/>
                <a:tab algn="l" pos="10530000"/>
              </a:tabLst>
            </a:pPr>
            <a:r>
              <a:rPr b="1" i="1" lang="pl-PL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Về kỹ năng: 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VNI-Times"/>
            </a:endParaRPr>
          </a:p>
          <a:p>
            <a:pPr algn="ctr">
              <a:lnSpc>
                <a:spcPct val="100000"/>
              </a:lnSpc>
              <a:spcBef>
                <a:spcPts val="675"/>
              </a:spcBef>
              <a:spcAft>
                <a:spcPts val="74"/>
              </a:spcAft>
              <a:tabLst>
                <a:tab algn="l" pos="0"/>
                <a:tab algn="l" pos="957240"/>
                <a:tab algn="l" pos="1914480"/>
                <a:tab algn="l" pos="2871720"/>
                <a:tab algn="l" pos="3828960"/>
                <a:tab algn="l" pos="4786200"/>
                <a:tab algn="l" pos="5743440"/>
                <a:tab algn="l" pos="6700680"/>
                <a:tab algn="l" pos="7658280"/>
                <a:tab algn="l" pos="8615520"/>
                <a:tab algn="l" pos="9572760"/>
                <a:tab algn="l" pos="10530000"/>
              </a:tabLst>
            </a:pPr>
            <a:r>
              <a:rPr b="0" lang="vi-VN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- Nhận biết được cấu trúc,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CN </a:t>
            </a:r>
            <a:r>
              <a:rPr b="0" lang="vi-VN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của các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CQ </a:t>
            </a:r>
            <a:r>
              <a:rPr b="0" lang="vi-VN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trong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BMNN v</a:t>
            </a:r>
            <a:r>
              <a:rPr b="0" lang="vi-VN" sz="2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à</a:t>
            </a:r>
            <a:r>
              <a:rPr b="0" lang="vi-VN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các tổ chức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CT-XH </a:t>
            </a:r>
            <a:r>
              <a:rPr b="0" lang="vi-VN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ở V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N</a:t>
            </a:r>
            <a:r>
              <a:rPr b="0" lang="vi-VN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các th</a:t>
            </a:r>
            <a:r>
              <a:rPr b="0" lang="vi-VN" sz="2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à</a:t>
            </a:r>
            <a:r>
              <a:rPr b="0" lang="vi-VN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nh tố của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HTPL</a:t>
            </a:r>
            <a:r>
              <a:rPr b="0" lang="vi-VN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v</a:t>
            </a:r>
            <a:r>
              <a:rPr b="0" lang="vi-VN" sz="2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à</a:t>
            </a:r>
            <a:r>
              <a:rPr b="0" lang="vi-VN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các loại văn bản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QPPL </a:t>
            </a:r>
            <a:r>
              <a:rPr b="0" lang="vi-VN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của Việt Nam;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VNI-Times"/>
            </a:endParaRPr>
          </a:p>
          <a:p>
            <a:pPr algn="ctr">
              <a:lnSpc>
                <a:spcPct val="100000"/>
              </a:lnSpc>
              <a:spcBef>
                <a:spcPts val="774"/>
              </a:spcBef>
              <a:spcAft>
                <a:spcPts val="74"/>
              </a:spcAft>
              <a:tabLst>
                <a:tab algn="l" pos="0"/>
                <a:tab algn="l" pos="957240"/>
                <a:tab algn="l" pos="1914480"/>
                <a:tab algn="l" pos="2871720"/>
                <a:tab algn="l" pos="3828960"/>
                <a:tab algn="l" pos="4786200"/>
                <a:tab algn="l" pos="5743440"/>
                <a:tab algn="l" pos="6700680"/>
                <a:tab algn="l" pos="7658280"/>
                <a:tab algn="l" pos="8615520"/>
                <a:tab algn="l" pos="9572760"/>
                <a:tab algn="l" pos="10530000"/>
              </a:tabLst>
            </a:pPr>
            <a:r>
              <a:rPr b="0" lang="vi-VN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- Phân biệt được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KN</a:t>
            </a:r>
            <a:r>
              <a:rPr b="0" lang="vi-VN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,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ĐT</a:t>
            </a:r>
            <a:r>
              <a:rPr b="0" lang="vi-VN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,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PP</a:t>
            </a:r>
            <a:r>
              <a:rPr b="0" lang="vi-VN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điều chỉnh v</a:t>
            </a:r>
            <a:r>
              <a:rPr b="0" lang="vi-VN" sz="2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à</a:t>
            </a:r>
            <a:r>
              <a:rPr b="0" lang="vi-VN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vận dụng được các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KT</a:t>
            </a:r>
            <a:r>
              <a:rPr b="0" lang="vi-VN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được học về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PLLĐ</a:t>
            </a:r>
            <a:r>
              <a:rPr b="0" lang="vi-VN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;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PCTN</a:t>
            </a:r>
            <a:r>
              <a:rPr b="0" lang="vi-VN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bảo vệ quyền lợi người tiêu dùng v</a:t>
            </a:r>
            <a:r>
              <a:rPr b="0" lang="vi-VN" sz="2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à</a:t>
            </a:r>
            <a:r>
              <a:rPr b="0" lang="vi-VN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o việc xử lý các vấn đề liên quan trong các hoạt động h</a:t>
            </a:r>
            <a:r>
              <a:rPr b="0" lang="vi-VN" sz="2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à</a:t>
            </a:r>
            <a:r>
              <a:rPr b="0" lang="vi-VN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ng ng</a:t>
            </a:r>
            <a:r>
              <a:rPr b="0" lang="vi-VN" sz="2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à</a:t>
            </a:r>
            <a:r>
              <a:rPr b="0" lang="vi-VN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y</a:t>
            </a:r>
            <a:r>
              <a:rPr b="0" lang="vi-VN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VNI-Times"/>
            </a:endParaRPr>
          </a:p>
        </p:txBody>
      </p:sp>
      <p:sp>
        <p:nvSpPr>
          <p:cNvPr id="111" name=""/>
          <p:cNvSpPr/>
          <p:nvPr/>
        </p:nvSpPr>
        <p:spPr>
          <a:xfrm>
            <a:off x="7010280" y="1295280"/>
            <a:ext cx="2819520" cy="5469120"/>
          </a:xfrm>
          <a:prstGeom prst="rect">
            <a:avLst/>
          </a:prstGeom>
          <a:solidFill>
            <a:srgbClr val="3366ff"/>
          </a:solidFill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lnSpc>
                <a:spcPct val="100000"/>
              </a:lnSpc>
              <a:spcBef>
                <a:spcPts val="675"/>
              </a:spcBef>
              <a:spcAft>
                <a:spcPts val="74"/>
              </a:spcAft>
              <a:tabLst>
                <a:tab algn="l" pos="0"/>
                <a:tab algn="l" pos="957240"/>
                <a:tab algn="l" pos="1914480"/>
                <a:tab algn="l" pos="2871720"/>
                <a:tab algn="l" pos="3828960"/>
                <a:tab algn="l" pos="4786200"/>
                <a:tab algn="l" pos="5743440"/>
                <a:tab algn="l" pos="6700680"/>
                <a:tab algn="l" pos="7658280"/>
                <a:tab algn="l" pos="8615520"/>
                <a:tab algn="l" pos="9572760"/>
                <a:tab algn="l" pos="10530000"/>
              </a:tabLst>
            </a:pPr>
            <a:r>
              <a:rPr b="1" i="1" lang="pl-PL" sz="28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Về năng lực tự chủ v</a:t>
            </a:r>
            <a:r>
              <a:rPr b="1" i="1" lang="pl-PL" sz="28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à</a:t>
            </a:r>
            <a:r>
              <a:rPr b="1" i="1" lang="pl-PL" sz="28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trách nhiệm:</a:t>
            </a:r>
            <a:r>
              <a:rPr b="0" lang="pl-PL" sz="28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</a:t>
            </a:r>
            <a:r>
              <a:rPr b="0" lang="vi-VN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Tôn trọng, sống v</a:t>
            </a:r>
            <a:r>
              <a:rPr b="0" lang="vi-VN" sz="2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à</a:t>
            </a:r>
            <a:r>
              <a:rPr b="0" lang="vi-VN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l</a:t>
            </a:r>
            <a:r>
              <a:rPr b="0" lang="vi-VN" sz="2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à</a:t>
            </a:r>
            <a:r>
              <a:rPr b="0" lang="vi-VN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m việc theo H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P</a:t>
            </a:r>
            <a:r>
              <a:rPr b="0" lang="vi-VN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v</a:t>
            </a:r>
            <a:r>
              <a:rPr b="0" lang="vi-VN" sz="2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à</a:t>
            </a:r>
            <a:r>
              <a:rPr b="0" lang="vi-VN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PL</a:t>
            </a:r>
            <a:r>
              <a:rPr b="0" lang="vi-VN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; tự chủ được các h</a:t>
            </a:r>
            <a:r>
              <a:rPr b="0" lang="vi-VN" sz="2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à</a:t>
            </a:r>
            <a:r>
              <a:rPr b="0" lang="vi-VN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nh vi của mình trong các mối quan hệ liên quan đến các nội dung đã được học, phù hợp với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QĐ </a:t>
            </a:r>
            <a:r>
              <a:rPr b="0" lang="vi-VN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của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PL </a:t>
            </a:r>
            <a:r>
              <a:rPr b="0" lang="vi-VN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v</a:t>
            </a:r>
            <a:r>
              <a:rPr b="0" lang="vi-VN" sz="2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à</a:t>
            </a:r>
            <a:r>
              <a:rPr b="0" lang="vi-VN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các quy tắc ứng xử chung của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CĐ</a:t>
            </a:r>
            <a:r>
              <a:rPr b="0" lang="vi-VN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v</a:t>
            </a:r>
            <a:r>
              <a:rPr b="0" lang="vi-VN" sz="2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à</a:t>
            </a:r>
            <a:r>
              <a:rPr b="0" lang="vi-VN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của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XH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VNI-Times"/>
            </a:endParaRPr>
          </a:p>
        </p:txBody>
      </p:sp>
      <p:cxnSp>
        <p:nvCxnSpPr>
          <p:cNvPr id="112" name=""/>
          <p:cNvCxnSpPr>
            <a:stCxn id="108" idx="2"/>
            <a:endCxn id="110" idx="0"/>
          </p:cNvCxnSpPr>
          <p:nvPr/>
        </p:nvCxnSpPr>
        <p:spPr>
          <a:xfrm>
            <a:off x="4952880" y="1012680"/>
            <a:ext cx="76680" cy="347040"/>
          </a:xfrm>
          <a:prstGeom prst="straightConnector1">
            <a:avLst/>
          </a:prstGeom>
          <a:ln w="38160">
            <a:solidFill>
              <a:srgbClr val="ffffff"/>
            </a:solidFill>
            <a:round/>
            <a:tailEnd len="med" type="arrow" w="med"/>
          </a:ln>
        </p:spPr>
      </p:cxnSp>
      <p:cxnSp>
        <p:nvCxnSpPr>
          <p:cNvPr id="113" name=""/>
          <p:cNvCxnSpPr>
            <a:stCxn id="108" idx="2"/>
            <a:endCxn id="111" idx="0"/>
          </p:cNvCxnSpPr>
          <p:nvPr/>
        </p:nvCxnSpPr>
        <p:spPr>
          <a:xfrm>
            <a:off x="4952520" y="1012320"/>
            <a:ext cx="3467880" cy="283320"/>
          </a:xfrm>
          <a:prstGeom prst="straightConnector1">
            <a:avLst/>
          </a:prstGeom>
          <a:ln w="38160">
            <a:solidFill>
              <a:srgbClr val="ffffff"/>
            </a:solidFill>
            <a:round/>
            <a:tailEnd len="med" type="arrow" w="med"/>
          </a:ln>
        </p:spPr>
      </p:cxnSp>
      <p:cxnSp>
        <p:nvCxnSpPr>
          <p:cNvPr id="114" name=""/>
          <p:cNvCxnSpPr>
            <a:stCxn id="108" idx="2"/>
          </p:cNvCxnSpPr>
          <p:nvPr/>
        </p:nvCxnSpPr>
        <p:spPr>
          <a:xfrm flipH="1">
            <a:off x="1752120" y="1012680"/>
            <a:ext cx="3201120" cy="310320"/>
          </a:xfrm>
          <a:prstGeom prst="straightConnector1">
            <a:avLst/>
          </a:prstGeom>
          <a:ln w="44280">
            <a:solidFill>
              <a:srgbClr val="ffffff"/>
            </a:solidFill>
            <a:round/>
            <a:tailEnd len="med" type="arrow" w="med"/>
          </a:ln>
        </p:spPr>
      </p:cxnSp>
    </p:spTree>
  </p:cSld>
  <p:timing>
    <p:tnLst>
      <p:par>
        <p:cTn id="167" dur="indefinite" restart="never" nodeType="tmRoot">
          <p:childTnLst>
            <p:seq>
              <p:cTn id="168" dur="indefinite" nodeType="mainSeq">
                <p:childTnLst>
                  <p:par>
                    <p:cTn id="169" dur="indefinite" fill="hold">
                      <p:stCondLst>
                        <p:cond delay="indefinite"/>
                      </p:stCondLst>
                      <p:childTnLst>
                        <p:par>
                          <p:cTn id="170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171" dur="indefinite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173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dur="indefinite" fill="hold">
                      <p:stCondLst>
                        <p:cond delay="indefinite"/>
                      </p:stCondLst>
                      <p:childTnLst>
                        <p:par>
                          <p:cTn id="175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176" dur="indefinite" nodeType="clickEffect" fill="hold" presetClass="entr" presetID="5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7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-0.02552 0.75279 0.0908 0.66613 C 0.20747 0.57948 0.21649 0.50394 0.23177 0.40825 C 0.24705 0.31256 0.22118 0.15964 0.18264 0.09152 C 0.1441 0.02341 0.03802 0 0 0 E">
                                      <p:cBhvr>
                                        <p:cTn id="17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</p:cBhvr>
                                    </p:animMotion>
                                    <p:animEffect filter="fade" transition="in">
                                      <p:cBhvr additive="repl">
                                        <p:cTn id="180"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dur="indefinite" fill="hold">
                      <p:stCondLst>
                        <p:cond delay="indefinite"/>
                      </p:stCondLst>
                      <p:childTnLst>
                        <p:par>
                          <p:cTn id="182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183" dur="indefinite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185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dur="indefinite" fill="hold">
                      <p:stCondLst>
                        <p:cond delay="indefinite"/>
                      </p:stCondLst>
                      <p:childTnLst>
                        <p:par>
                          <p:cTn id="187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188" dur="indefinite" nodeType="clickEffect" fill="hold" presetClass="entr" presetID="5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9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-0.02552 0.75279 0.0908 0.66613 C 0.20747 0.57948 0.21649 0.50394 0.23177 0.40825 C 0.24705 0.31256 0.22118 0.15964 0.18264 0.09152 C 0.1441 0.02341 0.03802 0 0 0 E">
                                      <p:cBhvr>
                                        <p:cTn id="19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</p:cBhvr>
                                    </p:animMotion>
                                    <p:animEffect filter="fade" transition="in">
                                      <p:cBhvr additive="repl">
                                        <p:cTn id="192"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dur="indefinite" fill="hold">
                      <p:stCondLst>
                        <p:cond delay="indefinite"/>
                      </p:stCondLst>
                      <p:childTnLst>
                        <p:par>
                          <p:cTn id="194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195" dur="indefinite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197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dur="indefinite" fill="hold">
                      <p:stCondLst>
                        <p:cond delay="indefinite"/>
                      </p:stCondLst>
                      <p:childTnLst>
                        <p:par>
                          <p:cTn id="199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200" dur="indefinite" nodeType="clickEffect" fill="hold" presetClass="entr" presetID="5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0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-0.02552 0.75279 0.0908 0.66613 C 0.20747 0.57948 0.21649 0.50394 0.23177 0.40825 C 0.24705 0.31256 0.22118 0.15964 0.18264 0.09152 C 0.1441 0.02341 0.03802 0 0 0 E">
                                      <p:cBhvr>
                                        <p:cTn id="20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</p:cBhvr>
                                    </p:animMotion>
                                    <p:animEffect filter="fade" transition="in">
                                      <p:cBhvr additive="repl">
                                        <p:cTn id="204"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58"/>
            </a:gs>
            <a:gs pos="100000">
              <a:srgbClr val="000099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"/>
          <p:cNvSpPr/>
          <p:nvPr/>
        </p:nvSpPr>
        <p:spPr>
          <a:xfrm>
            <a:off x="7099200" y="6246720"/>
            <a:ext cx="231156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760" rIns="95760" tIns="47880" bIns="47880" anchor="b">
            <a:noAutofit/>
          </a:bodyPr>
          <a:p>
            <a:pPr algn="r">
              <a:lnSpc>
                <a:spcPct val="100000"/>
              </a:lnSpc>
              <a:spcBef>
                <a:spcPts val="74"/>
              </a:spcBef>
              <a:spcAft>
                <a:spcPts val="74"/>
              </a:spcAft>
              <a:tabLst>
                <a:tab algn="l" pos="0"/>
                <a:tab algn="l" pos="957240"/>
                <a:tab algn="l" pos="1914480"/>
                <a:tab algn="l" pos="2871720"/>
                <a:tab algn="l" pos="3828960"/>
                <a:tab algn="l" pos="4786200"/>
                <a:tab algn="l" pos="5743440"/>
                <a:tab algn="l" pos="6700680"/>
                <a:tab algn="l" pos="7658280"/>
                <a:tab algn="l" pos="8615520"/>
                <a:tab algn="l" pos="9572760"/>
                <a:tab algn="l" pos="1053000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*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VNI-Times"/>
            </a:endParaRPr>
          </a:p>
        </p:txBody>
      </p:sp>
      <p:sp>
        <p:nvSpPr>
          <p:cNvPr id="116" name=""/>
          <p:cNvSpPr/>
          <p:nvPr/>
        </p:nvSpPr>
        <p:spPr>
          <a:xfrm>
            <a:off x="152280" y="152280"/>
            <a:ext cx="9448920" cy="632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760" rIns="95760" tIns="47880" bIns="47880" anchor="t">
            <a:noAutofit/>
          </a:bodyPr>
          <a:p>
            <a:pPr marL="358920" indent="-358920">
              <a:lnSpc>
                <a:spcPct val="100000"/>
              </a:lnSpc>
              <a:spcBef>
                <a:spcPts val="550"/>
              </a:spcBef>
              <a:spcAft>
                <a:spcPts val="74"/>
              </a:spcAft>
              <a:tabLst>
                <a:tab algn="l" pos="0"/>
                <a:tab algn="l" pos="957240"/>
                <a:tab algn="l" pos="1914480"/>
                <a:tab algn="l" pos="2871720"/>
                <a:tab algn="l" pos="3828960"/>
                <a:tab algn="l" pos="4786200"/>
                <a:tab algn="l" pos="5743440"/>
                <a:tab algn="l" pos="6700680"/>
                <a:tab algn="l" pos="7658280"/>
                <a:tab algn="l" pos="8615520"/>
                <a:tab algn="l" pos="9572760"/>
                <a:tab algn="l" pos="10530000"/>
              </a:tabLst>
            </a:pPr>
            <a:endParaRPr b="0" lang="en-US" sz="1900" strike="noStrike" u="none">
              <a:solidFill>
                <a:srgbClr val="ffffff"/>
              </a:solidFill>
              <a:effectLst/>
              <a:uFillTx/>
              <a:latin typeface="VNI-Times"/>
            </a:endParaRPr>
          </a:p>
          <a:p>
            <a:pPr marL="358920" indent="-358920">
              <a:lnSpc>
                <a:spcPct val="100000"/>
              </a:lnSpc>
              <a:spcBef>
                <a:spcPts val="550"/>
              </a:spcBef>
              <a:spcAft>
                <a:spcPts val="74"/>
              </a:spcAft>
              <a:tabLst>
                <a:tab algn="l" pos="0"/>
                <a:tab algn="l" pos="957240"/>
                <a:tab algn="l" pos="1914480"/>
                <a:tab algn="l" pos="2871720"/>
                <a:tab algn="l" pos="3828960"/>
                <a:tab algn="l" pos="4786200"/>
                <a:tab algn="l" pos="5743440"/>
                <a:tab algn="l" pos="6700680"/>
                <a:tab algn="l" pos="7658280"/>
                <a:tab algn="l" pos="8615520"/>
                <a:tab algn="l" pos="9572760"/>
                <a:tab algn="l" pos="10530000"/>
              </a:tabLst>
            </a:pPr>
            <a:endParaRPr b="0" lang="en-US" sz="1900" strike="noStrike" u="none">
              <a:solidFill>
                <a:srgbClr val="ffffff"/>
              </a:solidFill>
              <a:effectLst/>
              <a:uFillTx/>
              <a:latin typeface="VNI-Times"/>
            </a:endParaRPr>
          </a:p>
        </p:txBody>
      </p:sp>
      <p:sp>
        <p:nvSpPr>
          <p:cNvPr id="117" name=""/>
          <p:cNvSpPr/>
          <p:nvPr/>
        </p:nvSpPr>
        <p:spPr>
          <a:xfrm>
            <a:off x="1447920" y="533520"/>
            <a:ext cx="7086600" cy="914400"/>
          </a:xfrm>
          <a:prstGeom prst="rect">
            <a:avLst/>
          </a:prstGeom>
          <a:solidFill>
            <a:srgbClr val="000080"/>
          </a:solidFill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lnSpc>
                <a:spcPct val="100000"/>
              </a:lnSpc>
              <a:spcBef>
                <a:spcPts val="924"/>
              </a:spcBef>
              <a:spcAft>
                <a:spcPts val="74"/>
              </a:spcAft>
              <a:tabLst>
                <a:tab algn="l" pos="0"/>
                <a:tab algn="l" pos="957240"/>
                <a:tab algn="l" pos="1914480"/>
                <a:tab algn="l" pos="2871720"/>
                <a:tab algn="l" pos="3828960"/>
                <a:tab algn="l" pos="4786200"/>
                <a:tab algn="l" pos="5743440"/>
                <a:tab algn="l" pos="6700680"/>
                <a:tab algn="l" pos="7658280"/>
                <a:tab algn="l" pos="8615520"/>
                <a:tab algn="l" pos="9572760"/>
                <a:tab algn="l" pos="10530000"/>
              </a:tabLst>
            </a:pPr>
            <a:r>
              <a:rPr b="0" lang="en-US" sz="1900" strike="noStrike" u="none">
                <a:solidFill>
                  <a:srgbClr val="ff0000"/>
                </a:solidFill>
                <a:effectLst/>
                <a:uFillTx/>
                <a:latin typeface="Times New Roman"/>
              </a:rPr>
              <a:t> </a:t>
            </a:r>
            <a:r>
              <a:rPr b="1" lang="pl-PL" sz="3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3. Nội dung chính</a:t>
            </a:r>
            <a:endParaRPr b="0" lang="en-US" sz="3400" strike="noStrike" u="none">
              <a:solidFill>
                <a:srgbClr val="ffffff"/>
              </a:solidFill>
              <a:effectLst/>
              <a:uFillTx/>
              <a:latin typeface="VNI-Times"/>
            </a:endParaRPr>
          </a:p>
        </p:txBody>
      </p:sp>
      <p:sp>
        <p:nvSpPr>
          <p:cNvPr id="118" name=""/>
          <p:cNvSpPr/>
          <p:nvPr/>
        </p:nvSpPr>
        <p:spPr>
          <a:xfrm>
            <a:off x="0" y="2133720"/>
            <a:ext cx="1905120" cy="4343400"/>
          </a:xfrm>
          <a:prstGeom prst="rect">
            <a:avLst/>
          </a:prstGeom>
          <a:solidFill>
            <a:srgbClr val="c00000"/>
          </a:solidFill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 anchorCtr="1">
            <a:noAutofit/>
          </a:bodyPr>
          <a:p>
            <a:pPr algn="ctr">
              <a:lnSpc>
                <a:spcPct val="100000"/>
              </a:lnSpc>
              <a:spcBef>
                <a:spcPts val="74"/>
              </a:spcBef>
              <a:spcAft>
                <a:spcPts val="74"/>
              </a:spcAft>
              <a:tabLst>
                <a:tab algn="l" pos="0"/>
                <a:tab algn="l" pos="957240"/>
                <a:tab algn="l" pos="1914480"/>
                <a:tab algn="l" pos="2871720"/>
                <a:tab algn="l" pos="3828960"/>
                <a:tab algn="l" pos="4786200"/>
                <a:tab algn="l" pos="5743440"/>
                <a:tab algn="l" pos="6700680"/>
                <a:tab algn="l" pos="7658280"/>
                <a:tab algn="l" pos="8615520"/>
                <a:tab algn="l" pos="9572760"/>
                <a:tab algn="l" pos="10530000"/>
              </a:tabLst>
            </a:pPr>
            <a:r>
              <a:rPr b="0" lang="en-US" sz="3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vi-VN" sz="3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Bài 1: Một số vấn đề chung về nhà nước và pháp luật</a:t>
            </a:r>
            <a:r>
              <a:rPr b="0" lang="pl-PL" sz="3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, </a:t>
            </a:r>
            <a:endParaRPr b="0" lang="en-US" sz="3400" strike="noStrike" u="none">
              <a:solidFill>
                <a:srgbClr val="ffffff"/>
              </a:solidFill>
              <a:effectLst/>
              <a:uFillTx/>
              <a:latin typeface="VNI-Times"/>
            </a:endParaRPr>
          </a:p>
          <a:p>
            <a:pPr algn="ctr">
              <a:lnSpc>
                <a:spcPct val="100000"/>
              </a:lnSpc>
              <a:spcBef>
                <a:spcPts val="74"/>
              </a:spcBef>
              <a:spcAft>
                <a:spcPts val="74"/>
              </a:spcAft>
              <a:tabLst>
                <a:tab algn="l" pos="0"/>
                <a:tab algn="l" pos="957240"/>
                <a:tab algn="l" pos="1914480"/>
                <a:tab algn="l" pos="2871720"/>
                <a:tab algn="l" pos="3828960"/>
                <a:tab algn="l" pos="4786200"/>
                <a:tab algn="l" pos="5743440"/>
                <a:tab algn="l" pos="6700680"/>
                <a:tab algn="l" pos="7658280"/>
                <a:tab algn="l" pos="8615520"/>
                <a:tab algn="l" pos="9572760"/>
                <a:tab algn="l" pos="10530000"/>
              </a:tabLst>
            </a:pPr>
            <a:endParaRPr b="0" lang="en-US" sz="3400" strike="noStrike" u="none">
              <a:solidFill>
                <a:srgbClr val="ffffff"/>
              </a:solidFill>
              <a:effectLst/>
              <a:uFillTx/>
              <a:latin typeface="VNI-Times"/>
            </a:endParaRPr>
          </a:p>
        </p:txBody>
      </p:sp>
      <p:sp>
        <p:nvSpPr>
          <p:cNvPr id="119" name=""/>
          <p:cNvSpPr/>
          <p:nvPr/>
        </p:nvSpPr>
        <p:spPr>
          <a:xfrm>
            <a:off x="2019240" y="2057400"/>
            <a:ext cx="1441440" cy="4419720"/>
          </a:xfrm>
          <a:prstGeom prst="rect">
            <a:avLst/>
          </a:prstGeom>
          <a:solidFill>
            <a:srgbClr val="3366ff"/>
          </a:solidFill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lnSpc>
                <a:spcPct val="100000"/>
              </a:lnSpc>
              <a:spcBef>
                <a:spcPts val="1074"/>
              </a:spcBef>
              <a:spcAft>
                <a:spcPts val="74"/>
              </a:spcAft>
              <a:tabLst>
                <a:tab algn="l" pos="0"/>
                <a:tab algn="l" pos="957240"/>
                <a:tab algn="l" pos="1914480"/>
                <a:tab algn="l" pos="2871720"/>
                <a:tab algn="l" pos="3828960"/>
                <a:tab algn="l" pos="4786200"/>
                <a:tab algn="l" pos="5743440"/>
                <a:tab algn="l" pos="6700680"/>
                <a:tab algn="l" pos="7658280"/>
                <a:tab algn="l" pos="8615520"/>
                <a:tab algn="l" pos="9572760"/>
                <a:tab algn="l" pos="10530000"/>
              </a:tabLst>
            </a:pPr>
            <a:r>
              <a:rPr b="0" lang="de-DE" sz="4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B</a:t>
            </a:r>
            <a:r>
              <a:rPr b="0" lang="de-DE" sz="40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à</a:t>
            </a:r>
            <a:r>
              <a:rPr b="0" lang="de-DE" sz="4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i 2: Hiến pháp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VNI-Times"/>
            </a:endParaRPr>
          </a:p>
        </p:txBody>
      </p:sp>
      <p:sp>
        <p:nvSpPr>
          <p:cNvPr id="120" name=""/>
          <p:cNvSpPr/>
          <p:nvPr/>
        </p:nvSpPr>
        <p:spPr>
          <a:xfrm>
            <a:off x="3638520" y="1987560"/>
            <a:ext cx="1905120" cy="4489560"/>
          </a:xfrm>
          <a:prstGeom prst="rect">
            <a:avLst/>
          </a:prstGeom>
          <a:solidFill>
            <a:srgbClr val="000080"/>
          </a:solidFill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lnSpc>
                <a:spcPct val="100000"/>
              </a:lnSpc>
              <a:spcBef>
                <a:spcPts val="74"/>
              </a:spcBef>
              <a:spcAft>
                <a:spcPts val="74"/>
              </a:spcAft>
              <a:tabLst>
                <a:tab algn="l" pos="0"/>
                <a:tab algn="l" pos="957240"/>
                <a:tab algn="l" pos="1914480"/>
                <a:tab algn="l" pos="2871720"/>
                <a:tab algn="l" pos="3828960"/>
                <a:tab algn="l" pos="4786200"/>
                <a:tab algn="l" pos="5743440"/>
                <a:tab algn="l" pos="6700680"/>
                <a:tab algn="l" pos="7658280"/>
                <a:tab algn="l" pos="8615520"/>
                <a:tab algn="l" pos="9572760"/>
                <a:tab algn="l" pos="10530000"/>
              </a:tabLst>
            </a:pPr>
            <a:r>
              <a:rPr b="0" lang="en-US" sz="3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Bài 3: Pháp luật lao động</a:t>
            </a:r>
            <a:endParaRPr b="0" lang="en-US" sz="3400" strike="noStrike" u="none">
              <a:solidFill>
                <a:srgbClr val="ffffff"/>
              </a:solidFill>
              <a:effectLst/>
              <a:uFillTx/>
              <a:latin typeface="VNI-Times"/>
            </a:endParaRPr>
          </a:p>
        </p:txBody>
      </p:sp>
      <p:cxnSp>
        <p:nvCxnSpPr>
          <p:cNvPr id="121" name=""/>
          <p:cNvCxnSpPr>
            <a:stCxn id="117" idx="2"/>
            <a:endCxn id="119" idx="0"/>
          </p:cNvCxnSpPr>
          <p:nvPr/>
        </p:nvCxnSpPr>
        <p:spPr>
          <a:xfrm flipH="1">
            <a:off x="2739240" y="1447560"/>
            <a:ext cx="2251800" cy="610200"/>
          </a:xfrm>
          <a:prstGeom prst="straightConnector1">
            <a:avLst/>
          </a:prstGeom>
          <a:ln w="38160">
            <a:solidFill>
              <a:srgbClr val="ffffff"/>
            </a:solidFill>
            <a:round/>
            <a:tailEnd len="med" type="triangle" w="med"/>
          </a:ln>
        </p:spPr>
      </p:cxnSp>
      <p:cxnSp>
        <p:nvCxnSpPr>
          <p:cNvPr id="122" name=""/>
          <p:cNvCxnSpPr>
            <a:stCxn id="117" idx="2"/>
            <a:endCxn id="118" idx="0"/>
          </p:cNvCxnSpPr>
          <p:nvPr/>
        </p:nvCxnSpPr>
        <p:spPr>
          <a:xfrm flipH="1">
            <a:off x="952200" y="1447560"/>
            <a:ext cx="4039200" cy="686520"/>
          </a:xfrm>
          <a:prstGeom prst="straightConnector1">
            <a:avLst/>
          </a:prstGeom>
          <a:ln w="38160">
            <a:solidFill>
              <a:srgbClr val="ffffff"/>
            </a:solidFill>
            <a:round/>
            <a:tailEnd len="med" type="triangle" w="med"/>
          </a:ln>
        </p:spPr>
      </p:cxnSp>
      <p:cxnSp>
        <p:nvCxnSpPr>
          <p:cNvPr id="123" name=""/>
          <p:cNvCxnSpPr>
            <a:stCxn id="117" idx="2"/>
            <a:endCxn id="120" idx="0"/>
          </p:cNvCxnSpPr>
          <p:nvPr/>
        </p:nvCxnSpPr>
        <p:spPr>
          <a:xfrm flipH="1">
            <a:off x="4590360" y="1447560"/>
            <a:ext cx="400680" cy="540360"/>
          </a:xfrm>
          <a:prstGeom prst="straightConnector1">
            <a:avLst/>
          </a:prstGeom>
          <a:ln w="38160">
            <a:solidFill>
              <a:srgbClr val="ffffff"/>
            </a:solidFill>
            <a:round/>
            <a:tailEnd len="med" type="triangle" w="med"/>
          </a:ln>
        </p:spPr>
      </p:cxnSp>
      <p:sp>
        <p:nvSpPr>
          <p:cNvPr id="124" name=""/>
          <p:cNvSpPr/>
          <p:nvPr/>
        </p:nvSpPr>
        <p:spPr>
          <a:xfrm>
            <a:off x="5657760" y="1987560"/>
            <a:ext cx="1717920" cy="4489560"/>
          </a:xfrm>
          <a:prstGeom prst="rect">
            <a:avLst/>
          </a:prstGeom>
          <a:solidFill>
            <a:srgbClr val="3366ff"/>
          </a:solidFill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lnSpc>
                <a:spcPct val="100000"/>
              </a:lnSpc>
              <a:spcBef>
                <a:spcPts val="924"/>
              </a:spcBef>
              <a:spcAft>
                <a:spcPts val="74"/>
              </a:spcAft>
              <a:tabLst>
                <a:tab algn="l" pos="0"/>
                <a:tab algn="l" pos="957240"/>
                <a:tab algn="l" pos="1914480"/>
                <a:tab algn="l" pos="2871720"/>
                <a:tab algn="l" pos="3828960"/>
                <a:tab algn="l" pos="4786200"/>
                <a:tab algn="l" pos="5743440"/>
                <a:tab algn="l" pos="6700680"/>
                <a:tab algn="l" pos="7658280"/>
                <a:tab algn="l" pos="8615520"/>
                <a:tab algn="l" pos="9572760"/>
                <a:tab algn="l" pos="10530000"/>
              </a:tabLst>
            </a:pPr>
            <a:r>
              <a:rPr b="0" lang="en-US" sz="3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Bài 4: Pháp luật phòng, chống tham nhũng</a:t>
            </a:r>
            <a:endParaRPr b="0" lang="en-US" sz="3400" strike="noStrike" u="none">
              <a:solidFill>
                <a:srgbClr val="ffffff"/>
              </a:solidFill>
              <a:effectLst/>
              <a:uFillTx/>
              <a:latin typeface="VNI-Times"/>
            </a:endParaRPr>
          </a:p>
        </p:txBody>
      </p:sp>
      <p:cxnSp>
        <p:nvCxnSpPr>
          <p:cNvPr id="125" name=""/>
          <p:cNvCxnSpPr>
            <a:stCxn id="117" idx="2"/>
            <a:endCxn id="124" idx="0"/>
          </p:cNvCxnSpPr>
          <p:nvPr/>
        </p:nvCxnSpPr>
        <p:spPr>
          <a:xfrm>
            <a:off x="4991040" y="1447560"/>
            <a:ext cx="1526400" cy="540360"/>
          </a:xfrm>
          <a:prstGeom prst="straightConnector1">
            <a:avLst/>
          </a:prstGeom>
          <a:ln w="38160">
            <a:solidFill>
              <a:srgbClr val="ffffff"/>
            </a:solidFill>
            <a:round/>
            <a:tailEnd len="med" type="triangle" w="med"/>
          </a:ln>
        </p:spPr>
      </p:cxnSp>
      <p:sp>
        <p:nvSpPr>
          <p:cNvPr id="126" name=""/>
          <p:cNvSpPr/>
          <p:nvPr/>
        </p:nvSpPr>
        <p:spPr>
          <a:xfrm>
            <a:off x="7489800" y="2057400"/>
            <a:ext cx="2111400" cy="4489560"/>
          </a:xfrm>
          <a:prstGeom prst="rect">
            <a:avLst/>
          </a:prstGeom>
          <a:solidFill>
            <a:srgbClr val="000080"/>
          </a:solidFill>
          <a:ln w="93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lnSpc>
                <a:spcPct val="100000"/>
              </a:lnSpc>
              <a:spcBef>
                <a:spcPts val="924"/>
              </a:spcBef>
              <a:spcAft>
                <a:spcPts val="74"/>
              </a:spcAft>
              <a:tabLst>
                <a:tab algn="l" pos="0"/>
                <a:tab algn="l" pos="957240"/>
                <a:tab algn="l" pos="1914480"/>
                <a:tab algn="l" pos="2871720"/>
                <a:tab algn="l" pos="3828960"/>
                <a:tab algn="l" pos="4786200"/>
                <a:tab algn="l" pos="5743440"/>
                <a:tab algn="l" pos="6700680"/>
                <a:tab algn="l" pos="7658280"/>
                <a:tab algn="l" pos="8615520"/>
                <a:tab algn="l" pos="9572760"/>
                <a:tab algn="l" pos="10530000"/>
              </a:tabLst>
            </a:pPr>
            <a:r>
              <a:rPr b="0" lang="vi-VN" sz="3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Bài 5: Pháp luật bảo vệ quyền lợi người tiêu dùng</a:t>
            </a:r>
            <a:endParaRPr b="0" lang="en-US" sz="3400" strike="noStrike" u="none">
              <a:solidFill>
                <a:srgbClr val="ffffff"/>
              </a:solidFill>
              <a:effectLst/>
              <a:uFillTx/>
              <a:latin typeface="VNI-Times"/>
            </a:endParaRPr>
          </a:p>
        </p:txBody>
      </p:sp>
      <p:cxnSp>
        <p:nvCxnSpPr>
          <p:cNvPr id="127" name=""/>
          <p:cNvCxnSpPr>
            <a:stCxn id="117" idx="2"/>
            <a:endCxn id="126" idx="0"/>
          </p:cNvCxnSpPr>
          <p:nvPr/>
        </p:nvCxnSpPr>
        <p:spPr>
          <a:xfrm>
            <a:off x="4991040" y="1447560"/>
            <a:ext cx="3555360" cy="610200"/>
          </a:xfrm>
          <a:prstGeom prst="straightConnector1">
            <a:avLst/>
          </a:prstGeom>
          <a:ln w="38160">
            <a:solidFill>
              <a:srgbClr val="ffffff"/>
            </a:solidFill>
            <a:round/>
            <a:tailEnd len="med" type="triangle" w="med"/>
          </a:ln>
        </p:spPr>
      </p:cxnSp>
    </p:spTree>
  </p:cSld>
  <p:timing>
    <p:tnLst>
      <p:par>
        <p:cTn id="205" dur="indefinite" restart="never" nodeType="tmRoot">
          <p:childTnLst>
            <p:seq>
              <p:cTn id="206" dur="indefinite" nodeType="mainSeq">
                <p:childTnLst>
                  <p:par>
                    <p:cTn id="207" dur="indefinite" fill="hold">
                      <p:stCondLst>
                        <p:cond delay="indefinite"/>
                      </p:stCondLst>
                      <p:childTnLst>
                        <p:par>
                          <p:cTn id="208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209" dur="indefinite" nodeType="clickEffect" fill="hold" presetClass="entr" presetID="3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11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2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3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4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dur="indefinite" fill="hold">
                      <p:stCondLst>
                        <p:cond delay="indefinite"/>
                      </p:stCondLst>
                      <p:childTnLst>
                        <p:par>
                          <p:cTn id="216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217" dur="indefinite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219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dur="indefinite" fill="hold">
                      <p:stCondLst>
                        <p:cond delay="indefinite"/>
                      </p:stCondLst>
                      <p:childTnLst>
                        <p:par>
                          <p:cTn id="221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222" dur="indefinite" nodeType="clickEffect" fill="hold" presetClass="entr" presetID="5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-0.02552 0.75279 0.0908 0.66613 C 0.20747 0.57948 0.21649 0.50394 0.23177 0.40825 C 0.24705 0.31256 0.22118 0.15964 0.18264 0.09152 C 0.1441 0.02341 0.03802 0 0 0 E">
                                      <p:cBhvr>
                                        <p:cTn id="22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</p:cBhvr>
                                    </p:animMotion>
                                    <p:animEffect filter="fade" transition="in">
                                      <p:cBhvr additive="repl">
                                        <p:cTn id="226"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dur="indefinite" fill="hold">
                      <p:stCondLst>
                        <p:cond delay="indefinite"/>
                      </p:stCondLst>
                      <p:childTnLst>
                        <p:par>
                          <p:cTn id="228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229" dur="indefinite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231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dur="indefinite" fill="hold">
                      <p:stCondLst>
                        <p:cond delay="indefinite"/>
                      </p:stCondLst>
                      <p:childTnLst>
                        <p:par>
                          <p:cTn id="233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234" dur="indefinite" nodeType="clickEffect" fill="hold" presetClass="entr" presetID="5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3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-0.02552 0.75279 0.0908 0.66613 C 0.20747 0.57948 0.21649 0.50394 0.23177 0.40825 C 0.24705 0.31256 0.22118 0.15964 0.18264 0.09152 C 0.1441 0.02341 0.03802 0 0 0 E">
                                      <p:cBhvr>
                                        <p:cTn id="23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</p:cBhvr>
                                    </p:animMotion>
                                    <p:animEffect filter="fade" transition="in">
                                      <p:cBhvr additive="repl">
                                        <p:cTn id="238"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dur="indefinite" fill="hold">
                      <p:stCondLst>
                        <p:cond delay="indefinite"/>
                      </p:stCondLst>
                      <p:childTnLst>
                        <p:par>
                          <p:cTn id="240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241" dur="indefinite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243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dur="indefinite" fill="hold">
                      <p:stCondLst>
                        <p:cond delay="indefinite"/>
                      </p:stCondLst>
                      <p:childTnLst>
                        <p:par>
                          <p:cTn id="245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246" nodeType="clickEffect" fill="hold" presetClass="entr" presetID="38">
                                  <p:stCondLst>
                                    <p:cond delay="0"/>
                                  </p:stCondLst>
                                  <p:iterate type="lt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48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  <p:to>
                                        <p:strVal val="-45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49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-45"/>
                                          </p:val>
                                        </p:tav>
                                        <p:tav tm="69900">
                                          <p:val>
                                            <p:strVal val="45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50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51" dur="156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52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dur="indefinite" fill="hold">
                      <p:stCondLst>
                        <p:cond delay="indefinite"/>
                      </p:stCondLst>
                      <p:childTnLst>
                        <p:par>
                          <p:cTn id="254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255" dur="indefinite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257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dur="indefinite" fill="hold">
                      <p:stCondLst>
                        <p:cond delay="indefinite"/>
                      </p:stCondLst>
                      <p:childTnLst>
                        <p:par>
                          <p:cTn id="259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260" nodeType="clickEffect" fill="hold" presetClass="entr" presetID="38">
                                  <p:stCondLst>
                                    <p:cond delay="0"/>
                                  </p:stCondLst>
                                  <p:iterate type="lt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62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  <p:to>
                                        <p:strVal val="-45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63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-45"/>
                                          </p:val>
                                        </p:tav>
                                        <p:tav tm="69900">
                                          <p:val>
                                            <p:strVal val="45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4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5" dur="156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6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dur="indefinite" fill="hold">
                      <p:stCondLst>
                        <p:cond delay="indefinite"/>
                      </p:stCondLst>
                      <p:childTnLst>
                        <p:par>
                          <p:cTn id="268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269" dur="indefinite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271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dur="indefinite" fill="hold">
                      <p:stCondLst>
                        <p:cond delay="indefinite"/>
                      </p:stCondLst>
                      <p:childTnLst>
                        <p:par>
                          <p:cTn id="273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274" nodeType="clickEffect" fill="hold" presetClass="entr" presetID="38">
                                  <p:stCondLst>
                                    <p:cond delay="0"/>
                                  </p:stCondLst>
                                  <p:iterate type="lt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76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  <p:to>
                                        <p:strVal val="-45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77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-45"/>
                                          </p:val>
                                        </p:tav>
                                        <p:tav tm="69900">
                                          <p:val>
                                            <p:strVal val="45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78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79" dur="156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80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58"/>
            </a:gs>
            <a:gs pos="100000">
              <a:srgbClr val="000099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"/>
          <p:cNvSpPr/>
          <p:nvPr/>
        </p:nvSpPr>
        <p:spPr>
          <a:xfrm>
            <a:off x="7099200" y="6246720"/>
            <a:ext cx="231156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760" rIns="95760" tIns="47880" bIns="47880" anchor="b">
            <a:noAutofit/>
          </a:bodyPr>
          <a:p>
            <a:pPr algn="r">
              <a:lnSpc>
                <a:spcPct val="100000"/>
              </a:lnSpc>
              <a:spcBef>
                <a:spcPts val="74"/>
              </a:spcBef>
              <a:spcAft>
                <a:spcPts val="74"/>
              </a:spcAft>
              <a:tabLst>
                <a:tab algn="l" pos="0"/>
                <a:tab algn="l" pos="957240"/>
                <a:tab algn="l" pos="1914480"/>
                <a:tab algn="l" pos="2871720"/>
                <a:tab algn="l" pos="3828960"/>
                <a:tab algn="l" pos="4786200"/>
                <a:tab algn="l" pos="5743440"/>
                <a:tab algn="l" pos="6700680"/>
                <a:tab algn="l" pos="7658280"/>
                <a:tab algn="l" pos="8615520"/>
                <a:tab algn="l" pos="9572760"/>
                <a:tab algn="l" pos="10530000"/>
              </a:tabLst>
            </a:pPr>
            <a:r>
              <a:rPr b="0" lang="en-US" sz="3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*</a:t>
            </a:r>
            <a:endParaRPr b="0" lang="en-US" sz="3400" strike="noStrike" u="none">
              <a:solidFill>
                <a:srgbClr val="ffffff"/>
              </a:solidFill>
              <a:effectLst/>
              <a:uFillTx/>
              <a:latin typeface="VNI-Times"/>
            </a:endParaRPr>
          </a:p>
        </p:txBody>
      </p:sp>
      <p:sp>
        <p:nvSpPr>
          <p:cNvPr id="129" name=""/>
          <p:cNvSpPr/>
          <p:nvPr/>
        </p:nvSpPr>
        <p:spPr>
          <a:xfrm>
            <a:off x="495360" y="277920"/>
            <a:ext cx="8915400" cy="63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760" rIns="95760" tIns="47880" bIns="47880" anchor="ctr">
            <a:noAutofit/>
          </a:bodyPr>
          <a:p>
            <a:pPr algn="ctr">
              <a:lnSpc>
                <a:spcPct val="100000"/>
              </a:lnSpc>
              <a:spcBef>
                <a:spcPts val="74"/>
              </a:spcBef>
              <a:spcAft>
                <a:spcPts val="74"/>
              </a:spcAft>
              <a:tabLst>
                <a:tab algn="l" pos="0"/>
                <a:tab algn="l" pos="957240"/>
                <a:tab algn="l" pos="1914480"/>
                <a:tab algn="l" pos="2871720"/>
                <a:tab algn="l" pos="3828960"/>
                <a:tab algn="l" pos="4786200"/>
                <a:tab algn="l" pos="5743440"/>
                <a:tab algn="l" pos="6700680"/>
                <a:tab algn="l" pos="7658280"/>
                <a:tab algn="l" pos="8615520"/>
                <a:tab algn="l" pos="9572760"/>
                <a:tab algn="l" pos="10530000"/>
              </a:tabLst>
            </a:pPr>
            <a:br>
              <a:rPr sz="3400"/>
            </a:br>
            <a:endParaRPr b="0" lang="en-US" sz="3400" strike="noStrike" u="none">
              <a:solidFill>
                <a:srgbClr val="ffffff"/>
              </a:solidFill>
              <a:effectLst/>
              <a:uFillTx/>
              <a:latin typeface="VNI-Times"/>
            </a:endParaRPr>
          </a:p>
        </p:txBody>
      </p:sp>
      <p:sp>
        <p:nvSpPr>
          <p:cNvPr id="130" name=""/>
          <p:cNvSpPr/>
          <p:nvPr/>
        </p:nvSpPr>
        <p:spPr>
          <a:xfrm>
            <a:off x="0" y="152280"/>
            <a:ext cx="9753480" cy="685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760" rIns="95760" tIns="47880" bIns="47880" anchor="t">
            <a:noAutofit/>
          </a:bodyPr>
          <a:p>
            <a:pPr>
              <a:lnSpc>
                <a:spcPct val="100000"/>
              </a:lnSpc>
              <a:spcBef>
                <a:spcPts val="924"/>
              </a:spcBef>
              <a:spcAft>
                <a:spcPts val="74"/>
              </a:spcAft>
              <a:tabLst>
                <a:tab algn="l" pos="0"/>
                <a:tab algn="l" pos="957240"/>
                <a:tab algn="l" pos="1914480"/>
                <a:tab algn="l" pos="2871720"/>
                <a:tab algn="l" pos="3828960"/>
                <a:tab algn="l" pos="4786200"/>
                <a:tab algn="l" pos="5743440"/>
                <a:tab algn="l" pos="6700680"/>
                <a:tab algn="l" pos="7658280"/>
                <a:tab algn="l" pos="8615520"/>
                <a:tab algn="l" pos="9572760"/>
                <a:tab algn="l" pos="10530000"/>
              </a:tabLst>
            </a:pPr>
            <a:r>
              <a:rPr b="1" lang="vi-VN" sz="3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4. Phương pháp dạy học và đánh giá môn học</a:t>
            </a:r>
            <a:endParaRPr b="0" lang="en-US" sz="3400" strike="noStrike" u="none">
              <a:solidFill>
                <a:srgbClr val="ffffff"/>
              </a:solidFill>
              <a:effectLst/>
              <a:uFillTx/>
              <a:latin typeface="VNI-Times"/>
            </a:endParaRPr>
          </a:p>
          <a:p>
            <a:pPr>
              <a:lnSpc>
                <a:spcPct val="100000"/>
              </a:lnSpc>
              <a:spcBef>
                <a:spcPts val="924"/>
              </a:spcBef>
              <a:spcAft>
                <a:spcPts val="74"/>
              </a:spcAft>
              <a:tabLst>
                <a:tab algn="l" pos="0"/>
                <a:tab algn="l" pos="957240"/>
                <a:tab algn="l" pos="1914480"/>
                <a:tab algn="l" pos="2871720"/>
                <a:tab algn="l" pos="3828960"/>
                <a:tab algn="l" pos="4786200"/>
                <a:tab algn="l" pos="5743440"/>
                <a:tab algn="l" pos="6700680"/>
                <a:tab algn="l" pos="7658280"/>
                <a:tab algn="l" pos="8615520"/>
                <a:tab algn="l" pos="9572760"/>
                <a:tab algn="l" pos="10530000"/>
              </a:tabLst>
            </a:pPr>
            <a:endParaRPr b="0" lang="en-US" sz="3400" strike="noStrike" u="none">
              <a:solidFill>
                <a:srgbClr val="ffffff"/>
              </a:solidFill>
              <a:effectLst/>
              <a:uFillTx/>
              <a:latin typeface="VNI-Times"/>
            </a:endParaRPr>
          </a:p>
        </p:txBody>
      </p:sp>
      <p:sp>
        <p:nvSpPr>
          <p:cNvPr id="131" name=""/>
          <p:cNvSpPr/>
          <p:nvPr/>
        </p:nvSpPr>
        <p:spPr>
          <a:xfrm>
            <a:off x="457200" y="838080"/>
            <a:ext cx="9220320" cy="533520"/>
          </a:xfrm>
          <a:prstGeom prst="rect">
            <a:avLst/>
          </a:prstGeom>
          <a:solidFill>
            <a:srgbClr val="3366ff"/>
          </a:solidFill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spcBef>
                <a:spcPts val="74"/>
              </a:spcBef>
              <a:spcAft>
                <a:spcPts val="74"/>
              </a:spcAft>
              <a:tabLst>
                <a:tab algn="l" pos="0"/>
                <a:tab algn="l" pos="957240"/>
                <a:tab algn="l" pos="1914480"/>
                <a:tab algn="l" pos="2871720"/>
                <a:tab algn="l" pos="3828960"/>
                <a:tab algn="l" pos="4786200"/>
                <a:tab algn="l" pos="5743440"/>
                <a:tab algn="l" pos="6700680"/>
                <a:tab algn="l" pos="7658280"/>
                <a:tab algn="l" pos="8615520"/>
                <a:tab algn="l" pos="9572760"/>
                <a:tab algn="l" pos="10530000"/>
              </a:tabLst>
            </a:pPr>
            <a:r>
              <a:rPr b="1" i="1" lang="pl-PL" sz="3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4.1. Phương pháp dạy và học </a:t>
            </a:r>
            <a:endParaRPr b="0" lang="en-US" sz="3400" strike="noStrike" u="none">
              <a:solidFill>
                <a:srgbClr val="ffffff"/>
              </a:solidFill>
              <a:effectLst/>
              <a:uFillTx/>
              <a:latin typeface="VNI-Times"/>
            </a:endParaRPr>
          </a:p>
          <a:p>
            <a:pPr>
              <a:lnSpc>
                <a:spcPct val="100000"/>
              </a:lnSpc>
              <a:spcBef>
                <a:spcPts val="74"/>
              </a:spcBef>
              <a:spcAft>
                <a:spcPts val="74"/>
              </a:spcAft>
              <a:tabLst>
                <a:tab algn="l" pos="0"/>
                <a:tab algn="l" pos="957240"/>
                <a:tab algn="l" pos="1914480"/>
                <a:tab algn="l" pos="2871720"/>
                <a:tab algn="l" pos="3828960"/>
                <a:tab algn="l" pos="4786200"/>
                <a:tab algn="l" pos="5743440"/>
                <a:tab algn="l" pos="6700680"/>
                <a:tab algn="l" pos="7658280"/>
                <a:tab algn="l" pos="8615520"/>
                <a:tab algn="l" pos="9572760"/>
                <a:tab algn="l" pos="10530000"/>
              </a:tabLst>
            </a:pPr>
            <a:endParaRPr b="0" lang="en-US" sz="3400" strike="noStrike" u="none">
              <a:solidFill>
                <a:srgbClr val="ffffff"/>
              </a:solidFill>
              <a:effectLst/>
              <a:uFillTx/>
              <a:latin typeface="VNI-Times"/>
            </a:endParaRPr>
          </a:p>
        </p:txBody>
      </p:sp>
      <p:sp>
        <p:nvSpPr>
          <p:cNvPr id="132" name=""/>
          <p:cNvSpPr/>
          <p:nvPr/>
        </p:nvSpPr>
        <p:spPr>
          <a:xfrm>
            <a:off x="152280" y="2133720"/>
            <a:ext cx="2133720" cy="4724280"/>
          </a:xfrm>
          <a:prstGeom prst="rect">
            <a:avLst/>
          </a:prstGeom>
          <a:solidFill>
            <a:srgbClr val="3366ff"/>
          </a:solidFill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lnSpc>
                <a:spcPct val="100000"/>
              </a:lnSpc>
              <a:spcBef>
                <a:spcPts val="74"/>
              </a:spcBef>
              <a:spcAft>
                <a:spcPts val="74"/>
              </a:spcAft>
              <a:tabLst>
                <a:tab algn="l" pos="0"/>
                <a:tab algn="l" pos="957240"/>
                <a:tab algn="l" pos="1914480"/>
                <a:tab algn="l" pos="2871720"/>
                <a:tab algn="l" pos="3828960"/>
                <a:tab algn="l" pos="4786200"/>
                <a:tab algn="l" pos="5743440"/>
                <a:tab algn="l" pos="6700680"/>
                <a:tab algn="l" pos="7658280"/>
                <a:tab algn="l" pos="8615520"/>
                <a:tab algn="l" pos="9572760"/>
                <a:tab algn="l" pos="10530000"/>
              </a:tabLst>
            </a:pPr>
            <a:r>
              <a:rPr b="0" lang="en-US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</a:t>
            </a:r>
            <a:r>
              <a:rPr b="0" lang="pl-PL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ấy phương pháp luận của </a:t>
            </a:r>
            <a:r>
              <a:rPr b="0" lang="en-US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CNMLN </a:t>
            </a:r>
            <a:r>
              <a:rPr b="0" lang="pl-PL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, </a:t>
            </a:r>
            <a:r>
              <a:rPr b="0" lang="en-US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TT HCM;</a:t>
            </a:r>
            <a:r>
              <a:rPr b="0" lang="pl-PL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sử dụng các phương pháp dạy học tích cực. </a:t>
            </a:r>
            <a:r>
              <a:rPr b="0" lang="de-DE" sz="28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.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VNI-Times"/>
            </a:endParaRPr>
          </a:p>
        </p:txBody>
      </p:sp>
      <p:sp>
        <p:nvSpPr>
          <p:cNvPr id="133" name=""/>
          <p:cNvSpPr/>
          <p:nvPr/>
        </p:nvSpPr>
        <p:spPr>
          <a:xfrm>
            <a:off x="2673360" y="2095560"/>
            <a:ext cx="1523880" cy="4724280"/>
          </a:xfrm>
          <a:prstGeom prst="rect">
            <a:avLst/>
          </a:prstGeom>
          <a:solidFill>
            <a:srgbClr val="3366ff"/>
          </a:solidFill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lnSpc>
                <a:spcPct val="100000"/>
              </a:lnSpc>
              <a:spcBef>
                <a:spcPts val="74"/>
              </a:spcBef>
              <a:spcAft>
                <a:spcPts val="74"/>
              </a:spcAft>
              <a:tabLst>
                <a:tab algn="l" pos="0"/>
                <a:tab algn="l" pos="957240"/>
                <a:tab algn="l" pos="1914480"/>
                <a:tab algn="l" pos="2871720"/>
                <a:tab algn="l" pos="3828960"/>
                <a:tab algn="l" pos="4786200"/>
                <a:tab algn="l" pos="5743440"/>
                <a:tab algn="l" pos="6700680"/>
                <a:tab algn="l" pos="7658280"/>
                <a:tab algn="l" pos="8615520"/>
                <a:tab algn="l" pos="9572760"/>
                <a:tab algn="l" pos="10530000"/>
              </a:tabLst>
            </a:pPr>
            <a:r>
              <a:rPr b="0" lang="en-US" sz="3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</a:t>
            </a:r>
            <a:r>
              <a:rPr b="0" lang="pl-PL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iên hệ với thực tiễn gắn dạy lý thuyết với </a:t>
            </a:r>
            <a:r>
              <a:rPr b="0" lang="en-US" sz="3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thực tiễn</a:t>
            </a:r>
            <a:r>
              <a:rPr b="0" lang="pl-PL" sz="3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de-DE" sz="3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. </a:t>
            </a:r>
            <a:endParaRPr b="0" lang="en-US" sz="3000" strike="noStrike" u="none">
              <a:solidFill>
                <a:srgbClr val="ffffff"/>
              </a:solidFill>
              <a:effectLst/>
              <a:uFillTx/>
              <a:latin typeface="VNI-Times"/>
            </a:endParaRPr>
          </a:p>
        </p:txBody>
      </p:sp>
      <p:cxnSp>
        <p:nvCxnSpPr>
          <p:cNvPr id="134" name=""/>
          <p:cNvCxnSpPr>
            <a:stCxn id="131" idx="2"/>
            <a:endCxn id="132" idx="0"/>
          </p:cNvCxnSpPr>
          <p:nvPr/>
        </p:nvCxnSpPr>
        <p:spPr>
          <a:xfrm flipH="1">
            <a:off x="1218600" y="1371240"/>
            <a:ext cx="3848760" cy="762840"/>
          </a:xfrm>
          <a:prstGeom prst="straightConnector1">
            <a:avLst/>
          </a:prstGeom>
          <a:ln w="38160">
            <a:solidFill>
              <a:srgbClr val="ffffff"/>
            </a:solidFill>
            <a:round/>
            <a:tailEnd len="med" type="triangle" w="med"/>
          </a:ln>
        </p:spPr>
      </p:cxnSp>
      <p:cxnSp>
        <p:nvCxnSpPr>
          <p:cNvPr id="135" name=""/>
          <p:cNvCxnSpPr>
            <a:stCxn id="131" idx="2"/>
          </p:cNvCxnSpPr>
          <p:nvPr/>
        </p:nvCxnSpPr>
        <p:spPr>
          <a:xfrm flipH="1">
            <a:off x="3047400" y="1371240"/>
            <a:ext cx="2019960" cy="762840"/>
          </a:xfrm>
          <a:prstGeom prst="straightConnector1">
            <a:avLst/>
          </a:prstGeom>
          <a:ln w="38160">
            <a:solidFill>
              <a:srgbClr val="ffffff"/>
            </a:solidFill>
            <a:round/>
            <a:tailEnd len="med" type="triangle" w="med"/>
          </a:ln>
        </p:spPr>
      </p:cxnSp>
      <p:sp>
        <p:nvSpPr>
          <p:cNvPr id="136" name=""/>
          <p:cNvSpPr/>
          <p:nvPr/>
        </p:nvSpPr>
        <p:spPr>
          <a:xfrm>
            <a:off x="4557600" y="2095560"/>
            <a:ext cx="1866960" cy="4724280"/>
          </a:xfrm>
          <a:prstGeom prst="rect">
            <a:avLst/>
          </a:prstGeom>
          <a:solidFill>
            <a:srgbClr val="3366ff"/>
          </a:solidFill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lnSpc>
                <a:spcPct val="100000"/>
              </a:lnSpc>
              <a:spcBef>
                <a:spcPts val="74"/>
              </a:spcBef>
              <a:spcAft>
                <a:spcPts val="74"/>
              </a:spcAft>
              <a:tabLst>
                <a:tab algn="l" pos="0"/>
                <a:tab algn="l" pos="957240"/>
                <a:tab algn="l" pos="1914480"/>
                <a:tab algn="l" pos="2871720"/>
                <a:tab algn="l" pos="3828960"/>
                <a:tab algn="l" pos="4786200"/>
                <a:tab algn="l" pos="5743440"/>
                <a:tab algn="l" pos="6700680"/>
                <a:tab algn="l" pos="7658280"/>
                <a:tab algn="l" pos="8615520"/>
                <a:tab algn="l" pos="9572760"/>
                <a:tab algn="l" pos="10530000"/>
              </a:tabLst>
            </a:pPr>
            <a:r>
              <a:rPr b="0" i="1" lang="en-US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Đối với giảng viên: </a:t>
            </a:r>
            <a:r>
              <a:rPr b="0" lang="en-US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phải có tâm huyết, luôn luôn tìm tòi…</a:t>
            </a:r>
            <a:r>
              <a:rPr b="0" lang="de-DE" sz="28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VNI-Times"/>
            </a:endParaRPr>
          </a:p>
        </p:txBody>
      </p:sp>
      <p:cxnSp>
        <p:nvCxnSpPr>
          <p:cNvPr id="137" name=""/>
          <p:cNvCxnSpPr>
            <a:stCxn id="131" idx="2"/>
            <a:endCxn id="136" idx="0"/>
          </p:cNvCxnSpPr>
          <p:nvPr/>
        </p:nvCxnSpPr>
        <p:spPr>
          <a:xfrm>
            <a:off x="5067000" y="1371240"/>
            <a:ext cx="424440" cy="724680"/>
          </a:xfrm>
          <a:prstGeom prst="straightConnector1">
            <a:avLst/>
          </a:prstGeom>
          <a:ln w="38160">
            <a:solidFill>
              <a:srgbClr val="ffffff"/>
            </a:solidFill>
            <a:round/>
            <a:tailEnd len="med" type="triangle" w="med"/>
          </a:ln>
        </p:spPr>
      </p:cxnSp>
      <p:sp>
        <p:nvSpPr>
          <p:cNvPr id="138" name=""/>
          <p:cNvSpPr/>
          <p:nvPr/>
        </p:nvSpPr>
        <p:spPr>
          <a:xfrm>
            <a:off x="6781680" y="2075040"/>
            <a:ext cx="2743200" cy="4724280"/>
          </a:xfrm>
          <a:prstGeom prst="rect">
            <a:avLst/>
          </a:prstGeom>
          <a:solidFill>
            <a:srgbClr val="3366ff"/>
          </a:solidFill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lnSpc>
                <a:spcPct val="100000"/>
              </a:lnSpc>
              <a:spcBef>
                <a:spcPts val="774"/>
              </a:spcBef>
              <a:spcAft>
                <a:spcPts val="74"/>
              </a:spcAft>
              <a:tabLst>
                <a:tab algn="l" pos="0"/>
                <a:tab algn="l" pos="957240"/>
                <a:tab algn="l" pos="1914480"/>
                <a:tab algn="l" pos="2871720"/>
                <a:tab algn="l" pos="3828960"/>
                <a:tab algn="l" pos="4786200"/>
                <a:tab algn="l" pos="5743440"/>
                <a:tab algn="l" pos="6700680"/>
                <a:tab algn="l" pos="7658280"/>
                <a:tab algn="l" pos="8615520"/>
                <a:tab algn="l" pos="9572760"/>
                <a:tab algn="l" pos="10530000"/>
              </a:tabLst>
            </a:pPr>
            <a:r>
              <a:rPr b="0" i="1" lang="en-US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Đối với HS</a:t>
            </a:r>
            <a:r>
              <a:rPr b="0" lang="en-US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: xác định được động cơ, mục đích học tập thật đúng đắn, tự giác trong học tập, 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VNI-Times"/>
            </a:endParaRPr>
          </a:p>
        </p:txBody>
      </p:sp>
      <p:cxnSp>
        <p:nvCxnSpPr>
          <p:cNvPr id="139" name=""/>
          <p:cNvCxnSpPr>
            <a:stCxn id="131" idx="2"/>
            <a:endCxn id="138" idx="0"/>
          </p:cNvCxnSpPr>
          <p:nvPr/>
        </p:nvCxnSpPr>
        <p:spPr>
          <a:xfrm>
            <a:off x="5067360" y="1371600"/>
            <a:ext cx="3086640" cy="704160"/>
          </a:xfrm>
          <a:prstGeom prst="straightConnector1">
            <a:avLst/>
          </a:prstGeom>
          <a:ln w="38160">
            <a:solidFill>
              <a:srgbClr val="ffffff"/>
            </a:solidFill>
            <a:round/>
            <a:tailEnd len="med" type="triangle" w="med"/>
          </a:ln>
        </p:spPr>
      </p:cxnSp>
    </p:spTree>
  </p:cSld>
  <p:timing>
    <p:tnLst>
      <p:par>
        <p:cTn id="281" dur="indefinite" restart="never" nodeType="tmRoot">
          <p:childTnLst>
            <p:seq>
              <p:cTn id="282" dur="indefinite" nodeType="mainSeq">
                <p:childTnLst>
                  <p:par>
                    <p:cTn id="283" dur="indefinite" fill="hold">
                      <p:stCondLst>
                        <p:cond delay="indefinite"/>
                      </p:stCondLst>
                      <p:childTnLst>
                        <p:par>
                          <p:cTn id="284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285" dur="indefinite" nodeType="clickEffect" fill="hold" presetClass="entr" presetID="2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28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88" dur="182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89" dur="66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3" tm="0">
                                          <p:val>
                                            <p:fltVal val="0.5"/>
                                          </p:val>
                                        </p:tav>
                                        <p:tav fmla="y-sin(pi*$)/3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90" dur="664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9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9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91" dur="332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27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27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92" dur="164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81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81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3" dur="26" fill="hold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94" dur="166" fill="hold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5" dur="26" fill="hold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96" dur="166" fill="hold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7" dur="26" fill="hold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98" dur="166" fill="hold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9" dur="26" fill="hold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00" dur="166" fill="hold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1" dur="indefinite" fill="hold">
                      <p:stCondLst>
                        <p:cond delay="indefinite"/>
                      </p:stCondLst>
                      <p:childTnLst>
                        <p:par>
                          <p:cTn id="302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303" dur="indefinite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305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6" dur="indefinite" fill="hold">
                      <p:stCondLst>
                        <p:cond delay="indefinite"/>
                      </p:stCondLst>
                      <p:childTnLst>
                        <p:par>
                          <p:cTn id="307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308" dur="indefinite" nodeType="clickEffect" fill="hold" presetClass="entr" presetID="5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-0.02552 0.75279 0.0908 0.66613 C 0.20747 0.57948 0.21649 0.50394 0.23177 0.40825 C 0.24705 0.31256 0.22118 0.15964 0.18264 0.09152 C 0.1441 0.02341 0.03802 0 0 0 E">
                                      <p:cBhvr>
                                        <p:cTn id="3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</p:cBhvr>
                                    </p:animMotion>
                                    <p:animEffect filter="fade" transition="in">
                                      <p:cBhvr additive="repl">
                                        <p:cTn id="312"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3" dur="indefinite" fill="hold">
                      <p:stCondLst>
                        <p:cond delay="indefinite"/>
                      </p:stCondLst>
                      <p:childTnLst>
                        <p:par>
                          <p:cTn id="314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315" dur="indefinite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317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8" dur="indefinite" fill="hold">
                      <p:stCondLst>
                        <p:cond delay="indefinite"/>
                      </p:stCondLst>
                      <p:childTnLst>
                        <p:par>
                          <p:cTn id="319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320" dur="indefinite" nodeType="clickEffect" fill="hold" presetClass="entr" presetID="5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2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-0.02552 0.75279 0.0908 0.66613 C 0.20747 0.57948 0.21649 0.50394 0.23177 0.40825 C 0.24705 0.31256 0.22118 0.15964 0.18264 0.09152 C 0.1441 0.02341 0.03802 0 0 0 E">
                                      <p:cBhvr>
                                        <p:cTn id="32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</p:cBhvr>
                                    </p:animMotion>
                                    <p:animEffect filter="fade" transition="in">
                                      <p:cBhvr additive="repl">
                                        <p:cTn id="324" dur="10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5" dur="indefinite" fill="hold">
                      <p:stCondLst>
                        <p:cond delay="indefinite"/>
                      </p:stCondLst>
                      <p:childTnLst>
                        <p:par>
                          <p:cTn id="326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327" dur="indefinite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329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0" dur="indefinite" fill="hold">
                      <p:stCondLst>
                        <p:cond delay="indefinite"/>
                      </p:stCondLst>
                      <p:childTnLst>
                        <p:par>
                          <p:cTn id="331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332" dur="indefinite" nodeType="clickEffect" fill="hold" presetClass="entr" presetID="5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3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-0.02552 0.75279 0.0908 0.66613 C 0.20747 0.57948 0.21649 0.50394 0.23177 0.40825 C 0.24705 0.31256 0.22118 0.15964 0.18264 0.09152 C 0.1441 0.02341 0.03802 0 0 0 E">
                                      <p:cBhvr>
                                        <p:cTn id="33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</p:cBhvr>
                                    </p:animMotion>
                                    <p:animEffect filter="fade" transition="in">
                                      <p:cBhvr additive="repl">
                                        <p:cTn id="336" dur="1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7" dur="indefinite" fill="hold">
                      <p:stCondLst>
                        <p:cond delay="indefinite"/>
                      </p:stCondLst>
                      <p:childTnLst>
                        <p:par>
                          <p:cTn id="338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339" dur="indefinite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341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2" dur="indefinite" fill="hold">
                      <p:stCondLst>
                        <p:cond delay="indefinite"/>
                      </p:stCondLst>
                      <p:childTnLst>
                        <p:par>
                          <p:cTn id="343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344" dur="indefinite" nodeType="clickEffect" fill="hold" presetClass="entr" presetID="5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4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-0.02552 0.75279 0.0908 0.66613 C 0.20747 0.57948 0.21649 0.50394 0.23177 0.40825 C 0.24705 0.31256 0.22118 0.15964 0.18264 0.09152 C 0.1441 0.02341 0.03802 0 0 0 E">
                                      <p:cBhvr>
                                        <p:cTn id="34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</p:cBhvr>
                                    </p:animMotion>
                                    <p:animEffect filter="fade" transition="in">
                                      <p:cBhvr additive="repl">
                                        <p:cTn id="348"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58"/>
            </a:gs>
            <a:gs pos="100000">
              <a:srgbClr val="000099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"/>
          <p:cNvSpPr/>
          <p:nvPr/>
        </p:nvSpPr>
        <p:spPr>
          <a:xfrm>
            <a:off x="7099200" y="6246720"/>
            <a:ext cx="231156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760" rIns="95760" tIns="47880" bIns="47880" anchor="b">
            <a:noAutofit/>
          </a:bodyPr>
          <a:p>
            <a:pPr algn="r">
              <a:lnSpc>
                <a:spcPct val="100000"/>
              </a:lnSpc>
              <a:spcBef>
                <a:spcPts val="74"/>
              </a:spcBef>
              <a:spcAft>
                <a:spcPts val="74"/>
              </a:spcAft>
              <a:tabLst>
                <a:tab algn="l" pos="0"/>
                <a:tab algn="l" pos="957240"/>
                <a:tab algn="l" pos="1914480"/>
                <a:tab algn="l" pos="2871720"/>
                <a:tab algn="l" pos="3828960"/>
                <a:tab algn="l" pos="4786200"/>
                <a:tab algn="l" pos="5743440"/>
                <a:tab algn="l" pos="6700680"/>
                <a:tab algn="l" pos="7658280"/>
                <a:tab algn="l" pos="8615520"/>
                <a:tab algn="l" pos="9572760"/>
                <a:tab algn="l" pos="1053000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*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VNI-Times"/>
            </a:endParaRPr>
          </a:p>
        </p:txBody>
      </p:sp>
      <p:sp>
        <p:nvSpPr>
          <p:cNvPr id="141" name=""/>
          <p:cNvSpPr/>
          <p:nvPr/>
        </p:nvSpPr>
        <p:spPr>
          <a:xfrm>
            <a:off x="152280" y="152280"/>
            <a:ext cx="9448920" cy="632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760" rIns="95760" tIns="47880" bIns="47880" anchor="t">
            <a:noAutofit/>
          </a:bodyPr>
          <a:p>
            <a:pPr marL="358920" indent="-358920">
              <a:lnSpc>
                <a:spcPct val="100000"/>
              </a:lnSpc>
              <a:spcBef>
                <a:spcPts val="550"/>
              </a:spcBef>
              <a:spcAft>
                <a:spcPts val="74"/>
              </a:spcAft>
              <a:tabLst>
                <a:tab algn="l" pos="0"/>
                <a:tab algn="l" pos="957240"/>
                <a:tab algn="l" pos="1914480"/>
                <a:tab algn="l" pos="2871720"/>
                <a:tab algn="l" pos="3828960"/>
                <a:tab algn="l" pos="4786200"/>
                <a:tab algn="l" pos="5743440"/>
                <a:tab algn="l" pos="6700680"/>
                <a:tab algn="l" pos="7658280"/>
                <a:tab algn="l" pos="8615520"/>
                <a:tab algn="l" pos="9572760"/>
                <a:tab algn="l" pos="10530000"/>
              </a:tabLst>
            </a:pPr>
            <a:endParaRPr b="0" lang="en-US" sz="1900" strike="noStrike" u="none">
              <a:solidFill>
                <a:srgbClr val="ffffff"/>
              </a:solidFill>
              <a:effectLst/>
              <a:uFillTx/>
              <a:latin typeface="VNI-Times"/>
            </a:endParaRPr>
          </a:p>
          <a:p>
            <a:pPr marL="358920" indent="-358920">
              <a:lnSpc>
                <a:spcPct val="100000"/>
              </a:lnSpc>
              <a:spcBef>
                <a:spcPts val="550"/>
              </a:spcBef>
              <a:spcAft>
                <a:spcPts val="74"/>
              </a:spcAft>
              <a:tabLst>
                <a:tab algn="l" pos="0"/>
                <a:tab algn="l" pos="957240"/>
                <a:tab algn="l" pos="1914480"/>
                <a:tab algn="l" pos="2871720"/>
                <a:tab algn="l" pos="3828960"/>
                <a:tab algn="l" pos="4786200"/>
                <a:tab algn="l" pos="5743440"/>
                <a:tab algn="l" pos="6700680"/>
                <a:tab algn="l" pos="7658280"/>
                <a:tab algn="l" pos="8615520"/>
                <a:tab algn="l" pos="9572760"/>
                <a:tab algn="l" pos="10530000"/>
              </a:tabLst>
            </a:pPr>
            <a:endParaRPr b="0" lang="en-US" sz="1900" strike="noStrike" u="none">
              <a:solidFill>
                <a:srgbClr val="ffffff"/>
              </a:solidFill>
              <a:effectLst/>
              <a:uFillTx/>
              <a:latin typeface="VNI-Times"/>
            </a:endParaRPr>
          </a:p>
        </p:txBody>
      </p:sp>
      <p:sp>
        <p:nvSpPr>
          <p:cNvPr id="142" name=""/>
          <p:cNvSpPr/>
          <p:nvPr/>
        </p:nvSpPr>
        <p:spPr>
          <a:xfrm>
            <a:off x="1447920" y="533520"/>
            <a:ext cx="7086600" cy="914400"/>
          </a:xfrm>
          <a:prstGeom prst="rect">
            <a:avLst/>
          </a:prstGeom>
          <a:solidFill>
            <a:srgbClr val="000080"/>
          </a:solidFill>
          <a:ln w="9360">
            <a:solidFill>
              <a:srgbClr val="3366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lnSpc>
                <a:spcPct val="100000"/>
              </a:lnSpc>
              <a:spcBef>
                <a:spcPts val="876"/>
              </a:spcBef>
              <a:spcAft>
                <a:spcPts val="74"/>
              </a:spcAft>
              <a:tabLst>
                <a:tab algn="l" pos="0"/>
                <a:tab algn="l" pos="957240"/>
                <a:tab algn="l" pos="1914480"/>
                <a:tab algn="l" pos="2871720"/>
                <a:tab algn="l" pos="3828960"/>
                <a:tab algn="l" pos="4786200"/>
                <a:tab algn="l" pos="5743440"/>
                <a:tab algn="l" pos="6700680"/>
                <a:tab algn="l" pos="7658280"/>
                <a:tab algn="l" pos="8615520"/>
                <a:tab algn="l" pos="9572760"/>
                <a:tab algn="l" pos="10530000"/>
              </a:tabLst>
            </a:pP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4.2.</a:t>
            </a:r>
            <a:r>
              <a:rPr b="1" lang="vi-VN" sz="3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Phương pháp đánh giá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VNI-Times"/>
            </a:endParaRPr>
          </a:p>
        </p:txBody>
      </p:sp>
      <p:sp>
        <p:nvSpPr>
          <p:cNvPr id="143" name=""/>
          <p:cNvSpPr/>
          <p:nvPr/>
        </p:nvSpPr>
        <p:spPr>
          <a:xfrm>
            <a:off x="142920" y="2585880"/>
            <a:ext cx="2298600" cy="4102200"/>
          </a:xfrm>
          <a:prstGeom prst="rect">
            <a:avLst/>
          </a:prstGeom>
          <a:solidFill>
            <a:srgbClr val="3366ff"/>
          </a:solidFill>
          <a:ln w="9360">
            <a:solidFill>
              <a:srgbClr val="3366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lnSpc>
                <a:spcPct val="100000"/>
              </a:lnSpc>
              <a:spcBef>
                <a:spcPts val="876"/>
              </a:spcBef>
              <a:spcAft>
                <a:spcPts val="74"/>
              </a:spcAft>
              <a:tabLst>
                <a:tab algn="l" pos="0"/>
                <a:tab algn="l" pos="957240"/>
                <a:tab algn="l" pos="1914480"/>
                <a:tab algn="l" pos="2871720"/>
                <a:tab algn="l" pos="3828960"/>
                <a:tab algn="l" pos="4786200"/>
                <a:tab algn="l" pos="5743440"/>
                <a:tab algn="l" pos="6700680"/>
                <a:tab algn="l" pos="7658280"/>
                <a:tab algn="l" pos="8615520"/>
                <a:tab algn="l" pos="9572760"/>
                <a:tab algn="l" pos="10530000"/>
              </a:tabLst>
            </a:pPr>
            <a:r>
              <a:rPr b="1" lang="vi-VN" sz="3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- Đánh giá chuyên cần</a:t>
            </a:r>
            <a:r>
              <a:rPr b="1" lang="vi-VN" sz="3200" strike="noStrike" u="none">
                <a:solidFill>
                  <a:srgbClr val="ffc000"/>
                </a:solidFill>
                <a:effectLst/>
                <a:uFillTx/>
                <a:latin typeface="Times New Roman"/>
              </a:rPr>
              <a:t>: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VNI-Times"/>
            </a:endParaRPr>
          </a:p>
          <a:p>
            <a:pPr algn="ctr">
              <a:lnSpc>
                <a:spcPct val="100000"/>
              </a:lnSpc>
              <a:spcBef>
                <a:spcPts val="876"/>
              </a:spcBef>
              <a:spcAft>
                <a:spcPts val="74"/>
              </a:spcAft>
              <a:tabLst>
                <a:tab algn="l" pos="0"/>
                <a:tab algn="l" pos="957240"/>
                <a:tab algn="l" pos="1914480"/>
                <a:tab algn="l" pos="2871720"/>
                <a:tab algn="l" pos="3828960"/>
                <a:tab algn="l" pos="4786200"/>
                <a:tab algn="l" pos="5743440"/>
                <a:tab algn="l" pos="6700680"/>
                <a:tab algn="l" pos="7658280"/>
                <a:tab algn="l" pos="8615520"/>
                <a:tab algn="l" pos="9572760"/>
                <a:tab algn="l" pos="10530000"/>
              </a:tabLst>
            </a:pP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Tham gia &gt;= 70% số tiết học lý thuyết trên lớp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VNI-Times"/>
            </a:endParaRPr>
          </a:p>
        </p:txBody>
      </p:sp>
      <p:sp>
        <p:nvSpPr>
          <p:cNvPr id="144" name=""/>
          <p:cNvSpPr/>
          <p:nvPr/>
        </p:nvSpPr>
        <p:spPr>
          <a:xfrm>
            <a:off x="2514600" y="2558880"/>
            <a:ext cx="3708360" cy="4141800"/>
          </a:xfrm>
          <a:prstGeom prst="rect">
            <a:avLst/>
          </a:prstGeom>
          <a:solidFill>
            <a:srgbClr val="000080"/>
          </a:solidFill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lnSpc>
                <a:spcPct val="100000"/>
              </a:lnSpc>
              <a:spcBef>
                <a:spcPts val="876"/>
              </a:spcBef>
              <a:spcAft>
                <a:spcPts val="74"/>
              </a:spcAft>
              <a:tabLst>
                <a:tab algn="l" pos="0"/>
                <a:tab algn="l" pos="957240"/>
                <a:tab algn="l" pos="1914480"/>
                <a:tab algn="l" pos="2871720"/>
                <a:tab algn="l" pos="3828960"/>
                <a:tab algn="l" pos="4786200"/>
                <a:tab algn="l" pos="5743440"/>
                <a:tab algn="l" pos="6700680"/>
                <a:tab algn="l" pos="7658280"/>
                <a:tab algn="l" pos="8615520"/>
                <a:tab algn="l" pos="9572760"/>
                <a:tab algn="l" pos="10530000"/>
              </a:tabLst>
            </a:pPr>
            <a:r>
              <a:rPr b="1" lang="vi-VN" sz="3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- Đ</a:t>
            </a:r>
            <a:r>
              <a:rPr b="1" lang="en-US" sz="3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G </a:t>
            </a:r>
            <a:r>
              <a:rPr b="1" lang="vi-VN" sz="3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thường xuyên</a:t>
            </a:r>
            <a:r>
              <a:rPr b="1" lang="en-US" sz="3200" strike="noStrike" u="none">
                <a:solidFill>
                  <a:srgbClr val="ffc000"/>
                </a:solidFill>
                <a:effectLst/>
                <a:uFillTx/>
                <a:latin typeface="Times New Roman"/>
              </a:rPr>
              <a:t>: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VNI-Times"/>
            </a:endParaRPr>
          </a:p>
          <a:p>
            <a:pPr>
              <a:lnSpc>
                <a:spcPct val="100000"/>
              </a:lnSpc>
              <a:spcBef>
                <a:spcPts val="774"/>
              </a:spcBef>
              <a:spcAft>
                <a:spcPts val="74"/>
              </a:spcAft>
              <a:tabLst>
                <a:tab algn="l" pos="0"/>
                <a:tab algn="l" pos="957240"/>
                <a:tab algn="l" pos="1914480"/>
                <a:tab algn="l" pos="2871720"/>
                <a:tab algn="l" pos="3828960"/>
                <a:tab algn="l" pos="4786200"/>
                <a:tab algn="l" pos="5743440"/>
                <a:tab algn="l" pos="6700680"/>
                <a:tab algn="l" pos="7658280"/>
                <a:tab algn="l" pos="8615520"/>
                <a:tab algn="l" pos="9572760"/>
                <a:tab algn="l" pos="10530000"/>
              </a:tabLst>
            </a:pPr>
            <a:r>
              <a:rPr b="1" lang="vi-VN" sz="3200" strike="noStrike" u="none">
                <a:solidFill>
                  <a:srgbClr val="ffc000"/>
                </a:solidFill>
                <a:effectLst/>
                <a:uFillTx/>
                <a:latin typeface="Times New Roman"/>
              </a:rPr>
              <a:t> </a:t>
            </a:r>
            <a:r>
              <a:rPr b="1" lang="en-US" sz="3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+</a:t>
            </a:r>
            <a:r>
              <a:rPr b="1" lang="en-US" sz="3200" strike="noStrike" u="none">
                <a:solidFill>
                  <a:srgbClr val="ffc000"/>
                </a:solidFill>
                <a:effectLst/>
                <a:uFillTx/>
                <a:latin typeface="Times New Roman"/>
              </a:rPr>
              <a:t> </a:t>
            </a:r>
            <a:r>
              <a:rPr b="0" lang="vi-VN" sz="28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L</a:t>
            </a:r>
            <a:r>
              <a:rPr b="0" lang="vi-VN" sz="28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à</a:t>
            </a:r>
            <a:r>
              <a:rPr b="0" lang="vi-VN" sz="28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kết quả điểm đánh giá phần tự học, kiểm tra b</a:t>
            </a:r>
            <a:r>
              <a:rPr b="0" lang="vi-VN" sz="28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à</a:t>
            </a:r>
            <a:r>
              <a:rPr b="0" lang="vi-VN" sz="28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i cũ,</a:t>
            </a:r>
            <a:r>
              <a:rPr b="0" lang="en-US" sz="28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…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VNI-Times"/>
            </a:endParaRPr>
          </a:p>
          <a:p>
            <a:pPr>
              <a:lnSpc>
                <a:spcPct val="100000"/>
              </a:lnSpc>
              <a:spcBef>
                <a:spcPts val="774"/>
              </a:spcBef>
              <a:spcAft>
                <a:spcPts val="74"/>
              </a:spcAft>
              <a:tabLst>
                <a:tab algn="l" pos="0"/>
                <a:tab algn="l" pos="957240"/>
                <a:tab algn="l" pos="1914480"/>
                <a:tab algn="l" pos="2871720"/>
                <a:tab algn="l" pos="3828960"/>
                <a:tab algn="l" pos="4786200"/>
                <a:tab algn="l" pos="5743440"/>
                <a:tab algn="l" pos="6700680"/>
                <a:tab algn="l" pos="7658280"/>
                <a:tab algn="l" pos="8615520"/>
                <a:tab algn="l" pos="9572760"/>
                <a:tab algn="l" pos="10530000"/>
              </a:tabLst>
            </a:pPr>
            <a:r>
              <a:rPr b="0" lang="en-US" sz="28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+ </a:t>
            </a:r>
            <a:r>
              <a:rPr b="0" lang="vi-VN" sz="28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Kiểm tra trắc nghiệm.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VNI-Times"/>
            </a:endParaRPr>
          </a:p>
          <a:p>
            <a:pPr>
              <a:lnSpc>
                <a:spcPct val="100000"/>
              </a:lnSpc>
              <a:spcBef>
                <a:spcPts val="774"/>
              </a:spcBef>
              <a:spcAft>
                <a:spcPts val="74"/>
              </a:spcAft>
              <a:tabLst>
                <a:tab algn="l" pos="0"/>
                <a:tab algn="l" pos="957240"/>
                <a:tab algn="l" pos="1914480"/>
                <a:tab algn="l" pos="2871720"/>
                <a:tab algn="l" pos="3828960"/>
                <a:tab algn="l" pos="4786200"/>
                <a:tab algn="l" pos="5743440"/>
                <a:tab algn="l" pos="6700680"/>
                <a:tab algn="l" pos="7658280"/>
                <a:tab algn="l" pos="8615520"/>
                <a:tab algn="l" pos="9572760"/>
                <a:tab algn="l" pos="10530000"/>
              </a:tabLst>
            </a:pPr>
            <a:r>
              <a:rPr b="0" lang="vi-VN" sz="28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</a:t>
            </a:r>
            <a:r>
              <a:rPr b="1" lang="vi-VN" sz="28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01 điểm l</a:t>
            </a:r>
            <a:r>
              <a:rPr b="1" lang="vi-VN" sz="28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à</a:t>
            </a:r>
            <a:r>
              <a:rPr b="1" lang="vi-VN" sz="28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điểm trung bình cộng của các điểm trên.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VNI-Times"/>
            </a:endParaRPr>
          </a:p>
        </p:txBody>
      </p:sp>
      <p:sp>
        <p:nvSpPr>
          <p:cNvPr id="145" name=""/>
          <p:cNvSpPr/>
          <p:nvPr/>
        </p:nvSpPr>
        <p:spPr>
          <a:xfrm>
            <a:off x="6296040" y="2558880"/>
            <a:ext cx="1752480" cy="4111920"/>
          </a:xfrm>
          <a:prstGeom prst="rect">
            <a:avLst/>
          </a:prstGeom>
          <a:solidFill>
            <a:srgbClr val="3366ff"/>
          </a:solidFill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lnSpc>
                <a:spcPct val="100000"/>
              </a:lnSpc>
              <a:spcBef>
                <a:spcPts val="74"/>
              </a:spcBef>
              <a:spcAft>
                <a:spcPts val="74"/>
              </a:spcAft>
              <a:tabLst>
                <a:tab algn="l" pos="0"/>
                <a:tab algn="l" pos="957240"/>
                <a:tab algn="l" pos="1914480"/>
                <a:tab algn="l" pos="2871720"/>
                <a:tab algn="l" pos="3828960"/>
                <a:tab algn="l" pos="4786200"/>
                <a:tab algn="l" pos="5743440"/>
                <a:tab algn="l" pos="6700680"/>
                <a:tab algn="l" pos="7658280"/>
                <a:tab algn="l" pos="8615520"/>
                <a:tab algn="l" pos="9572760"/>
                <a:tab algn="l" pos="10530000"/>
              </a:tabLst>
            </a:pPr>
            <a:r>
              <a:rPr b="1" lang="vi-VN" sz="3200" strike="noStrike" u="none">
                <a:solidFill>
                  <a:srgbClr val="ffc000"/>
                </a:solidFill>
                <a:effectLst/>
                <a:uFillTx/>
                <a:latin typeface="Times New Roman"/>
              </a:rPr>
              <a:t>- Đ</a:t>
            </a:r>
            <a:r>
              <a:rPr b="1" lang="en-US" sz="3200" strike="noStrike" u="none">
                <a:solidFill>
                  <a:srgbClr val="ffc000"/>
                </a:solidFill>
                <a:effectLst/>
                <a:uFillTx/>
                <a:latin typeface="Times New Roman"/>
              </a:rPr>
              <a:t>G</a:t>
            </a:r>
            <a:r>
              <a:rPr b="1" lang="vi-VN" sz="3200" strike="noStrike" u="none">
                <a:solidFill>
                  <a:srgbClr val="ffc000"/>
                </a:solidFill>
                <a:effectLst/>
                <a:uFillTx/>
                <a:latin typeface="Times New Roman"/>
              </a:rPr>
              <a:t> định kỳ.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VNI-Times"/>
            </a:endParaRPr>
          </a:p>
          <a:p>
            <a:pPr algn="ctr">
              <a:lnSpc>
                <a:spcPct val="100000"/>
              </a:lnSpc>
              <a:spcBef>
                <a:spcPts val="74"/>
              </a:spcBef>
              <a:spcAft>
                <a:spcPts val="74"/>
              </a:spcAft>
              <a:tabLst>
                <a:tab algn="l" pos="0"/>
                <a:tab algn="l" pos="957240"/>
                <a:tab algn="l" pos="1914480"/>
                <a:tab algn="l" pos="2871720"/>
                <a:tab algn="l" pos="3828960"/>
                <a:tab algn="l" pos="4786200"/>
                <a:tab algn="l" pos="5743440"/>
                <a:tab algn="l" pos="6700680"/>
                <a:tab algn="l" pos="7658280"/>
                <a:tab algn="l" pos="8615520"/>
                <a:tab algn="l" pos="9572760"/>
                <a:tab algn="l" pos="10530000"/>
              </a:tabLst>
            </a:pPr>
            <a:r>
              <a:rPr b="0" lang="vi-VN" sz="28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Có 01 điểm </a:t>
            </a:r>
            <a:r>
              <a:rPr b="0" lang="en-US" sz="28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kiểm tra 45 phút</a:t>
            </a:r>
            <a:r>
              <a:rPr b="1" lang="vi-VN" sz="2800" strike="noStrike" u="none">
                <a:solidFill>
                  <a:srgbClr val="ffc000"/>
                </a:solidFill>
                <a:effectLst/>
                <a:uFillTx/>
                <a:latin typeface="Times New Roman"/>
              </a:rPr>
              <a:t> 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VNI-Times"/>
            </a:endParaRPr>
          </a:p>
        </p:txBody>
      </p:sp>
      <p:cxnSp>
        <p:nvCxnSpPr>
          <p:cNvPr id="146" name=""/>
          <p:cNvCxnSpPr>
            <a:stCxn id="142" idx="2"/>
            <a:endCxn id="144" idx="0"/>
          </p:cNvCxnSpPr>
          <p:nvPr/>
        </p:nvCxnSpPr>
        <p:spPr>
          <a:xfrm flipH="1">
            <a:off x="4368600" y="1447920"/>
            <a:ext cx="622800" cy="1111680"/>
          </a:xfrm>
          <a:prstGeom prst="straightConnector1">
            <a:avLst/>
          </a:prstGeom>
          <a:ln w="38160">
            <a:solidFill>
              <a:srgbClr val="ffffff"/>
            </a:solidFill>
            <a:round/>
            <a:tailEnd len="med" type="triangle" w="med"/>
          </a:ln>
        </p:spPr>
      </p:cxnSp>
      <p:cxnSp>
        <p:nvCxnSpPr>
          <p:cNvPr id="147" name=""/>
          <p:cNvCxnSpPr>
            <a:stCxn id="142" idx="2"/>
            <a:endCxn id="143" idx="0"/>
          </p:cNvCxnSpPr>
          <p:nvPr/>
        </p:nvCxnSpPr>
        <p:spPr>
          <a:xfrm flipH="1">
            <a:off x="1292040" y="1447560"/>
            <a:ext cx="3699360" cy="1138680"/>
          </a:xfrm>
          <a:prstGeom prst="straightConnector1">
            <a:avLst/>
          </a:prstGeom>
          <a:ln w="38160">
            <a:solidFill>
              <a:srgbClr val="ffffff"/>
            </a:solidFill>
            <a:round/>
            <a:tailEnd len="med" type="triangle" w="med"/>
          </a:ln>
        </p:spPr>
      </p:cxnSp>
      <p:cxnSp>
        <p:nvCxnSpPr>
          <p:cNvPr id="148" name=""/>
          <p:cNvCxnSpPr>
            <a:stCxn id="142" idx="2"/>
            <a:endCxn id="145" idx="0"/>
          </p:cNvCxnSpPr>
          <p:nvPr/>
        </p:nvCxnSpPr>
        <p:spPr>
          <a:xfrm>
            <a:off x="4990680" y="1447920"/>
            <a:ext cx="2181960" cy="1111680"/>
          </a:xfrm>
          <a:prstGeom prst="straightConnector1">
            <a:avLst/>
          </a:prstGeom>
          <a:ln w="38160">
            <a:solidFill>
              <a:srgbClr val="ffffff"/>
            </a:solidFill>
            <a:round/>
            <a:tailEnd len="med" type="triangle" w="med"/>
          </a:ln>
        </p:spPr>
      </p:cxnSp>
      <p:sp>
        <p:nvSpPr>
          <p:cNvPr id="149" name=""/>
          <p:cNvSpPr/>
          <p:nvPr/>
        </p:nvSpPr>
        <p:spPr>
          <a:xfrm>
            <a:off x="8021520" y="2585880"/>
            <a:ext cx="1752840" cy="4111920"/>
          </a:xfrm>
          <a:prstGeom prst="rect">
            <a:avLst/>
          </a:prstGeom>
          <a:solidFill>
            <a:srgbClr val="000080"/>
          </a:solidFill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lnSpc>
                <a:spcPct val="100000"/>
              </a:lnSpc>
              <a:spcBef>
                <a:spcPts val="74"/>
              </a:spcBef>
              <a:spcAft>
                <a:spcPts val="74"/>
              </a:spcAft>
              <a:tabLst>
                <a:tab algn="l" pos="0"/>
                <a:tab algn="l" pos="957240"/>
                <a:tab algn="l" pos="1914480"/>
                <a:tab algn="l" pos="2871720"/>
                <a:tab algn="l" pos="3828960"/>
                <a:tab algn="l" pos="4786200"/>
                <a:tab algn="l" pos="5743440"/>
                <a:tab algn="l" pos="6700680"/>
                <a:tab algn="l" pos="7658280"/>
                <a:tab algn="l" pos="8615520"/>
                <a:tab algn="l" pos="9572760"/>
                <a:tab algn="l" pos="10530000"/>
              </a:tabLst>
            </a:pPr>
            <a:r>
              <a:rPr b="1" lang="vi-VN" sz="3200" strike="noStrike" u="none">
                <a:solidFill>
                  <a:srgbClr val="ffc000"/>
                </a:solidFill>
                <a:effectLst/>
                <a:uFillTx/>
                <a:latin typeface="Times New Roman"/>
              </a:rPr>
              <a:t>- </a:t>
            </a:r>
            <a:r>
              <a:rPr b="1" lang="en-US" sz="3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Thi hết học phần: 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VNI-Times"/>
            </a:endParaRPr>
          </a:p>
        </p:txBody>
      </p:sp>
      <p:cxnSp>
        <p:nvCxnSpPr>
          <p:cNvPr id="150" name=""/>
          <p:cNvCxnSpPr>
            <a:stCxn id="142" idx="2"/>
            <a:endCxn id="149" idx="0"/>
          </p:cNvCxnSpPr>
          <p:nvPr/>
        </p:nvCxnSpPr>
        <p:spPr>
          <a:xfrm>
            <a:off x="4991040" y="1447560"/>
            <a:ext cx="3907440" cy="1138680"/>
          </a:xfrm>
          <a:prstGeom prst="straightConnector1">
            <a:avLst/>
          </a:prstGeom>
          <a:ln w="38160">
            <a:solidFill>
              <a:srgbClr val="ffffff"/>
            </a:solidFill>
            <a:round/>
            <a:tailEnd len="med" type="triangle" w="med"/>
          </a:ln>
        </p:spPr>
      </p:cxnSp>
    </p:spTree>
  </p:cSld>
  <p:timing>
    <p:tnLst>
      <p:par>
        <p:cTn id="349" dur="indefinite" restart="never" nodeType="tmRoot">
          <p:childTnLst>
            <p:seq>
              <p:cTn id="350" dur="indefinite" nodeType="mainSeq">
                <p:childTnLst>
                  <p:par>
                    <p:cTn id="351" dur="indefinite" fill="hold">
                      <p:stCondLst>
                        <p:cond delay="indefinite"/>
                      </p:stCondLst>
                      <p:childTnLst>
                        <p:par>
                          <p:cTn id="352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353" dur="indefinite" nodeType="clickEffect" fill="hold" presetClass="entr" presetID="3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55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56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57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58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9" dur="indefinite" fill="hold">
                      <p:stCondLst>
                        <p:cond delay="indefinite"/>
                      </p:stCondLst>
                      <p:childTnLst>
                        <p:par>
                          <p:cTn id="360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361" dur="indefinite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363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4" dur="indefinite" fill="hold">
                      <p:stCondLst>
                        <p:cond delay="indefinite"/>
                      </p:stCondLst>
                      <p:childTnLst>
                        <p:par>
                          <p:cTn id="365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366" dur="indefinite" nodeType="clickEffect" fill="hold" presetClass="entr" presetID="5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6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-0.02552 0.75279 0.0908 0.66613 C 0.20747 0.57948 0.21649 0.50394 0.23177 0.40825 C 0.24705 0.31256 0.22118 0.15964 0.18264 0.09152 C 0.1441 0.02341 0.03802 0 0 0 E">
                                      <p:cBhvr>
                                        <p:cTn id="36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</p:cBhvr>
                                    </p:animMotion>
                                    <p:animEffect filter="fade" transition="in">
                                      <p:cBhvr additive="repl">
                                        <p:cTn id="370" dur="1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1" dur="indefinite" fill="hold">
                      <p:stCondLst>
                        <p:cond delay="indefinite"/>
                      </p:stCondLst>
                      <p:childTnLst>
                        <p:par>
                          <p:cTn id="372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373" dur="indefinite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375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6" dur="indefinite" fill="hold">
                      <p:stCondLst>
                        <p:cond delay="indefinite"/>
                      </p:stCondLst>
                      <p:childTnLst>
                        <p:par>
                          <p:cTn id="377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378" dur="indefinite" nodeType="clickEffect" fill="hold" presetClass="entr" presetID="5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8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-0.02552 0.75279 0.0908 0.66613 C 0.20747 0.57948 0.21649 0.50394 0.23177 0.40825 C 0.24705 0.31256 0.22118 0.15964 0.18264 0.09152 C 0.1441 0.02341 0.03802 0 0 0 E">
                                      <p:cBhvr>
                                        <p:cTn id="38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</p:cBhvr>
                                    </p:animMotion>
                                    <p:animEffect filter="fade" transition="in">
                                      <p:cBhvr additive="repl">
                                        <p:cTn id="382" dur="10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3" dur="indefinite" fill="hold">
                      <p:stCondLst>
                        <p:cond delay="indefinite"/>
                      </p:stCondLst>
                      <p:childTnLst>
                        <p:par>
                          <p:cTn id="384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385" dur="indefinite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387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8" dur="indefinite" fill="hold">
                      <p:stCondLst>
                        <p:cond delay="indefinite"/>
                      </p:stCondLst>
                      <p:childTnLst>
                        <p:par>
                          <p:cTn id="389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390" nodeType="clickEffect" fill="hold" presetClass="entr" presetID="38">
                                  <p:stCondLst>
                                    <p:cond delay="0"/>
                                  </p:stCondLst>
                                  <p:iterate type="lt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92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  <p:to>
                                        <p:strVal val="-45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93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-45"/>
                                          </p:val>
                                        </p:tav>
                                        <p:tav tm="69900">
                                          <p:val>
                                            <p:strVal val="45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94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95" dur="156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96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7" dur="indefinite" fill="hold">
                      <p:stCondLst>
                        <p:cond delay="indefinite"/>
                      </p:stCondLst>
                      <p:childTnLst>
                        <p:par>
                          <p:cTn id="398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399" dur="indefinite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401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2" dur="indefinite" fill="hold">
                      <p:stCondLst>
                        <p:cond delay="indefinite"/>
                      </p:stCondLst>
                      <p:childTnLst>
                        <p:par>
                          <p:cTn id="403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404" nodeType="clickEffect" fill="hold" presetClass="entr" presetID="38">
                                  <p:stCondLst>
                                    <p:cond delay="0"/>
                                  </p:stCondLst>
                                  <p:iterate type="lt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06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  <p:to>
                                        <p:strVal val="-45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07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-45"/>
                                          </p:val>
                                        </p:tav>
                                        <p:tav tm="69900">
                                          <p:val>
                                            <p:strVal val="45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08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09" dur="156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10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58"/>
            </a:gs>
            <a:gs pos="100000">
              <a:srgbClr val="000099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"/>
          <p:cNvSpPr/>
          <p:nvPr/>
        </p:nvSpPr>
        <p:spPr>
          <a:xfrm>
            <a:off x="685800" y="30240"/>
            <a:ext cx="8229600" cy="761760"/>
          </a:xfrm>
          <a:prstGeom prst="rect">
            <a:avLst/>
          </a:prstGeom>
          <a:noFill/>
          <a:ln w="9360">
            <a:solidFill>
              <a:srgbClr val="3366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5760" rIns="95760" tIns="47880" bIns="47880" anchor="ctr" anchorCtr="1">
            <a:noAutofit/>
          </a:bodyPr>
          <a:p>
            <a:pPr algn="ctr">
              <a:lnSpc>
                <a:spcPct val="100000"/>
              </a:lnSpc>
              <a:spcBef>
                <a:spcPts val="74"/>
              </a:spcBef>
              <a:spcAft>
                <a:spcPts val="74"/>
              </a:spcAft>
              <a:tabLst>
                <a:tab algn="l" pos="0"/>
                <a:tab algn="l" pos="957240"/>
                <a:tab algn="l" pos="1914480"/>
                <a:tab algn="l" pos="2871720"/>
                <a:tab algn="l" pos="3828960"/>
                <a:tab algn="l" pos="4786200"/>
                <a:tab algn="l" pos="5743440"/>
                <a:tab algn="l" pos="6700680"/>
                <a:tab algn="l" pos="7658280"/>
                <a:tab algn="l" pos="8615520"/>
                <a:tab algn="l" pos="9572760"/>
                <a:tab algn="l" pos="10530000"/>
              </a:tabLst>
            </a:pPr>
            <a:r>
              <a:rPr b="1" lang="en-US" sz="3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TÀI LIỆU THAM KHẢO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VNI-Times"/>
            </a:endParaRPr>
          </a:p>
        </p:txBody>
      </p:sp>
      <p:sp>
        <p:nvSpPr>
          <p:cNvPr id="152" name=""/>
          <p:cNvSpPr/>
          <p:nvPr/>
        </p:nvSpPr>
        <p:spPr>
          <a:xfrm>
            <a:off x="152280" y="787320"/>
            <a:ext cx="9753840" cy="591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760" rIns="95760" tIns="47880" bIns="47880" anchor="t">
            <a:noAutofit/>
          </a:bodyPr>
          <a:p>
            <a:pPr>
              <a:lnSpc>
                <a:spcPct val="100000"/>
              </a:lnSpc>
              <a:spcBef>
                <a:spcPts val="74"/>
              </a:spcBef>
              <a:spcAft>
                <a:spcPts val="74"/>
              </a:spcAft>
              <a:tabLst>
                <a:tab algn="l" pos="0"/>
                <a:tab algn="l" pos="957240"/>
                <a:tab algn="l" pos="1914480"/>
                <a:tab algn="l" pos="2871720"/>
                <a:tab algn="l" pos="3828960"/>
                <a:tab algn="l" pos="4786200"/>
                <a:tab algn="l" pos="5743440"/>
                <a:tab algn="l" pos="6700680"/>
                <a:tab algn="l" pos="7658280"/>
                <a:tab algn="l" pos="8615520"/>
                <a:tab algn="l" pos="9572760"/>
                <a:tab algn="l" pos="10530000"/>
              </a:tabLst>
            </a:pPr>
            <a:r>
              <a:rPr b="0" i="1" lang="en-US" sz="3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b="1" i="1" lang="en-US" sz="3400" strike="noStrike" u="none">
                <a:solidFill>
                  <a:srgbClr val="ffc000"/>
                </a:solidFill>
                <a:effectLst/>
                <a:uFillTx/>
                <a:latin typeface="Times New Roman"/>
              </a:rPr>
              <a:t>- Giáo trình bắt buộc:</a:t>
            </a:r>
            <a:r>
              <a:rPr b="0" i="1" lang="en-US" sz="3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endParaRPr b="0" lang="en-US" sz="3400" strike="noStrike" u="none">
              <a:solidFill>
                <a:srgbClr val="ffffff"/>
              </a:solidFill>
              <a:effectLst/>
              <a:uFillTx/>
              <a:latin typeface="VNI-Times"/>
            </a:endParaRPr>
          </a:p>
          <a:p>
            <a:pPr>
              <a:lnSpc>
                <a:spcPct val="100000"/>
              </a:lnSpc>
              <a:spcBef>
                <a:spcPts val="74"/>
              </a:spcBef>
              <a:spcAft>
                <a:spcPts val="74"/>
              </a:spcAft>
              <a:tabLst>
                <a:tab algn="l" pos="0"/>
                <a:tab algn="l" pos="957240"/>
                <a:tab algn="l" pos="1914480"/>
                <a:tab algn="l" pos="2871720"/>
                <a:tab algn="l" pos="3828960"/>
                <a:tab algn="l" pos="4786200"/>
                <a:tab algn="l" pos="5743440"/>
                <a:tab algn="l" pos="6700680"/>
                <a:tab algn="l" pos="7658280"/>
                <a:tab algn="l" pos="8615520"/>
                <a:tab algn="l" pos="9572760"/>
                <a:tab algn="l" pos="10530000"/>
              </a:tabLst>
            </a:pPr>
            <a:r>
              <a:rPr b="0" lang="vi-VN" sz="3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Trường </a:t>
            </a:r>
            <a:r>
              <a:rPr b="0" lang="en-US" sz="3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Trung cấp Công nghệ H</a:t>
            </a:r>
            <a:r>
              <a:rPr b="0" lang="en-US" sz="3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à</a:t>
            </a:r>
            <a:r>
              <a:rPr b="0" lang="en-US" sz="3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Nội</a:t>
            </a:r>
            <a:r>
              <a:rPr b="0" lang="vi-VN" sz="3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, </a:t>
            </a:r>
            <a:endParaRPr b="0" lang="en-US" sz="3400" strike="noStrike" u="none">
              <a:solidFill>
                <a:srgbClr val="ffffff"/>
              </a:solidFill>
              <a:effectLst/>
              <a:uFillTx/>
              <a:latin typeface="VNI-Times"/>
            </a:endParaRPr>
          </a:p>
          <a:p>
            <a:pPr>
              <a:lnSpc>
                <a:spcPct val="100000"/>
              </a:lnSpc>
              <a:spcBef>
                <a:spcPts val="74"/>
              </a:spcBef>
              <a:spcAft>
                <a:spcPts val="74"/>
              </a:spcAft>
              <a:tabLst>
                <a:tab algn="l" pos="0"/>
                <a:tab algn="l" pos="957240"/>
                <a:tab algn="l" pos="1914480"/>
                <a:tab algn="l" pos="2871720"/>
                <a:tab algn="l" pos="3828960"/>
                <a:tab algn="l" pos="4786200"/>
                <a:tab algn="l" pos="5743440"/>
                <a:tab algn="l" pos="6700680"/>
                <a:tab algn="l" pos="7658280"/>
                <a:tab algn="l" pos="8615520"/>
                <a:tab algn="l" pos="9572760"/>
                <a:tab algn="l" pos="10530000"/>
              </a:tabLst>
            </a:pPr>
            <a:r>
              <a:rPr b="0" lang="en-US" sz="3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G</a:t>
            </a:r>
            <a:r>
              <a:rPr b="0" lang="vi-VN" sz="3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iáo trình </a:t>
            </a:r>
            <a:r>
              <a:rPr b="0" lang="en-US" sz="3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GD</a:t>
            </a:r>
            <a:r>
              <a:rPr b="0" lang="vi-VN" sz="3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PL</a:t>
            </a:r>
            <a:endParaRPr b="0" lang="en-US" sz="3400" strike="noStrike" u="none">
              <a:solidFill>
                <a:srgbClr val="ffffff"/>
              </a:solidFill>
              <a:effectLst/>
              <a:uFillTx/>
              <a:latin typeface="VNI-Times"/>
            </a:endParaRPr>
          </a:p>
          <a:p>
            <a:pPr>
              <a:lnSpc>
                <a:spcPct val="100000"/>
              </a:lnSpc>
              <a:spcBef>
                <a:spcPts val="74"/>
              </a:spcBef>
              <a:spcAft>
                <a:spcPts val="74"/>
              </a:spcAft>
              <a:tabLst>
                <a:tab algn="l" pos="0"/>
                <a:tab algn="l" pos="957240"/>
                <a:tab algn="l" pos="1914480"/>
                <a:tab algn="l" pos="2871720"/>
                <a:tab algn="l" pos="3828960"/>
                <a:tab algn="l" pos="4786200"/>
                <a:tab algn="l" pos="5743440"/>
                <a:tab algn="l" pos="6700680"/>
                <a:tab algn="l" pos="7658280"/>
                <a:tab algn="l" pos="8615520"/>
                <a:tab algn="l" pos="9572760"/>
                <a:tab algn="l" pos="10530000"/>
              </a:tabLst>
            </a:pPr>
            <a:r>
              <a:rPr b="1" i="1" lang="en-US" sz="3400" strike="noStrike" u="none">
                <a:solidFill>
                  <a:srgbClr val="ffc000"/>
                </a:solidFill>
                <a:effectLst/>
                <a:uFillTx/>
                <a:latin typeface="Times New Roman"/>
              </a:rPr>
              <a:t>	</a:t>
            </a:r>
            <a:r>
              <a:rPr b="1" i="1" lang="vi-VN" sz="3400" strike="noStrike" u="none">
                <a:solidFill>
                  <a:srgbClr val="ffc000"/>
                </a:solidFill>
                <a:effectLst/>
                <a:uFillTx/>
                <a:latin typeface="Times New Roman"/>
              </a:rPr>
              <a:t>- T</a:t>
            </a:r>
            <a:r>
              <a:rPr b="1" i="1" lang="vi-VN" sz="3400" strike="noStrike" u="none">
                <a:solidFill>
                  <a:srgbClr val="ffc000"/>
                </a:solidFill>
                <a:effectLst/>
                <a:uFillTx/>
                <a:latin typeface="Times New Roman"/>
                <a:ea typeface="Times New Roman"/>
              </a:rPr>
              <a:t>à</a:t>
            </a:r>
            <a:r>
              <a:rPr b="1" i="1" lang="vi-VN" sz="3400" strike="noStrike" u="none">
                <a:solidFill>
                  <a:srgbClr val="ffc000"/>
                </a:solidFill>
                <a:effectLst/>
                <a:uFillTx/>
                <a:latin typeface="Times New Roman"/>
              </a:rPr>
              <a:t>i liệu tham khảo:</a:t>
            </a:r>
            <a:endParaRPr b="0" lang="en-US" sz="3400" strike="noStrike" u="none">
              <a:solidFill>
                <a:srgbClr val="ffffff"/>
              </a:solidFill>
              <a:effectLst/>
              <a:uFillTx/>
              <a:latin typeface="VNI-Times"/>
            </a:endParaRPr>
          </a:p>
          <a:p>
            <a:pPr>
              <a:lnSpc>
                <a:spcPct val="100000"/>
              </a:lnSpc>
              <a:spcBef>
                <a:spcPts val="74"/>
              </a:spcBef>
              <a:spcAft>
                <a:spcPts val="74"/>
              </a:spcAft>
              <a:tabLst>
                <a:tab algn="l" pos="0"/>
                <a:tab algn="l" pos="957240"/>
                <a:tab algn="l" pos="1914480"/>
                <a:tab algn="l" pos="2871720"/>
                <a:tab algn="l" pos="3828960"/>
                <a:tab algn="l" pos="4786200"/>
                <a:tab algn="l" pos="5743440"/>
                <a:tab algn="l" pos="6700680"/>
                <a:tab algn="l" pos="7658280"/>
                <a:tab algn="l" pos="8615520"/>
                <a:tab algn="l" pos="9572760"/>
                <a:tab algn="l" pos="10530000"/>
              </a:tabLst>
            </a:pPr>
            <a:r>
              <a:rPr b="0" lang="vi-VN" sz="3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1. Hiến pháp nước Cộng hòa xã hội chủ nghĩa Việt Nam, 2013.</a:t>
            </a:r>
            <a:endParaRPr b="0" lang="en-US" sz="3400" strike="noStrike" u="none">
              <a:solidFill>
                <a:srgbClr val="ffffff"/>
              </a:solidFill>
              <a:effectLst/>
              <a:uFillTx/>
              <a:latin typeface="VNI-Times"/>
            </a:endParaRPr>
          </a:p>
          <a:p>
            <a:pPr>
              <a:lnSpc>
                <a:spcPct val="100000"/>
              </a:lnSpc>
              <a:spcBef>
                <a:spcPts val="74"/>
              </a:spcBef>
              <a:spcAft>
                <a:spcPts val="74"/>
              </a:spcAft>
              <a:tabLst>
                <a:tab algn="l" pos="0"/>
                <a:tab algn="l" pos="957240"/>
                <a:tab algn="l" pos="1914480"/>
                <a:tab algn="l" pos="2871720"/>
                <a:tab algn="l" pos="3828960"/>
                <a:tab algn="l" pos="4786200"/>
                <a:tab algn="l" pos="5743440"/>
                <a:tab algn="l" pos="6700680"/>
                <a:tab algn="l" pos="7658280"/>
                <a:tab algn="l" pos="8615520"/>
                <a:tab algn="l" pos="9572760"/>
                <a:tab algn="l" pos="10530000"/>
              </a:tabLst>
            </a:pPr>
            <a:r>
              <a:rPr b="0" lang="vi-VN" sz="3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2. Bộ Luật lao động, 2012.</a:t>
            </a:r>
            <a:endParaRPr b="0" lang="en-US" sz="3400" strike="noStrike" u="none">
              <a:solidFill>
                <a:srgbClr val="ffffff"/>
              </a:solidFill>
              <a:effectLst/>
              <a:uFillTx/>
              <a:latin typeface="VNI-Times"/>
            </a:endParaRPr>
          </a:p>
          <a:p>
            <a:pPr>
              <a:lnSpc>
                <a:spcPct val="100000"/>
              </a:lnSpc>
              <a:spcBef>
                <a:spcPts val="74"/>
              </a:spcBef>
              <a:spcAft>
                <a:spcPts val="74"/>
              </a:spcAft>
              <a:tabLst>
                <a:tab algn="l" pos="0"/>
                <a:tab algn="l" pos="957240"/>
                <a:tab algn="l" pos="1914480"/>
                <a:tab algn="l" pos="2871720"/>
                <a:tab algn="l" pos="3828960"/>
                <a:tab algn="l" pos="4786200"/>
                <a:tab algn="l" pos="5743440"/>
                <a:tab algn="l" pos="6700680"/>
                <a:tab algn="l" pos="7658280"/>
                <a:tab algn="l" pos="8615520"/>
                <a:tab algn="l" pos="9572760"/>
                <a:tab algn="l" pos="10530000"/>
              </a:tabLst>
            </a:pPr>
            <a:r>
              <a:rPr b="0" lang="en-US" sz="3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3</a:t>
            </a:r>
            <a:r>
              <a:rPr b="0" lang="vi-VN" sz="3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. Luật Bảo vệ quyền lợi người tiêu dùng, 2010.</a:t>
            </a:r>
            <a:endParaRPr b="0" lang="en-US" sz="3400" strike="noStrike" u="none">
              <a:solidFill>
                <a:srgbClr val="ffffff"/>
              </a:solidFill>
              <a:effectLst/>
              <a:uFillTx/>
              <a:latin typeface="VNI-Times"/>
            </a:endParaRPr>
          </a:p>
          <a:p>
            <a:pPr>
              <a:lnSpc>
                <a:spcPct val="100000"/>
              </a:lnSpc>
              <a:spcBef>
                <a:spcPts val="74"/>
              </a:spcBef>
              <a:spcAft>
                <a:spcPts val="74"/>
              </a:spcAft>
              <a:tabLst>
                <a:tab algn="l" pos="0"/>
                <a:tab algn="l" pos="957240"/>
                <a:tab algn="l" pos="1914480"/>
                <a:tab algn="l" pos="2871720"/>
                <a:tab algn="l" pos="3828960"/>
                <a:tab algn="l" pos="4786200"/>
                <a:tab algn="l" pos="5743440"/>
                <a:tab algn="l" pos="6700680"/>
                <a:tab algn="l" pos="7658280"/>
                <a:tab algn="l" pos="8615520"/>
                <a:tab algn="l" pos="9572760"/>
                <a:tab algn="l" pos="10530000"/>
              </a:tabLst>
            </a:pPr>
            <a:r>
              <a:rPr b="0" lang="en-US" sz="3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4</a:t>
            </a:r>
            <a:r>
              <a:rPr b="0" lang="vi-VN" sz="3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. Luật Phòng, chống tham nhũng, 2005.</a:t>
            </a:r>
            <a:endParaRPr b="0" lang="en-US" sz="3400" strike="noStrike" u="none">
              <a:solidFill>
                <a:srgbClr val="ffffff"/>
              </a:solidFill>
              <a:effectLst/>
              <a:uFillTx/>
              <a:latin typeface="VNI-Times"/>
            </a:endParaRPr>
          </a:p>
          <a:p>
            <a:pPr>
              <a:lnSpc>
                <a:spcPct val="100000"/>
              </a:lnSpc>
              <a:spcBef>
                <a:spcPts val="74"/>
              </a:spcBef>
              <a:spcAft>
                <a:spcPts val="74"/>
              </a:spcAft>
              <a:tabLst>
                <a:tab algn="l" pos="0"/>
                <a:tab algn="l" pos="957240"/>
                <a:tab algn="l" pos="1914480"/>
                <a:tab algn="l" pos="2871720"/>
                <a:tab algn="l" pos="3828960"/>
                <a:tab algn="l" pos="4786200"/>
                <a:tab algn="l" pos="5743440"/>
                <a:tab algn="l" pos="6700680"/>
                <a:tab algn="l" pos="7658280"/>
                <a:tab algn="l" pos="8615520"/>
                <a:tab algn="l" pos="9572760"/>
                <a:tab algn="l" pos="10530000"/>
              </a:tabLst>
            </a:pPr>
            <a:endParaRPr b="0" lang="en-US" sz="3400" strike="noStrike" u="none">
              <a:solidFill>
                <a:srgbClr val="ffffff"/>
              </a:solidFill>
              <a:effectLst/>
              <a:uFillTx/>
              <a:latin typeface="VNI-Times"/>
            </a:endParaRPr>
          </a:p>
        </p:txBody>
      </p:sp>
    </p:spTree>
  </p:cSld>
  <p:timing>
    <p:tnLst>
      <p:par>
        <p:cTn id="411" dur="indefinite" restart="never" nodeType="tmRoot">
          <p:childTnLst>
            <p:seq>
              <p:cTn id="412" dur="indefinite" nodeType="mainSeq">
                <p:childTnLst>
                  <p:par>
                    <p:cTn id="413" dur="indefinite" fill="hold">
                      <p:stCondLst>
                        <p:cond delay="indefinite"/>
                      </p:stCondLst>
                      <p:childTnLst>
                        <p:par>
                          <p:cTn id="414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415" dur="indefinite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17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8" dur="indefinite" fill="hold">
                      <p:stCondLst>
                        <p:cond delay="indefinite"/>
                      </p:stCondLst>
                      <p:childTnLst>
                        <p:par>
                          <p:cTn id="419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420" dur="indefinite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22" dur="500"/>
                                        <p:tgtEl>
                                          <p:spTgt spid="1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3" dur="indefinite" fill="hold">
                      <p:stCondLst>
                        <p:cond delay="indefinite"/>
                      </p:stCondLst>
                      <p:childTnLst>
                        <p:par>
                          <p:cTn id="424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425" dur="indefinite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27" dur="500"/>
                                        <p:tgtEl>
                                          <p:spTgt spid="1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8" dur="indefinite" fill="hold">
                      <p:stCondLst>
                        <p:cond delay="indefinite"/>
                      </p:stCondLst>
                      <p:childTnLst>
                        <p:par>
                          <p:cTn id="429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430" dur="indefinite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32" dur="500"/>
                                        <p:tgtEl>
                                          <p:spTgt spid="1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3" dur="indefinite" fill="hold">
                      <p:stCondLst>
                        <p:cond delay="indefinite"/>
                      </p:stCondLst>
                      <p:childTnLst>
                        <p:par>
                          <p:cTn id="434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435" dur="indefinite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37" dur="500"/>
                                        <p:tgtEl>
                                          <p:spTgt spid="1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8" dur="indefinite" fill="hold">
                      <p:stCondLst>
                        <p:cond delay="indefinite"/>
                      </p:stCondLst>
                      <p:childTnLst>
                        <p:par>
                          <p:cTn id="439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440" dur="indefinite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42" dur="500"/>
                                        <p:tgtEl>
                                          <p:spTgt spid="1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3" dur="indefinite" fill="hold">
                      <p:stCondLst>
                        <p:cond delay="indefinite"/>
                      </p:stCondLst>
                      <p:childTnLst>
                        <p:par>
                          <p:cTn id="444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445" dur="indefinite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47" dur="500"/>
                                        <p:tgtEl>
                                          <p:spTgt spid="1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8" dur="indefinite" fill="hold">
                      <p:stCondLst>
                        <p:cond delay="indefinite"/>
                      </p:stCondLst>
                      <p:childTnLst>
                        <p:par>
                          <p:cTn id="449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450" dur="indefinite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52" dur="500"/>
                                        <p:tgtEl>
                                          <p:spTgt spid="1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3" dur="indefinite" fill="hold">
                      <p:stCondLst>
                        <p:cond delay="indefinite"/>
                      </p:stCondLst>
                      <p:childTnLst>
                        <p:par>
                          <p:cTn id="454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455" dur="indefinite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57" dur="500"/>
                                        <p:tgtEl>
                                          <p:spTgt spid="15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58"/>
            </a:gs>
            <a:gs pos="100000">
              <a:srgbClr val="000099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"/>
          <p:cNvSpPr/>
          <p:nvPr/>
        </p:nvSpPr>
        <p:spPr>
          <a:xfrm>
            <a:off x="495360" y="277920"/>
            <a:ext cx="8915400" cy="11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760" rIns="95760" tIns="47880" bIns="47880" anchor="ctr" anchorCtr="1">
            <a:noAutofit/>
          </a:bodyPr>
          <a:p>
            <a:pPr algn="ctr">
              <a:lnSpc>
                <a:spcPct val="100000"/>
              </a:lnSpc>
              <a:spcBef>
                <a:spcPts val="74"/>
              </a:spcBef>
              <a:spcAft>
                <a:spcPts val="74"/>
              </a:spcAft>
              <a:tabLst>
                <a:tab algn="l" pos="0"/>
                <a:tab algn="l" pos="957240"/>
                <a:tab algn="l" pos="1914480"/>
                <a:tab algn="l" pos="2871720"/>
                <a:tab algn="l" pos="3828960"/>
                <a:tab algn="l" pos="4786200"/>
                <a:tab algn="l" pos="5743440"/>
                <a:tab algn="l" pos="6700680"/>
                <a:tab algn="l" pos="7658280"/>
                <a:tab algn="l" pos="8615520"/>
                <a:tab algn="l" pos="9572760"/>
                <a:tab algn="l" pos="10530000"/>
              </a:tabLst>
            </a:pPr>
            <a:r>
              <a:rPr b="1" lang="en-US" sz="4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Câu hỏi lượng giá:</a:t>
            </a:r>
            <a:endParaRPr b="0" lang="en-US" sz="4600" strike="noStrike" u="none">
              <a:solidFill>
                <a:srgbClr val="ffffff"/>
              </a:solidFill>
              <a:effectLst/>
              <a:uFillTx/>
              <a:latin typeface="VNI-Times"/>
            </a:endParaRPr>
          </a:p>
        </p:txBody>
      </p:sp>
      <p:sp>
        <p:nvSpPr>
          <p:cNvPr id="154" name=""/>
          <p:cNvSpPr/>
          <p:nvPr/>
        </p:nvSpPr>
        <p:spPr>
          <a:xfrm>
            <a:off x="495360" y="1603440"/>
            <a:ext cx="8915400" cy="452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760" rIns="95760" tIns="47880" bIns="47880" anchor="t">
            <a:noAutofit/>
          </a:bodyPr>
          <a:p>
            <a:pPr>
              <a:lnSpc>
                <a:spcPct val="100000"/>
              </a:lnSpc>
              <a:spcBef>
                <a:spcPts val="924"/>
              </a:spcBef>
              <a:spcAft>
                <a:spcPts val="74"/>
              </a:spcAft>
              <a:tabLst>
                <a:tab algn="l" pos="0"/>
                <a:tab algn="l" pos="957240"/>
                <a:tab algn="l" pos="1914480"/>
                <a:tab algn="l" pos="2871720"/>
                <a:tab algn="l" pos="3828960"/>
                <a:tab algn="l" pos="4786200"/>
                <a:tab algn="l" pos="5743440"/>
                <a:tab algn="l" pos="6700680"/>
                <a:tab algn="l" pos="7658280"/>
                <a:tab algn="l" pos="8615520"/>
                <a:tab algn="l" pos="9572760"/>
                <a:tab algn="l" pos="10530000"/>
              </a:tabLst>
            </a:pPr>
            <a:r>
              <a:rPr b="1" lang="en-US" sz="3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Câu 1.</a:t>
            </a:r>
            <a:r>
              <a:rPr b="0" lang="en-US" sz="3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 </a:t>
            </a:r>
            <a:r>
              <a:rPr b="0" lang="vi-VN" sz="3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Trình bày vị trí, tính chất, mục tiêu môn học</a:t>
            </a:r>
            <a:r>
              <a:rPr b="0" lang="en-US" sz="3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?</a:t>
            </a:r>
            <a:endParaRPr b="0" lang="en-US" sz="3400" strike="noStrike" u="none">
              <a:solidFill>
                <a:srgbClr val="ffffff"/>
              </a:solidFill>
              <a:effectLst/>
              <a:uFillTx/>
              <a:latin typeface="VNI-Times"/>
            </a:endParaRPr>
          </a:p>
          <a:p>
            <a:pPr>
              <a:lnSpc>
                <a:spcPct val="100000"/>
              </a:lnSpc>
              <a:spcBef>
                <a:spcPts val="924"/>
              </a:spcBef>
              <a:spcAft>
                <a:spcPts val="74"/>
              </a:spcAft>
              <a:tabLst>
                <a:tab algn="l" pos="0"/>
                <a:tab algn="l" pos="957240"/>
                <a:tab algn="l" pos="1914480"/>
                <a:tab algn="l" pos="2871720"/>
                <a:tab algn="l" pos="3828960"/>
                <a:tab algn="l" pos="4786200"/>
                <a:tab algn="l" pos="5743440"/>
                <a:tab algn="l" pos="6700680"/>
                <a:tab algn="l" pos="7658280"/>
                <a:tab algn="l" pos="8615520"/>
                <a:tab algn="l" pos="9572760"/>
                <a:tab algn="l" pos="10530000"/>
              </a:tabLst>
            </a:pPr>
            <a:r>
              <a:rPr b="1" lang="en-US" sz="3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Câu 2.</a:t>
            </a:r>
            <a:r>
              <a:rPr b="0" lang="en-US" sz="3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vi-VN" sz="3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Trình bày nội dung chính, phương pháp dạy học và đánh giá môn học</a:t>
            </a:r>
            <a:r>
              <a:rPr b="0" lang="en-US" sz="3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?</a:t>
            </a:r>
            <a:endParaRPr b="0" lang="en-US" sz="3400" strike="noStrike" u="none">
              <a:solidFill>
                <a:srgbClr val="ffffff"/>
              </a:solidFill>
              <a:effectLst/>
              <a:uFillTx/>
              <a:latin typeface="VNI-Times"/>
            </a:endParaRPr>
          </a:p>
          <a:p>
            <a:pPr>
              <a:lnSpc>
                <a:spcPct val="100000"/>
              </a:lnSpc>
              <a:spcBef>
                <a:spcPts val="924"/>
              </a:spcBef>
              <a:spcAft>
                <a:spcPts val="74"/>
              </a:spcAft>
              <a:tabLst>
                <a:tab algn="l" pos="0"/>
                <a:tab algn="l" pos="957240"/>
                <a:tab algn="l" pos="1914480"/>
                <a:tab algn="l" pos="2871720"/>
                <a:tab algn="l" pos="3828960"/>
                <a:tab algn="l" pos="4786200"/>
                <a:tab algn="l" pos="5743440"/>
                <a:tab algn="l" pos="6700680"/>
                <a:tab algn="l" pos="7658280"/>
                <a:tab algn="l" pos="8615520"/>
                <a:tab algn="l" pos="9572760"/>
                <a:tab algn="l" pos="10530000"/>
              </a:tabLst>
            </a:pPr>
            <a:endParaRPr b="0" lang="en-US" sz="3400" strike="noStrike" u="none">
              <a:solidFill>
                <a:srgbClr val="ffffff"/>
              </a:solidFill>
              <a:effectLst/>
              <a:uFillTx/>
              <a:latin typeface="VNI-Times"/>
            </a:endParaRPr>
          </a:p>
        </p:txBody>
      </p:sp>
      <p:sp>
        <p:nvSpPr>
          <p:cNvPr id="155" name=""/>
          <p:cNvSpPr/>
          <p:nvPr/>
        </p:nvSpPr>
        <p:spPr>
          <a:xfrm>
            <a:off x="7099200" y="6246720"/>
            <a:ext cx="231156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760" rIns="95760" tIns="47880" bIns="47880" anchor="b">
            <a:noAutofit/>
          </a:bodyPr>
          <a:p>
            <a:pPr algn="r">
              <a:lnSpc>
                <a:spcPct val="100000"/>
              </a:lnSpc>
              <a:spcBef>
                <a:spcPts val="74"/>
              </a:spcBef>
              <a:spcAft>
                <a:spcPts val="74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*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VNI-Times"/>
            </a:endParaRPr>
          </a:p>
        </p:txBody>
      </p:sp>
    </p:spTree>
  </p:cSld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58"/>
            </a:gs>
            <a:gs pos="100000">
              <a:srgbClr val="000099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"/>
          <p:cNvSpPr/>
          <p:nvPr/>
        </p:nvSpPr>
        <p:spPr>
          <a:xfrm>
            <a:off x="495360" y="277920"/>
            <a:ext cx="8915400" cy="11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760" rIns="95760" tIns="47880" bIns="47880" anchor="ctr" anchorCtr="1">
            <a:noAutofit/>
          </a:bodyPr>
          <a:p>
            <a:pPr algn="ctr">
              <a:lnSpc>
                <a:spcPct val="100000"/>
              </a:lnSpc>
              <a:spcBef>
                <a:spcPts val="74"/>
              </a:spcBef>
              <a:spcAft>
                <a:spcPts val="74"/>
              </a:spcAft>
              <a:tabLst>
                <a:tab algn="l" pos="0"/>
                <a:tab algn="l" pos="957240"/>
                <a:tab algn="l" pos="1914480"/>
                <a:tab algn="l" pos="2871720"/>
                <a:tab algn="l" pos="3828960"/>
                <a:tab algn="l" pos="4786200"/>
                <a:tab algn="l" pos="5743440"/>
                <a:tab algn="l" pos="6700680"/>
                <a:tab algn="l" pos="7658280"/>
                <a:tab algn="l" pos="8615520"/>
                <a:tab algn="l" pos="9572760"/>
                <a:tab algn="l" pos="10530000"/>
              </a:tabLst>
            </a:pPr>
            <a:r>
              <a:rPr b="1" lang="en-US" sz="4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Câu hỏi thảo luận:</a:t>
            </a:r>
            <a:endParaRPr b="0" lang="en-US" sz="4600" strike="noStrike" u="none">
              <a:solidFill>
                <a:srgbClr val="ffffff"/>
              </a:solidFill>
              <a:effectLst/>
              <a:uFillTx/>
              <a:latin typeface="VNI-Times"/>
            </a:endParaRPr>
          </a:p>
        </p:txBody>
      </p:sp>
      <p:sp>
        <p:nvSpPr>
          <p:cNvPr id="157" name=""/>
          <p:cNvSpPr/>
          <p:nvPr/>
        </p:nvSpPr>
        <p:spPr>
          <a:xfrm>
            <a:off x="495360" y="1603440"/>
            <a:ext cx="8915400" cy="452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760" rIns="95760" tIns="47880" bIns="47880" anchor="t">
            <a:noAutofit/>
          </a:bodyPr>
          <a:p>
            <a:pPr>
              <a:lnSpc>
                <a:spcPct val="100000"/>
              </a:lnSpc>
              <a:spcBef>
                <a:spcPts val="924"/>
              </a:spcBef>
              <a:spcAft>
                <a:spcPts val="74"/>
              </a:spcAft>
              <a:tabLst>
                <a:tab algn="l" pos="0"/>
                <a:tab algn="l" pos="957240"/>
                <a:tab algn="l" pos="1914480"/>
                <a:tab algn="l" pos="2871720"/>
                <a:tab algn="l" pos="3828960"/>
                <a:tab algn="l" pos="4786200"/>
                <a:tab algn="l" pos="5743440"/>
                <a:tab algn="l" pos="6700680"/>
                <a:tab algn="l" pos="7658280"/>
                <a:tab algn="l" pos="8615520"/>
                <a:tab algn="l" pos="9572760"/>
                <a:tab algn="l" pos="10530000"/>
              </a:tabLst>
            </a:pPr>
            <a:r>
              <a:rPr b="0" i="1" lang="nl-NL" sz="3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1. Làm rõ vị trí và tính chất của môn Giáo dục Pháp luật?</a:t>
            </a:r>
            <a:endParaRPr b="0" lang="en-US" sz="3400" strike="noStrike" u="none">
              <a:solidFill>
                <a:srgbClr val="ffffff"/>
              </a:solidFill>
              <a:effectLst/>
              <a:uFillTx/>
              <a:latin typeface="VNI-Times"/>
            </a:endParaRPr>
          </a:p>
          <a:p>
            <a:pPr>
              <a:lnSpc>
                <a:spcPct val="100000"/>
              </a:lnSpc>
              <a:spcBef>
                <a:spcPts val="924"/>
              </a:spcBef>
              <a:spcAft>
                <a:spcPts val="74"/>
              </a:spcAft>
              <a:tabLst>
                <a:tab algn="l" pos="0"/>
                <a:tab algn="l" pos="957240"/>
                <a:tab algn="l" pos="1914480"/>
                <a:tab algn="l" pos="2871720"/>
                <a:tab algn="l" pos="3828960"/>
                <a:tab algn="l" pos="4786200"/>
                <a:tab algn="l" pos="5743440"/>
                <a:tab algn="l" pos="6700680"/>
                <a:tab algn="l" pos="7658280"/>
                <a:tab algn="l" pos="8615520"/>
                <a:tab algn="l" pos="9572760"/>
                <a:tab algn="l" pos="10530000"/>
              </a:tabLst>
            </a:pPr>
            <a:r>
              <a:rPr b="0" i="1" lang="nl-NL" sz="3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2. Cần phải làm những gì để học tập tốt môn Giáo dục Pháp luật?</a:t>
            </a:r>
            <a:endParaRPr b="0" lang="en-US" sz="3400" strike="noStrike" u="none">
              <a:solidFill>
                <a:srgbClr val="ffffff"/>
              </a:solidFill>
              <a:effectLst/>
              <a:uFillTx/>
              <a:latin typeface="VNI-Times"/>
            </a:endParaRPr>
          </a:p>
          <a:p>
            <a:pPr>
              <a:lnSpc>
                <a:spcPct val="100000"/>
              </a:lnSpc>
              <a:spcBef>
                <a:spcPts val="924"/>
              </a:spcBef>
              <a:spcAft>
                <a:spcPts val="74"/>
              </a:spcAft>
              <a:tabLst>
                <a:tab algn="l" pos="0"/>
                <a:tab algn="l" pos="957240"/>
                <a:tab algn="l" pos="1914480"/>
                <a:tab algn="l" pos="2871720"/>
                <a:tab algn="l" pos="3828960"/>
                <a:tab algn="l" pos="4786200"/>
                <a:tab algn="l" pos="5743440"/>
                <a:tab algn="l" pos="6700680"/>
                <a:tab algn="l" pos="7658280"/>
                <a:tab algn="l" pos="8615520"/>
                <a:tab algn="l" pos="9572760"/>
                <a:tab algn="l" pos="10530000"/>
              </a:tabLst>
            </a:pPr>
            <a:endParaRPr b="0" lang="en-US" sz="3400" strike="noStrike" u="none">
              <a:solidFill>
                <a:srgbClr val="ffffff"/>
              </a:solidFill>
              <a:effectLst/>
              <a:uFillTx/>
              <a:latin typeface="VNI-Times"/>
            </a:endParaRPr>
          </a:p>
        </p:txBody>
      </p:sp>
      <p:sp>
        <p:nvSpPr>
          <p:cNvPr id="158" name=""/>
          <p:cNvSpPr/>
          <p:nvPr/>
        </p:nvSpPr>
        <p:spPr>
          <a:xfrm>
            <a:off x="7099200" y="6246720"/>
            <a:ext cx="231156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760" rIns="95760" tIns="47880" bIns="47880" anchor="b">
            <a:noAutofit/>
          </a:bodyPr>
          <a:p>
            <a:pPr algn="r">
              <a:lnSpc>
                <a:spcPct val="100000"/>
              </a:lnSpc>
              <a:spcBef>
                <a:spcPts val="74"/>
              </a:spcBef>
              <a:spcAft>
                <a:spcPts val="74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*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VNI-Times"/>
            </a:endParaRPr>
          </a:p>
        </p:txBody>
      </p:sp>
    </p:spTree>
  </p:cSld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58"/>
            </a:gs>
            <a:gs pos="100000">
              <a:srgbClr val="000099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"/>
          <p:cNvSpPr/>
          <p:nvPr/>
        </p:nvSpPr>
        <p:spPr>
          <a:xfrm>
            <a:off x="495360" y="457200"/>
            <a:ext cx="8915400" cy="56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760" rIns="95760" tIns="47880" bIns="47880" anchor="t">
            <a:noAutofit/>
          </a:bodyPr>
          <a:p>
            <a:pPr marL="358920" indent="-358920" algn="ctr">
              <a:lnSpc>
                <a:spcPct val="100000"/>
              </a:lnSpc>
              <a:spcBef>
                <a:spcPts val="1176"/>
              </a:spcBef>
              <a:spcAft>
                <a:spcPts val="74"/>
              </a:spcAft>
              <a:tabLst>
                <a:tab algn="l" pos="0"/>
                <a:tab algn="l" pos="957240"/>
                <a:tab algn="l" pos="1914480"/>
                <a:tab algn="l" pos="2871720"/>
                <a:tab algn="l" pos="3828960"/>
                <a:tab algn="l" pos="4786200"/>
                <a:tab algn="l" pos="5743440"/>
                <a:tab algn="l" pos="6700680"/>
                <a:tab algn="l" pos="7658280"/>
                <a:tab algn="l" pos="8615520"/>
                <a:tab algn="l" pos="9572760"/>
                <a:tab algn="l" pos="10530000"/>
              </a:tabLst>
            </a:pPr>
            <a:r>
              <a:rPr b="0" lang="en-US" sz="4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Xin trân trọng </a:t>
            </a:r>
            <a:r>
              <a:rPr b="0" lang="vi-VN" sz="4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cả</a:t>
            </a:r>
            <a:r>
              <a:rPr b="0" lang="en-US" sz="4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 ơn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VNI-Times"/>
            </a:endParaRPr>
          </a:p>
          <a:p>
            <a:pPr marL="358920" indent="-358920" algn="ctr">
              <a:lnSpc>
                <a:spcPct val="100000"/>
              </a:lnSpc>
              <a:spcBef>
                <a:spcPts val="1176"/>
              </a:spcBef>
              <a:spcAft>
                <a:spcPts val="74"/>
              </a:spcAft>
              <a:tabLst>
                <a:tab algn="l" pos="0"/>
                <a:tab algn="l" pos="957240"/>
                <a:tab algn="l" pos="1914480"/>
                <a:tab algn="l" pos="2871720"/>
                <a:tab algn="l" pos="3828960"/>
                <a:tab algn="l" pos="4786200"/>
                <a:tab algn="l" pos="5743440"/>
                <a:tab algn="l" pos="6700680"/>
                <a:tab algn="l" pos="7658280"/>
                <a:tab algn="l" pos="8615520"/>
                <a:tab algn="l" pos="9572760"/>
                <a:tab algn="l" pos="10530000"/>
              </a:tabLst>
            </a:pPr>
            <a:r>
              <a:rPr b="0" lang="vi-VN" sz="4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các</a:t>
            </a:r>
            <a:r>
              <a:rPr b="0" lang="en-US" sz="4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em  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VNI-Times"/>
            </a:endParaRPr>
          </a:p>
        </p:txBody>
      </p:sp>
      <p:sp>
        <p:nvSpPr>
          <p:cNvPr id="160" name=""/>
          <p:cNvSpPr/>
          <p:nvPr/>
        </p:nvSpPr>
        <p:spPr>
          <a:xfrm>
            <a:off x="7099200" y="6246720"/>
            <a:ext cx="231156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760" rIns="95760" tIns="47880" bIns="47880" anchor="b">
            <a:noAutofit/>
          </a:bodyPr>
          <a:p>
            <a:pPr algn="r">
              <a:lnSpc>
                <a:spcPct val="100000"/>
              </a:lnSpc>
              <a:spcBef>
                <a:spcPts val="74"/>
              </a:spcBef>
              <a:spcAft>
                <a:spcPts val="74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*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VNI-Times"/>
            </a:endParaRPr>
          </a:p>
        </p:txBody>
      </p:sp>
      <p:pic>
        <p:nvPicPr>
          <p:cNvPr id="161" name="" descr=""/>
          <p:cNvPicPr/>
          <p:nvPr/>
        </p:nvPicPr>
        <p:blipFill>
          <a:blip r:embed="rId1"/>
          <a:stretch/>
        </p:blipFill>
        <p:spPr>
          <a:xfrm>
            <a:off x="2476440" y="2133720"/>
            <a:ext cx="4953240" cy="4113000"/>
          </a:xfrm>
          <a:prstGeom prst="rect">
            <a:avLst/>
          </a:prstGeom>
          <a:noFill/>
          <a:ln w="0">
            <a:noFill/>
          </a:ln>
        </p:spPr>
      </p:pic>
    </p:spTree>
  </p:cSld>
  <p:timing>
    <p:tnLst>
      <p:par>
        <p:cTn id="458" dur="indefinite" restart="never" nodeType="tmRoot">
          <p:childTnLst>
            <p:seq>
              <p:cTn id="459" dur="indefinite" nodeType="mainSeq">
                <p:childTnLst>
                  <p:par>
                    <p:cTn id="460" dur="indefinite" fill="hold">
                      <p:stCondLst>
                        <p:cond delay="indefinite"/>
                      </p:stCondLst>
                      <p:childTnLst>
                        <p:par>
                          <p:cTn id="461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462" dur="indefinite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464" dur="500"/>
                                        <p:tgtEl>
                                          <p:spTgt spid="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5" dur="indefinite" fill="hold">
                      <p:stCondLst>
                        <p:cond delay="indefinite"/>
                      </p:stCondLst>
                      <p:childTnLst>
                        <p:par>
                          <p:cTn id="466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467" dur="indefinite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469" dur="500"/>
                                        <p:tgtEl>
                                          <p:spTgt spid="1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LibreOffice/25.2.2.2$Linux_X86_64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2006-04-18T00:41:59Z</dcterms:created>
  <dc:creator>Mr. Cao</dc:creator>
  <dc:description/>
  <dc:language>en-US</dc:language>
  <cp:lastModifiedBy/>
  <cp:lastPrinted>2006-04-21T15:53:36Z</cp:lastPrinted>
  <dcterms:modified xsi:type="dcterms:W3CDTF">2026-06-12T14:48:11Z</dcterms:modified>
  <cp:revision>551</cp:revision>
  <dc:subject/>
  <dc:title>hå chƯ minh anh hïng d©n téc – danh nh©n v¨n ho¸ thƠ giíi vµ t­ t­ëng gi¸o dôc cña ng­êi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1C6C7582A08C70562EE8286ABEE24623_42</vt:lpwstr>
  </property>
  <property fmtid="{D5CDD505-2E9C-101B-9397-08002B2CF9AE}" pid="3" name="KSOProductBuildVer">
    <vt:lpwstr>1033-12.1.25880.25880</vt:lpwstr>
  </property>
</Properties>
</file>