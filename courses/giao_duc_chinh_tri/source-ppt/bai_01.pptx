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3.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jpeg" ContentType="image/jpeg"/>
  <Override PartName="/ppt/media/image2.jpeg" ContentType="image/jpeg"/>
  <Override PartName="/ppt/media/image4.png" ContentType="image/png"/>
  <Override PartName="/ppt/media/image3.jpeg" ContentType="image/jpeg"/>
  <Override PartName="/ppt/media/image5.jpeg" ContentType="image/jpeg"/>
  <Override PartName="/ppt/slides/_rels/slide9.xml.rels" ContentType="application/vnd.openxmlformats-package.relationships+xml"/>
  <Override PartName="/ppt/slides/_rels/slide11.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9907588" cy="6858000"/>
  <p:notesSz cx="6670675" cy="9896475"/>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
          <p:cNvSpPr/>
          <p:nvPr/>
        </p:nvSpPr>
        <p:spPr>
          <a:xfrm>
            <a:off x="0" y="0"/>
            <a:ext cx="6670800" cy="9896400"/>
          </a:xfrm>
          <a:prstGeom prst="rect">
            <a:avLst/>
          </a:prstGeom>
          <a:solidFill>
            <a:srgbClr val="ffffff"/>
          </a:solidFill>
          <a:ln w="9360">
            <a:noFill/>
          </a:ln>
        </p:spPr>
        <p:txBody>
          <a:bodyPr lIns="90000" rIns="90000" tIns="45000" bIns="45000" anchor="ctr" anchorCtr="1">
            <a:noAutofit/>
          </a:bodyPr>
          <a:p>
            <a:endParaRPr b="0" lang="en-US" sz="1900" strike="noStrike" u="none">
              <a:solidFill>
                <a:srgbClr val="ffffff"/>
              </a:solidFill>
              <a:effectLst/>
              <a:uFillTx/>
              <a:latin typeface="VNI-Times"/>
            </a:endParaRPr>
          </a:p>
        </p:txBody>
      </p:sp>
      <p:sp>
        <p:nvSpPr>
          <p:cNvPr id="91" name=""/>
          <p:cNvSpPr/>
          <p:nvPr/>
        </p:nvSpPr>
        <p:spPr>
          <a:xfrm>
            <a:off x="0" y="0"/>
            <a:ext cx="6670800" cy="9896400"/>
          </a:xfrm>
          <a:custGeom>
            <a:avLst/>
            <a:gdLst>
              <a:gd name="textAreaLeft" fmla="*/ 360 w 6670800"/>
              <a:gd name="textAreaRight" fmla="*/ 6670440 w 6670800"/>
              <a:gd name="textAreaTop" fmla="*/ 360 h 9896400"/>
              <a:gd name="textAreaBottom" fmla="*/ 9896040 h 9896400"/>
            </a:gdLst>
            <a:ahLst/>
            <a:cxnLst/>
            <a:rect l="textAreaLeft" t="textAreaTop" r="textAreaRight" b="textAreaBottom"/>
            <a:pathLst>
              <a:path w="21600" h="32044">
                <a:moveTo>
                  <a:pt x="5" y="0"/>
                </a:moveTo>
                <a:arcTo wR="5" hR="5" stAng="16200000" swAng="-5400000"/>
                <a:lnTo>
                  <a:pt x="0" y="32039"/>
                </a:lnTo>
                <a:arcTo wR="5" hR="5" stAng="10800000" swAng="-5400000"/>
                <a:lnTo>
                  <a:pt x="21595" y="32044"/>
                </a:lnTo>
                <a:arcTo wR="5" hR="5" stAng="5400000" swAng="-5400000"/>
                <a:lnTo>
                  <a:pt x="21600" y="5"/>
                </a:lnTo>
                <a:arcTo wR="5" hR="5" stAng="0" swAng="-5400000"/>
                <a:close/>
              </a:path>
            </a:pathLst>
          </a:custGeom>
          <a:solidFill>
            <a:srgbClr val="ffffff"/>
          </a:soli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92" name=""/>
          <p:cNvSpPr/>
          <p:nvPr/>
        </p:nvSpPr>
        <p:spPr>
          <a:xfrm>
            <a:off x="0" y="0"/>
            <a:ext cx="6670800" cy="9896400"/>
          </a:xfrm>
          <a:custGeom>
            <a:avLst/>
            <a:gdLst>
              <a:gd name="textAreaLeft" fmla="*/ 360 w 6670800"/>
              <a:gd name="textAreaRight" fmla="*/ 6670440 w 6670800"/>
              <a:gd name="textAreaTop" fmla="*/ 360 h 9896400"/>
              <a:gd name="textAreaBottom" fmla="*/ 9896040 h 9896400"/>
            </a:gdLst>
            <a:ahLst/>
            <a:cxnLst/>
            <a:rect l="textAreaLeft" t="textAreaTop" r="textAreaRight" b="textAreaBottom"/>
            <a:pathLst>
              <a:path w="21600" h="32044">
                <a:moveTo>
                  <a:pt x="5" y="0"/>
                </a:moveTo>
                <a:arcTo wR="5" hR="5" stAng="16200000" swAng="-5400000"/>
                <a:lnTo>
                  <a:pt x="0" y="32039"/>
                </a:lnTo>
                <a:arcTo wR="5" hR="5" stAng="10800000" swAng="-5400000"/>
                <a:lnTo>
                  <a:pt x="21595" y="32044"/>
                </a:lnTo>
                <a:arcTo wR="5" hR="5" stAng="5400000" swAng="-5400000"/>
                <a:lnTo>
                  <a:pt x="21600" y="5"/>
                </a:lnTo>
                <a:arcTo wR="5" hR="5" stAng="0" swAng="-5400000"/>
                <a:close/>
              </a:path>
            </a:pathLst>
          </a:custGeom>
          <a:solidFill>
            <a:srgbClr val="ffffff"/>
          </a:soli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93" name=""/>
          <p:cNvSpPr/>
          <p:nvPr/>
        </p:nvSpPr>
        <p:spPr>
          <a:xfrm>
            <a:off x="0" y="0"/>
            <a:ext cx="6670800" cy="9896400"/>
          </a:xfrm>
          <a:custGeom>
            <a:avLst/>
            <a:gdLst>
              <a:gd name="textAreaLeft" fmla="*/ 360 w 6670800"/>
              <a:gd name="textAreaRight" fmla="*/ 6670440 w 6670800"/>
              <a:gd name="textAreaTop" fmla="*/ 360 h 9896400"/>
              <a:gd name="textAreaBottom" fmla="*/ 9896040 h 9896400"/>
            </a:gdLst>
            <a:ahLst/>
            <a:cxnLst/>
            <a:rect l="textAreaLeft" t="textAreaTop" r="textAreaRight" b="textAreaBottom"/>
            <a:pathLst>
              <a:path w="21600" h="32044">
                <a:moveTo>
                  <a:pt x="5" y="0"/>
                </a:moveTo>
                <a:arcTo wR="5" hR="5" stAng="16200000" swAng="-5400000"/>
                <a:lnTo>
                  <a:pt x="0" y="32039"/>
                </a:lnTo>
                <a:arcTo wR="5" hR="5" stAng="10800000" swAng="-5400000"/>
                <a:lnTo>
                  <a:pt x="21595" y="32044"/>
                </a:lnTo>
                <a:arcTo wR="5" hR="5" stAng="5400000" swAng="-5400000"/>
                <a:lnTo>
                  <a:pt x="21600" y="5"/>
                </a:lnTo>
                <a:arcTo wR="5" hR="5" stAng="0" swAng="-5400000"/>
                <a:close/>
              </a:path>
            </a:pathLst>
          </a:custGeom>
          <a:solidFill>
            <a:srgbClr val="ffffff"/>
          </a:soli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94" name=""/>
          <p:cNvSpPr/>
          <p:nvPr/>
        </p:nvSpPr>
        <p:spPr>
          <a:xfrm>
            <a:off x="0" y="0"/>
            <a:ext cx="2889360" cy="495360"/>
          </a:xfrm>
          <a:prstGeom prst="rect">
            <a:avLst/>
          </a:prstGeom>
          <a:no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95" name=""/>
          <p:cNvSpPr/>
          <p:nvPr/>
        </p:nvSpPr>
        <p:spPr>
          <a:xfrm>
            <a:off x="3780000" y="0"/>
            <a:ext cx="2889000" cy="495360"/>
          </a:xfrm>
          <a:prstGeom prst="rect">
            <a:avLst/>
          </a:prstGeom>
          <a:no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96" name="PlaceHolder 1"/>
          <p:cNvSpPr>
            <a:spLocks noGrp="1"/>
          </p:cNvSpPr>
          <p:nvPr>
            <p:ph type="sldImg"/>
          </p:nvPr>
        </p:nvSpPr>
        <p:spPr>
          <a:xfrm>
            <a:off x="657360" y="743040"/>
            <a:ext cx="5354640" cy="3705120"/>
          </a:xfrm>
          <a:prstGeom prst="rect">
            <a:avLst/>
          </a:prstGeom>
          <a:noFill/>
          <a:ln w="9360">
            <a:solidFill>
              <a:srgbClr val="000000"/>
            </a:solidFill>
            <a:miter/>
          </a:ln>
        </p:spPr>
        <p:txBody>
          <a:bodyPr lIns="90000" rIns="90000" tIns="46800" bIns="46800" anchor="ctr">
            <a:noAutofit/>
          </a:bodyPr>
          <a:p>
            <a:pPr algn="ctr">
              <a:spcBef>
                <a:spcPts val="37"/>
              </a:spcBef>
              <a:spcAft>
                <a:spcPts val="37"/>
              </a:spcAft>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600" strike="noStrike" u="none">
                <a:solidFill>
                  <a:srgbClr val="ffffff"/>
                </a:solidFill>
                <a:effectLst/>
                <a:uFillTx/>
                <a:latin typeface="Arial"/>
              </a:rPr>
              <a:t>Click to move the slide</a:t>
            </a:r>
            <a:endParaRPr b="0" lang="en-US" sz="4600" strike="noStrike" u="none">
              <a:solidFill>
                <a:srgbClr val="ffffff"/>
              </a:solidFill>
              <a:effectLst/>
              <a:uFillTx/>
              <a:latin typeface="Arial"/>
            </a:endParaRPr>
          </a:p>
        </p:txBody>
      </p:sp>
      <p:sp>
        <p:nvSpPr>
          <p:cNvPr id="97" name="PlaceHolder 2"/>
          <p:cNvSpPr>
            <a:spLocks noGrp="1"/>
          </p:cNvSpPr>
          <p:nvPr>
            <p:ph type="body"/>
          </p:nvPr>
        </p:nvSpPr>
        <p:spPr>
          <a:xfrm>
            <a:off x="888840" y="4701960"/>
            <a:ext cx="4886640" cy="4446360"/>
          </a:xfrm>
          <a:prstGeom prst="rect">
            <a:avLst/>
          </a:prstGeom>
          <a:noFill/>
          <a:ln w="0">
            <a:noFill/>
          </a:ln>
        </p:spPr>
        <p:txBody>
          <a:bodyPr lIns="90000" rIns="90000" tIns="46800" bIns="46800" anchor="t">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200" strike="noStrike" u="none">
                <a:solidFill>
                  <a:srgbClr val="000000"/>
                </a:solidFill>
                <a:effectLst/>
                <a:uFillTx/>
                <a:latin typeface="Times New Roman"/>
              </a:rPr>
              <a:t>Click to edit the notes format</a:t>
            </a:r>
            <a:endParaRPr b="0" lang="en-US" sz="1200" strike="noStrike" u="none">
              <a:solidFill>
                <a:srgbClr val="000000"/>
              </a:solidFill>
              <a:effectLst/>
              <a:uFillTx/>
              <a:latin typeface="Times New Roman"/>
            </a:endParaRPr>
          </a:p>
        </p:txBody>
      </p:sp>
      <p:sp>
        <p:nvSpPr>
          <p:cNvPr id="98" name=""/>
          <p:cNvSpPr/>
          <p:nvPr/>
        </p:nvSpPr>
        <p:spPr>
          <a:xfrm>
            <a:off x="0" y="9401040"/>
            <a:ext cx="2889360" cy="495360"/>
          </a:xfrm>
          <a:prstGeom prst="rect">
            <a:avLst/>
          </a:prstGeom>
          <a:no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99" name="PlaceHolder 3"/>
          <p:cNvSpPr>
            <a:spLocks noGrp="1"/>
          </p:cNvSpPr>
          <p:nvPr>
            <p:ph type="sldNum" idx="3"/>
          </p:nvPr>
        </p:nvSpPr>
        <p:spPr>
          <a:xfrm>
            <a:off x="3780000" y="9400680"/>
            <a:ext cx="2884320" cy="490680"/>
          </a:xfrm>
          <a:prstGeom prst="rect">
            <a:avLst/>
          </a:prstGeom>
          <a:noFill/>
          <a:ln w="0">
            <a:noFill/>
          </a:ln>
        </p:spPr>
        <p:txBody>
          <a:bodyPr lIns="90000" rIns="90000" tIns="46800" bIns="46800" anchor="b">
            <a:noAutofit/>
          </a:bodyPr>
          <a:lstStyle>
            <a:lvl1pPr indent="0" algn="r">
              <a:lnSpc>
                <a:spcPct val="100000"/>
              </a:lnSpc>
              <a:spcBef>
                <a:spcPts val="37"/>
              </a:spcBef>
              <a:spcAft>
                <a:spcPts val="37"/>
              </a:spcAft>
              <a:buNone/>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defRPr b="0" lang="en-US" sz="1200" strike="noStrike" u="none">
                <a:solidFill>
                  <a:srgbClr val="000000"/>
                </a:solidFill>
                <a:effectLst/>
                <a:uFillTx/>
                <a:latin typeface=".VnArial"/>
                <a:ea typeface="DejaVu Sans"/>
              </a:defRPr>
            </a:lvl1pPr>
          </a:lstStyle>
          <a:p>
            <a:pPr indent="0" algn="r">
              <a:lnSpc>
                <a:spcPct val="100000"/>
              </a:lnSpc>
              <a:spcBef>
                <a:spcPts val="37"/>
              </a:spcBef>
              <a:spcAft>
                <a:spcPts val="37"/>
              </a:spcAft>
              <a:buNone/>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9CDF19B2-590D-4C83-9310-246C85E8BA0E}" type="slidenum">
              <a:rPr b="0" lang="en-US" sz="1200" strike="noStrike" u="none">
                <a:solidFill>
                  <a:srgbClr val="000000"/>
                </a:solidFill>
                <a:effectLst/>
                <a:uFillTx/>
                <a:latin typeface=".VnArial"/>
                <a:ea typeface="DejaVu Sans"/>
              </a:rPr>
              <a:t>&lt;number&gt;</a:t>
            </a:fld>
            <a:endParaRPr b="0" lang="en-US" sz="12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
          <p:cNvSpPr/>
          <p:nvPr/>
        </p:nvSpPr>
        <p:spPr>
          <a:xfrm>
            <a:off x="3780000" y="9401040"/>
            <a:ext cx="2889000" cy="49536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spcBef>
                <a:spcPts val="37"/>
              </a:spcBef>
              <a:spcAft>
                <a:spcPts val="37"/>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659EEB80-2022-4A58-8164-2363BC341824}" type="slidenum">
              <a:rPr b="0" lang="en-US" sz="1200" strike="noStrike" u="none">
                <a:solidFill>
                  <a:srgbClr val="ffffff"/>
                </a:solidFill>
                <a:effectLst/>
                <a:uFillTx/>
                <a:latin typeface=".VnArial"/>
              </a:rPr>
              <a:t>&lt;number&gt;</a:t>
            </a:fld>
            <a:endParaRPr b="0" lang="en-US" sz="1200" strike="noStrike" u="none">
              <a:solidFill>
                <a:srgbClr val="ffffff"/>
              </a:solidFill>
              <a:effectLst/>
              <a:uFillTx/>
              <a:latin typeface="VNI-Times"/>
            </a:endParaRPr>
          </a:p>
        </p:txBody>
      </p:sp>
      <p:sp>
        <p:nvSpPr>
          <p:cNvPr id="190" name="PlaceHolder 1"/>
          <p:cNvSpPr>
            <a:spLocks noGrp="1"/>
          </p:cNvSpPr>
          <p:nvPr>
            <p:ph type="sldImg"/>
          </p:nvPr>
        </p:nvSpPr>
        <p:spPr>
          <a:xfrm>
            <a:off x="657360" y="743040"/>
            <a:ext cx="5359320" cy="3709800"/>
          </a:xfrm>
          <a:prstGeom prst="rect">
            <a:avLst/>
          </a:prstGeom>
          <a:ln w="0">
            <a:noFill/>
          </a:ln>
        </p:spPr>
      </p:sp>
      <p:sp>
        <p:nvSpPr>
          <p:cNvPr id="191" name="PlaceHolder 2"/>
          <p:cNvSpPr>
            <a:spLocks noGrp="1"/>
          </p:cNvSpPr>
          <p:nvPr>
            <p:ph type="body"/>
          </p:nvPr>
        </p:nvSpPr>
        <p:spPr>
          <a:xfrm>
            <a:off x="888480" y="4702320"/>
            <a:ext cx="4891320" cy="4451040"/>
          </a:xfrm>
          <a:prstGeom prst="rect">
            <a:avLst/>
          </a:prstGeom>
          <a:noFill/>
          <a:ln w="0">
            <a:noFill/>
          </a:ln>
        </p:spPr>
        <p:txBody>
          <a:bodyPr lIns="0" rIns="0" tIns="0" bIns="0" anchor="ctr">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sldImg"/>
          </p:nvPr>
        </p:nvSpPr>
        <p:spPr>
          <a:xfrm>
            <a:off x="657360" y="743040"/>
            <a:ext cx="5359320" cy="3709800"/>
          </a:xfrm>
          <a:prstGeom prst="rect">
            <a:avLst/>
          </a:prstGeom>
          <a:ln w="0">
            <a:noFill/>
          </a:ln>
        </p:spPr>
      </p:sp>
      <p:sp>
        <p:nvSpPr>
          <p:cNvPr id="193" name="PlaceHolder 2"/>
          <p:cNvSpPr>
            <a:spLocks noGrp="1"/>
          </p:cNvSpPr>
          <p:nvPr>
            <p:ph type="body"/>
          </p:nvPr>
        </p:nvSpPr>
        <p:spPr>
          <a:xfrm>
            <a:off x="888480" y="4702320"/>
            <a:ext cx="4891320" cy="4451040"/>
          </a:xfrm>
          <a:prstGeom prst="rect">
            <a:avLst/>
          </a:prstGeom>
          <a:noFill/>
          <a:ln w="0">
            <a:noFill/>
          </a:ln>
        </p:spPr>
        <p:txBody>
          <a:bodyPr lIns="0" rIns="0" tIns="0" bIns="0" anchor="ctr">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Times New Roman"/>
            </a:endParaRPr>
          </a:p>
        </p:txBody>
      </p:sp>
      <p:sp>
        <p:nvSpPr>
          <p:cNvPr id="194" name=""/>
          <p:cNvSpPr/>
          <p:nvPr/>
        </p:nvSpPr>
        <p:spPr>
          <a:xfrm>
            <a:off x="3780000" y="9401040"/>
            <a:ext cx="2889000" cy="49536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spcBef>
                <a:spcPts val="37"/>
              </a:spcBef>
              <a:spcAft>
                <a:spcPts val="37"/>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2EC69C2F-D080-4B43-A8FB-9BFEBFA292A5}" type="slidenum">
              <a:rPr b="0" lang="en-US" sz="1200" strike="noStrike" u="none">
                <a:solidFill>
                  <a:srgbClr val="ffffff"/>
                </a:solidFill>
                <a:effectLst/>
                <a:uFillTx/>
                <a:latin typeface="Arial"/>
                <a:ea typeface="Arial"/>
              </a:rPr>
              <a:t>&lt;number&gt;</a:t>
            </a:fld>
            <a:endParaRPr b="0" lang="en-US" sz="1200" strike="noStrike" u="none">
              <a:solidFill>
                <a:srgbClr val="ffffff"/>
              </a:solidFill>
              <a:effectLst/>
              <a:uFillTx/>
              <a:latin typeface="VNI-Times"/>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type="sldImg"/>
          </p:nvPr>
        </p:nvSpPr>
        <p:spPr>
          <a:xfrm>
            <a:off x="657360" y="743040"/>
            <a:ext cx="5359320" cy="3709800"/>
          </a:xfrm>
          <a:prstGeom prst="rect">
            <a:avLst/>
          </a:prstGeom>
          <a:ln w="0">
            <a:noFill/>
          </a:ln>
        </p:spPr>
      </p:sp>
      <p:sp>
        <p:nvSpPr>
          <p:cNvPr id="196" name="PlaceHolder 2"/>
          <p:cNvSpPr>
            <a:spLocks noGrp="1"/>
          </p:cNvSpPr>
          <p:nvPr>
            <p:ph type="body"/>
          </p:nvPr>
        </p:nvSpPr>
        <p:spPr>
          <a:xfrm>
            <a:off x="888480" y="4702320"/>
            <a:ext cx="4891320" cy="4451040"/>
          </a:xfrm>
          <a:prstGeom prst="rect">
            <a:avLst/>
          </a:prstGeom>
          <a:noFill/>
          <a:ln w="0">
            <a:noFill/>
          </a:ln>
        </p:spPr>
        <p:txBody>
          <a:bodyPr lIns="0" rIns="0" tIns="0" bIns="0" anchor="ctr">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Times New Roman"/>
            </a:endParaRPr>
          </a:p>
        </p:txBody>
      </p:sp>
      <p:sp>
        <p:nvSpPr>
          <p:cNvPr id="197" name=""/>
          <p:cNvSpPr/>
          <p:nvPr/>
        </p:nvSpPr>
        <p:spPr>
          <a:xfrm>
            <a:off x="3780000" y="9401040"/>
            <a:ext cx="2889000" cy="49536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spcBef>
                <a:spcPts val="37"/>
              </a:spcBef>
              <a:spcAft>
                <a:spcPts val="37"/>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0EDCBC2C-ACA1-47B0-BDE3-447CFFB2A1AC}" type="slidenum">
              <a:rPr b="0" lang="en-US" sz="1200" strike="noStrike" u="none">
                <a:solidFill>
                  <a:srgbClr val="ffffff"/>
                </a:solidFill>
                <a:effectLst/>
                <a:uFillTx/>
                <a:latin typeface="Arial"/>
                <a:ea typeface="Arial"/>
              </a:rPr>
              <a:t>&lt;number&gt;</a:t>
            </a:fld>
            <a:endParaRPr b="0" lang="en-US" sz="1200" strike="noStrike" u="none">
              <a:solidFill>
                <a:srgbClr val="ffffff"/>
              </a:solidFill>
              <a:effectLst/>
              <a:uFillTx/>
              <a:latin typeface="VNI-Times"/>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PlaceHolder 1"/>
          <p:cNvSpPr>
            <a:spLocks noGrp="1"/>
          </p:cNvSpPr>
          <p:nvPr>
            <p:ph type="sldImg"/>
          </p:nvPr>
        </p:nvSpPr>
        <p:spPr>
          <a:xfrm>
            <a:off x="657360" y="743040"/>
            <a:ext cx="5359320" cy="3709800"/>
          </a:xfrm>
          <a:prstGeom prst="rect">
            <a:avLst/>
          </a:prstGeom>
          <a:ln w="0">
            <a:noFill/>
          </a:ln>
        </p:spPr>
      </p:sp>
      <p:sp>
        <p:nvSpPr>
          <p:cNvPr id="199" name="PlaceHolder 2"/>
          <p:cNvSpPr>
            <a:spLocks noGrp="1"/>
          </p:cNvSpPr>
          <p:nvPr>
            <p:ph type="body"/>
          </p:nvPr>
        </p:nvSpPr>
        <p:spPr>
          <a:xfrm>
            <a:off x="888480" y="4702320"/>
            <a:ext cx="4891320" cy="4451040"/>
          </a:xfrm>
          <a:prstGeom prst="rect">
            <a:avLst/>
          </a:prstGeom>
          <a:noFill/>
          <a:ln w="0">
            <a:noFill/>
          </a:ln>
        </p:spPr>
        <p:txBody>
          <a:bodyPr lIns="0" rIns="0" tIns="0" bIns="0" anchor="ctr">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Times New Roman"/>
            </a:endParaRPr>
          </a:p>
        </p:txBody>
      </p:sp>
      <p:sp>
        <p:nvSpPr>
          <p:cNvPr id="200" name=""/>
          <p:cNvSpPr/>
          <p:nvPr/>
        </p:nvSpPr>
        <p:spPr>
          <a:xfrm>
            <a:off x="3780000" y="9401040"/>
            <a:ext cx="2889000" cy="49536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spcBef>
                <a:spcPts val="37"/>
              </a:spcBef>
              <a:spcAft>
                <a:spcPts val="37"/>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2F0EEFEC-52D7-4E5C-AAF4-3E2A2F9BCC13}" type="slidenum">
              <a:rPr b="0" lang="en-US" sz="1200" strike="noStrike" u="none">
                <a:solidFill>
                  <a:srgbClr val="ffffff"/>
                </a:solidFill>
                <a:effectLst/>
                <a:uFillTx/>
                <a:latin typeface=".VnArial"/>
              </a:rPr>
              <a:t>&lt;number&gt;</a:t>
            </a:fld>
            <a:endParaRPr b="0" lang="en-US" sz="1200" strike="noStrike" u="none">
              <a:solidFill>
                <a:srgbClr val="ffffff"/>
              </a:solidFill>
              <a:effectLst/>
              <a:uFillTx/>
              <a:latin typeface="VNI-Times"/>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 name="PlaceHolder 1"/>
          <p:cNvSpPr>
            <a:spLocks noGrp="1"/>
          </p:cNvSpPr>
          <p:nvPr>
            <p:ph type="sldImg"/>
          </p:nvPr>
        </p:nvSpPr>
        <p:spPr>
          <a:xfrm>
            <a:off x="657360" y="743040"/>
            <a:ext cx="5359320" cy="3709800"/>
          </a:xfrm>
          <a:prstGeom prst="rect">
            <a:avLst/>
          </a:prstGeom>
          <a:ln w="0">
            <a:noFill/>
          </a:ln>
        </p:spPr>
      </p:sp>
      <p:sp>
        <p:nvSpPr>
          <p:cNvPr id="202" name="PlaceHolder 2"/>
          <p:cNvSpPr>
            <a:spLocks noGrp="1"/>
          </p:cNvSpPr>
          <p:nvPr>
            <p:ph type="body"/>
          </p:nvPr>
        </p:nvSpPr>
        <p:spPr>
          <a:xfrm>
            <a:off x="888480" y="4702320"/>
            <a:ext cx="4891320" cy="4451040"/>
          </a:xfrm>
          <a:prstGeom prst="rect">
            <a:avLst/>
          </a:prstGeom>
          <a:noFill/>
          <a:ln w="0">
            <a:noFill/>
          </a:ln>
        </p:spPr>
        <p:txBody>
          <a:bodyPr lIns="0" rIns="0" tIns="0" bIns="0" anchor="ctr">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Times New Roman"/>
            </a:endParaRPr>
          </a:p>
        </p:txBody>
      </p:sp>
      <p:sp>
        <p:nvSpPr>
          <p:cNvPr id="203" name=""/>
          <p:cNvSpPr/>
          <p:nvPr/>
        </p:nvSpPr>
        <p:spPr>
          <a:xfrm>
            <a:off x="3780000" y="9401040"/>
            <a:ext cx="2889000" cy="49536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spcBef>
                <a:spcPts val="37"/>
              </a:spcBef>
              <a:spcAft>
                <a:spcPts val="37"/>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403A7D19-2A3B-4577-A52F-73DC431818F7}" type="slidenum">
              <a:rPr b="0" lang="en-US" sz="1200" strike="noStrike" u="none">
                <a:solidFill>
                  <a:srgbClr val="ffffff"/>
                </a:solidFill>
                <a:effectLst/>
                <a:uFillTx/>
                <a:latin typeface=".VnArial"/>
              </a:rPr>
              <a:t>&lt;number&gt;</a:t>
            </a:fld>
            <a:endParaRPr b="0" lang="en-US" sz="1200" strike="noStrike" u="none">
              <a:solidFill>
                <a:srgbClr val="ffffff"/>
              </a:solidFill>
              <a:effectLst/>
              <a:uFillTx/>
              <a:latin typeface="VNI-Times"/>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PlaceHolder 1"/>
          <p:cNvSpPr>
            <a:spLocks noGrp="1"/>
          </p:cNvSpPr>
          <p:nvPr>
            <p:ph type="sldImg"/>
          </p:nvPr>
        </p:nvSpPr>
        <p:spPr>
          <a:xfrm>
            <a:off x="657360" y="743040"/>
            <a:ext cx="5359320" cy="3709800"/>
          </a:xfrm>
          <a:prstGeom prst="rect">
            <a:avLst/>
          </a:prstGeom>
          <a:ln w="0">
            <a:noFill/>
          </a:ln>
        </p:spPr>
      </p:sp>
      <p:sp>
        <p:nvSpPr>
          <p:cNvPr id="205" name="PlaceHolder 2"/>
          <p:cNvSpPr>
            <a:spLocks noGrp="1"/>
          </p:cNvSpPr>
          <p:nvPr>
            <p:ph type="body"/>
          </p:nvPr>
        </p:nvSpPr>
        <p:spPr>
          <a:xfrm>
            <a:off x="888480" y="4702320"/>
            <a:ext cx="4891320" cy="4451040"/>
          </a:xfrm>
          <a:prstGeom prst="rect">
            <a:avLst/>
          </a:prstGeom>
          <a:noFill/>
          <a:ln w="0">
            <a:noFill/>
          </a:ln>
        </p:spPr>
        <p:txBody>
          <a:bodyPr lIns="0" rIns="0" tIns="0" bIns="0" anchor="ctr">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Times New Roman"/>
            </a:endParaRPr>
          </a:p>
        </p:txBody>
      </p:sp>
      <p:sp>
        <p:nvSpPr>
          <p:cNvPr id="206" name=""/>
          <p:cNvSpPr/>
          <p:nvPr/>
        </p:nvSpPr>
        <p:spPr>
          <a:xfrm>
            <a:off x="3780000" y="9401040"/>
            <a:ext cx="2889000" cy="49536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spcBef>
                <a:spcPts val="37"/>
              </a:spcBef>
              <a:spcAft>
                <a:spcPts val="37"/>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E9C46D89-3103-4DD5-8646-BA13BFD710A4}" type="slidenum">
              <a:rPr b="0" lang="en-US" sz="1200" strike="noStrike" u="none">
                <a:solidFill>
                  <a:srgbClr val="ffffff"/>
                </a:solidFill>
                <a:effectLst/>
                <a:uFillTx/>
                <a:latin typeface=".VnArial"/>
              </a:rPr>
              <a:t>&lt;number&gt;</a:t>
            </a:fld>
            <a:endParaRPr b="0" lang="en-US" sz="1200" strike="noStrike" u="none">
              <a:solidFill>
                <a:srgbClr val="ffffff"/>
              </a:solidFill>
              <a:effectLst/>
              <a:uFillTx/>
              <a:latin typeface="VNI-Times"/>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PlaceHolder 1"/>
          <p:cNvSpPr>
            <a:spLocks noGrp="1"/>
          </p:cNvSpPr>
          <p:nvPr>
            <p:ph type="sldImg"/>
          </p:nvPr>
        </p:nvSpPr>
        <p:spPr>
          <a:xfrm>
            <a:off x="657360" y="743040"/>
            <a:ext cx="5359320" cy="3709800"/>
          </a:xfrm>
          <a:prstGeom prst="rect">
            <a:avLst/>
          </a:prstGeom>
          <a:ln w="0">
            <a:noFill/>
          </a:ln>
        </p:spPr>
      </p:sp>
      <p:sp>
        <p:nvSpPr>
          <p:cNvPr id="208" name="PlaceHolder 2"/>
          <p:cNvSpPr>
            <a:spLocks noGrp="1"/>
          </p:cNvSpPr>
          <p:nvPr>
            <p:ph type="body"/>
          </p:nvPr>
        </p:nvSpPr>
        <p:spPr>
          <a:xfrm>
            <a:off x="888480" y="4702320"/>
            <a:ext cx="4891320" cy="4451040"/>
          </a:xfrm>
          <a:prstGeom prst="rect">
            <a:avLst/>
          </a:prstGeom>
          <a:noFill/>
          <a:ln w="0">
            <a:noFill/>
          </a:ln>
        </p:spPr>
        <p:txBody>
          <a:bodyPr lIns="0" rIns="0" tIns="0" bIns="0" anchor="ctr">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Times New Roman"/>
            </a:endParaRPr>
          </a:p>
        </p:txBody>
      </p:sp>
      <p:sp>
        <p:nvSpPr>
          <p:cNvPr id="209" name=""/>
          <p:cNvSpPr/>
          <p:nvPr/>
        </p:nvSpPr>
        <p:spPr>
          <a:xfrm>
            <a:off x="3780000" y="9401040"/>
            <a:ext cx="2889000" cy="49536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spcBef>
                <a:spcPts val="37"/>
              </a:spcBef>
              <a:spcAft>
                <a:spcPts val="37"/>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1803F13B-7B8D-46E9-923B-453A1821CC39}" type="slidenum">
              <a:rPr b="0" lang="en-US" sz="1200" strike="noStrike" u="none">
                <a:solidFill>
                  <a:srgbClr val="ffffff"/>
                </a:solidFill>
                <a:effectLst/>
                <a:uFillTx/>
                <a:latin typeface=".VnArial"/>
              </a:rPr>
              <a:t>&lt;number&gt;</a:t>
            </a:fld>
            <a:endParaRPr b="0" lang="en-US" sz="1200" strike="noStrike" u="none">
              <a:solidFill>
                <a:srgbClr val="ffffff"/>
              </a:solidFill>
              <a:effectLst/>
              <a:uFillTx/>
              <a:latin typeface="VNI-Times"/>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sldImg"/>
          </p:nvPr>
        </p:nvSpPr>
        <p:spPr>
          <a:xfrm>
            <a:off x="657360" y="743040"/>
            <a:ext cx="5359320" cy="3709800"/>
          </a:xfrm>
          <a:prstGeom prst="rect">
            <a:avLst/>
          </a:prstGeom>
          <a:ln w="0">
            <a:noFill/>
          </a:ln>
        </p:spPr>
      </p:sp>
      <p:sp>
        <p:nvSpPr>
          <p:cNvPr id="211" name="PlaceHolder 2"/>
          <p:cNvSpPr>
            <a:spLocks noGrp="1"/>
          </p:cNvSpPr>
          <p:nvPr>
            <p:ph type="body"/>
          </p:nvPr>
        </p:nvSpPr>
        <p:spPr>
          <a:xfrm>
            <a:off x="888480" y="4702320"/>
            <a:ext cx="4891320" cy="4451040"/>
          </a:xfrm>
          <a:prstGeom prst="rect">
            <a:avLst/>
          </a:prstGeom>
          <a:noFill/>
          <a:ln w="0">
            <a:noFill/>
          </a:ln>
        </p:spPr>
        <p:txBody>
          <a:bodyPr lIns="0" rIns="0" tIns="0" bIns="0" anchor="ctr">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Times New Roman"/>
            </a:endParaRPr>
          </a:p>
        </p:txBody>
      </p:sp>
      <p:sp>
        <p:nvSpPr>
          <p:cNvPr id="212" name=""/>
          <p:cNvSpPr/>
          <p:nvPr/>
        </p:nvSpPr>
        <p:spPr>
          <a:xfrm>
            <a:off x="3780000" y="9401040"/>
            <a:ext cx="2889000" cy="49536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spcBef>
                <a:spcPts val="37"/>
              </a:spcBef>
              <a:spcAft>
                <a:spcPts val="37"/>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7A4BEB1D-ABFD-4B4D-B111-E50837CAFB02}" type="slidenum">
              <a:rPr b="0" lang="en-US" sz="1200" strike="noStrike" u="none">
                <a:solidFill>
                  <a:srgbClr val="ffffff"/>
                </a:solidFill>
                <a:effectLst/>
                <a:uFillTx/>
                <a:latin typeface=".VnArial"/>
              </a:rPr>
              <a:t>&lt;number&gt;</a:t>
            </a:fld>
            <a:endParaRPr b="0" lang="en-US" sz="1200" strike="noStrike" u="none">
              <a:solidFill>
                <a:srgbClr val="ffffff"/>
              </a:solidFill>
              <a:effectLst/>
              <a:uFillTx/>
              <a:latin typeface="VNI-Times"/>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PlaceHolder 1"/>
          <p:cNvSpPr>
            <a:spLocks noGrp="1"/>
          </p:cNvSpPr>
          <p:nvPr>
            <p:ph type="sldImg"/>
          </p:nvPr>
        </p:nvSpPr>
        <p:spPr>
          <a:xfrm>
            <a:off x="657360" y="743040"/>
            <a:ext cx="5359320" cy="3709800"/>
          </a:xfrm>
          <a:prstGeom prst="rect">
            <a:avLst/>
          </a:prstGeom>
          <a:ln w="0">
            <a:noFill/>
          </a:ln>
        </p:spPr>
      </p:sp>
      <p:sp>
        <p:nvSpPr>
          <p:cNvPr id="214" name="PlaceHolder 2"/>
          <p:cNvSpPr>
            <a:spLocks noGrp="1"/>
          </p:cNvSpPr>
          <p:nvPr>
            <p:ph type="body"/>
          </p:nvPr>
        </p:nvSpPr>
        <p:spPr>
          <a:xfrm>
            <a:off x="888480" y="4702320"/>
            <a:ext cx="4891320" cy="4451040"/>
          </a:xfrm>
          <a:prstGeom prst="rect">
            <a:avLst/>
          </a:prstGeom>
          <a:noFill/>
          <a:ln w="0">
            <a:noFill/>
          </a:ln>
        </p:spPr>
        <p:txBody>
          <a:bodyPr lIns="0" rIns="0" tIns="0" bIns="0" anchor="ctr">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Times New Roman"/>
            </a:endParaRPr>
          </a:p>
        </p:txBody>
      </p:sp>
      <p:sp>
        <p:nvSpPr>
          <p:cNvPr id="215" name=""/>
          <p:cNvSpPr/>
          <p:nvPr/>
        </p:nvSpPr>
        <p:spPr>
          <a:xfrm>
            <a:off x="3780000" y="9401040"/>
            <a:ext cx="2889000" cy="49536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spcBef>
                <a:spcPts val="37"/>
              </a:spcBef>
              <a:spcAft>
                <a:spcPts val="37"/>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D7014125-86E7-451C-A01D-C1B1E7F41D11}" type="slidenum">
              <a:rPr b="0" lang="en-US" sz="1200" strike="noStrike" u="none">
                <a:solidFill>
                  <a:srgbClr val="ffffff"/>
                </a:solidFill>
                <a:effectLst/>
                <a:uFillTx/>
                <a:latin typeface="Arial"/>
                <a:ea typeface="Arial"/>
              </a:rPr>
              <a:t>&lt;number&gt;</a:t>
            </a:fld>
            <a:endParaRPr b="0" lang="en-US" sz="1200" strike="noStrike" u="none">
              <a:solidFill>
                <a:srgbClr val="ffffff"/>
              </a:solidFill>
              <a:effectLst/>
              <a:uFillTx/>
              <a:latin typeface="VNI-Times"/>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PlaceHolder 1"/>
          <p:cNvSpPr>
            <a:spLocks noGrp="1"/>
          </p:cNvSpPr>
          <p:nvPr>
            <p:ph type="sldImg"/>
          </p:nvPr>
        </p:nvSpPr>
        <p:spPr>
          <a:xfrm>
            <a:off x="657360" y="743040"/>
            <a:ext cx="5359320" cy="3709800"/>
          </a:xfrm>
          <a:prstGeom prst="rect">
            <a:avLst/>
          </a:prstGeom>
          <a:ln w="0">
            <a:noFill/>
          </a:ln>
        </p:spPr>
      </p:sp>
      <p:sp>
        <p:nvSpPr>
          <p:cNvPr id="217" name="PlaceHolder 2"/>
          <p:cNvSpPr>
            <a:spLocks noGrp="1"/>
          </p:cNvSpPr>
          <p:nvPr>
            <p:ph type="body"/>
          </p:nvPr>
        </p:nvSpPr>
        <p:spPr>
          <a:xfrm>
            <a:off x="888480" y="4702320"/>
            <a:ext cx="4891320" cy="4451040"/>
          </a:xfrm>
          <a:prstGeom prst="rect">
            <a:avLst/>
          </a:prstGeom>
          <a:noFill/>
          <a:ln w="0">
            <a:noFill/>
          </a:ln>
        </p:spPr>
        <p:txBody>
          <a:bodyPr lIns="0" rIns="0" tIns="0" bIns="0" anchor="ctr">
            <a:noAutofit/>
          </a:bodyPr>
          <a:p>
            <a:pPr indent="0">
              <a:spcBef>
                <a:spcPts val="451"/>
              </a:spcBef>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200" strike="noStrike" u="none">
              <a:solidFill>
                <a:srgbClr val="000000"/>
              </a:solidFill>
              <a:effectLst/>
              <a:uFillTx/>
              <a:latin typeface="Times New Roman"/>
            </a:endParaRPr>
          </a:p>
        </p:txBody>
      </p:sp>
      <p:sp>
        <p:nvSpPr>
          <p:cNvPr id="218" name=""/>
          <p:cNvSpPr/>
          <p:nvPr/>
        </p:nvSpPr>
        <p:spPr>
          <a:xfrm>
            <a:off x="3780000" y="9401040"/>
            <a:ext cx="2889000" cy="49536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spcBef>
                <a:spcPts val="37"/>
              </a:spcBef>
              <a:spcAft>
                <a:spcPts val="37"/>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B2B75A56-DB0C-4844-9625-322F4F69DA4F}" type="slidenum">
              <a:rPr b="0" lang="en-US" sz="1200" strike="noStrike" u="none">
                <a:solidFill>
                  <a:srgbClr val="ffffff"/>
                </a:solidFill>
                <a:effectLst/>
                <a:uFillTx/>
                <a:latin typeface="Arial"/>
                <a:ea typeface="Arial"/>
              </a:rPr>
              <a:t>&lt;number&gt;</a:t>
            </a:fld>
            <a:endParaRPr b="0" lang="en-US" sz="1200" strike="noStrike" u="none">
              <a:solidFill>
                <a:srgbClr val="ffffff"/>
              </a:solidFill>
              <a:effectLst/>
              <a:uFillTx/>
              <a:latin typeface="VNI-Times"/>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1">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grpSp>
        <p:nvGrpSpPr>
          <p:cNvPr id="0" name=""/>
          <p:cNvGrpSpPr/>
          <p:nvPr/>
        </p:nvGrpSpPr>
        <p:grpSpPr>
          <a:xfrm>
            <a:off x="0" y="0"/>
            <a:ext cx="9901080" cy="6851520"/>
            <a:chOff x="0" y="0"/>
            <a:chExt cx="9901080" cy="6851520"/>
          </a:xfrm>
        </p:grpSpPr>
        <p:sp>
          <p:nvSpPr>
            <p:cNvPr id="1" name=""/>
            <p:cNvSpPr/>
            <p:nvPr/>
          </p:nvSpPr>
          <p:spPr>
            <a:xfrm>
              <a:off x="0" y="19080"/>
              <a:ext cx="9899640" cy="5191200"/>
            </a:xfrm>
            <a:custGeom>
              <a:avLst/>
              <a:gdLst>
                <a:gd name="GluePoint1X" fmla="*/ 3193 w 9899640"/>
                <a:gd name="GluePoint1Y" fmla="*/ 1816 h 5191200"/>
                <a:gd name="GluePoint2X" fmla="*/ 0 w 9899640"/>
                <a:gd name="GluePoint2Y" fmla="*/ 0 h 5191200"/>
                <a:gd name="GluePoint3X" fmla="*/ 0 w 9899640"/>
                <a:gd name="GluePoint3Y" fmla="*/ 522 h 5191200"/>
                <a:gd name="GluePoint4X" fmla="*/ 3037 w 9899640"/>
                <a:gd name="GluePoint4Y" fmla="*/ 1978 h 5191200"/>
                <a:gd name="GluePoint5X" fmla="*/ 5740 w 9899640"/>
                <a:gd name="GluePoint5Y" fmla="*/ 3273 h 5191200"/>
                <a:gd name="GluePoint6X" fmla="*/ 5740 w 9899640"/>
                <a:gd name="GluePoint6Y" fmla="*/ 3267 h 5191200"/>
                <a:gd name="GluePoint7X" fmla="*/ 3193 w 9899640"/>
                <a:gd name="GluePoint7Y" fmla="*/ 1816 h 5191200"/>
                <a:gd name="GluePoint8X" fmla="*/ 3193 w 9899640"/>
                <a:gd name="GluePoint8Y" fmla="*/ 1816 h 51912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l" t="t" r="r" b="b"/>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rgbClr val="000051"/>
                </a:gs>
                <a:gs pos="100000">
                  <a:srgbClr val="000080"/>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2" name=""/>
            <p:cNvSpPr/>
            <p:nvPr/>
          </p:nvSpPr>
          <p:spPr>
            <a:xfrm>
              <a:off x="255600" y="0"/>
              <a:ext cx="9644040" cy="5143680"/>
            </a:xfrm>
            <a:custGeom>
              <a:avLst/>
              <a:gdLst>
                <a:gd name="GluePoint1X" fmla="*/ 3163 w 9644040"/>
                <a:gd name="GluePoint1Y" fmla="*/ 1714 h 5143680"/>
                <a:gd name="GluePoint2X" fmla="*/ 431 w 9644040"/>
                <a:gd name="GluePoint2Y" fmla="*/ 0 h 5143680"/>
                <a:gd name="GluePoint3X" fmla="*/ 0 w 9644040"/>
                <a:gd name="GluePoint3Y" fmla="*/ 0 h 5143680"/>
                <a:gd name="GluePoint4X" fmla="*/ 3086 w 9644040"/>
                <a:gd name="GluePoint4Y" fmla="*/ 1786 h 5143680"/>
                <a:gd name="GluePoint5X" fmla="*/ 5591 w 9644040"/>
                <a:gd name="GluePoint5Y" fmla="*/ 3243 h 5143680"/>
                <a:gd name="GluePoint6X" fmla="*/ 5591 w 9644040"/>
                <a:gd name="GluePoint6Y" fmla="*/ 3237 h 5143680"/>
                <a:gd name="GluePoint7X" fmla="*/ 3163 w 9644040"/>
                <a:gd name="GluePoint7Y" fmla="*/ 1714 h 5143680"/>
                <a:gd name="GluePoint8X" fmla="*/ 3163 w 9644040"/>
                <a:gd name="GluePoint8Y" fmla="*/ 1714 h 51436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l" t="t" r="r" b="b"/>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rgbClr val="00005d"/>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3" name=""/>
            <p:cNvSpPr/>
            <p:nvPr/>
          </p:nvSpPr>
          <p:spPr>
            <a:xfrm>
              <a:off x="0" y="5450040"/>
              <a:ext cx="6940440" cy="298440"/>
            </a:xfrm>
            <a:custGeom>
              <a:avLst/>
              <a:gdLst>
                <a:gd name="GluePoint1X" fmla="*/ 0 w 6940440"/>
                <a:gd name="GluePoint1Y" fmla="*/ 156 h 298440"/>
                <a:gd name="GluePoint2X" fmla="*/ 4042 w 6940440"/>
                <a:gd name="GluePoint2Y" fmla="*/ 192 h 298440"/>
                <a:gd name="GluePoint3X" fmla="*/ 4042 w 6940440"/>
                <a:gd name="GluePoint3Y" fmla="*/ 144 h 298440"/>
                <a:gd name="GluePoint4X" fmla="*/ 0 w 6940440"/>
                <a:gd name="GluePoint4Y" fmla="*/ 0 h 298440"/>
                <a:gd name="GluePoint5X" fmla="*/ 0 w 6940440"/>
                <a:gd name="GluePoint5Y" fmla="*/ 156 h 298440"/>
                <a:gd name="GluePoint6X" fmla="*/ 0 w 6940440"/>
                <a:gd name="GluePoint6Y" fmla="*/ 156 h 2984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4042" h="192">
                  <a:moveTo>
                    <a:pt x="0" y="156"/>
                  </a:moveTo>
                  <a:lnTo>
                    <a:pt x="4042" y="192"/>
                  </a:lnTo>
                  <a:lnTo>
                    <a:pt x="4042" y="144"/>
                  </a:lnTo>
                  <a:lnTo>
                    <a:pt x="0" y="0"/>
                  </a:lnTo>
                  <a:lnTo>
                    <a:pt x="0" y="156"/>
                  </a:lnTo>
                  <a:lnTo>
                    <a:pt x="0" y="156"/>
                  </a:lnTo>
                  <a:close/>
                </a:path>
              </a:pathLst>
            </a:custGeom>
            <a:gradFill rotWithShape="0">
              <a:gsLst>
                <a:gs pos="0">
                  <a:srgbClr val="000061"/>
                </a:gs>
                <a:gs pos="100000">
                  <a:srgbClr val="000080"/>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4" name=""/>
            <p:cNvSpPr/>
            <p:nvPr/>
          </p:nvSpPr>
          <p:spPr>
            <a:xfrm>
              <a:off x="6943680" y="5678640"/>
              <a:ext cx="2952720" cy="98280"/>
            </a:xfrm>
            <a:custGeom>
              <a:avLst/>
              <a:gdLst>
                <a:gd name="GluePoint1X" fmla="*/ 1704 w 2952720"/>
                <a:gd name="GluePoint1Y" fmla="*/ 57 h 98280"/>
                <a:gd name="GluePoint2X" fmla="*/ 1704 w 2952720"/>
                <a:gd name="GluePoint2Y" fmla="*/ 51 h 98280"/>
                <a:gd name="GluePoint3X" fmla="*/ 0 w 2952720"/>
                <a:gd name="GluePoint3Y" fmla="*/ 0 h 98280"/>
                <a:gd name="GluePoint4X" fmla="*/ 0 w 2952720"/>
                <a:gd name="GluePoint4Y" fmla="*/ 39 h 98280"/>
                <a:gd name="GluePoint5X" fmla="*/ 1704 w 2952720"/>
                <a:gd name="GluePoint5Y" fmla="*/ 57 h 98280"/>
                <a:gd name="GluePoint6X" fmla="*/ 1704 w 2952720"/>
                <a:gd name="GluePoint6Y" fmla="*/ 57 h 982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1722" h="66">
                  <a:moveTo>
                    <a:pt x="1722" y="66"/>
                  </a:moveTo>
                  <a:lnTo>
                    <a:pt x="1722" y="60"/>
                  </a:lnTo>
                  <a:lnTo>
                    <a:pt x="0" y="0"/>
                  </a:lnTo>
                  <a:lnTo>
                    <a:pt x="0" y="48"/>
                  </a:lnTo>
                  <a:lnTo>
                    <a:pt x="1722" y="66"/>
                  </a:lnTo>
                  <a:close/>
                </a:path>
              </a:pathLst>
            </a:custGeom>
            <a:gradFill rotWithShape="0">
              <a:gsLst>
                <a:gs pos="0">
                  <a:srgbClr val="000080"/>
                </a:gs>
                <a:gs pos="100000">
                  <a:srgbClr val="000099"/>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5" name=""/>
            <p:cNvSpPr/>
            <p:nvPr/>
          </p:nvSpPr>
          <p:spPr>
            <a:xfrm>
              <a:off x="0" y="5915160"/>
              <a:ext cx="8224920" cy="517320"/>
            </a:xfrm>
            <a:custGeom>
              <a:avLst/>
              <a:gdLst>
                <a:gd name="GluePoint1X" fmla="*/ 0 w 8224920"/>
                <a:gd name="GluePoint1Y" fmla="*/ 329 h 517320"/>
                <a:gd name="GluePoint2X" fmla="*/ 4789 w 8224920"/>
                <a:gd name="GluePoint2Y" fmla="*/ 77 h 517320"/>
                <a:gd name="GluePoint3X" fmla="*/ 4789 w 8224920"/>
                <a:gd name="GluePoint3Y" fmla="*/ 0 h 517320"/>
                <a:gd name="GluePoint4X" fmla="*/ 0 w 8224920"/>
                <a:gd name="GluePoint4Y" fmla="*/ 107 h 517320"/>
                <a:gd name="GluePoint5X" fmla="*/ 0 w 8224920"/>
                <a:gd name="GluePoint5Y" fmla="*/ 329 h 517320"/>
                <a:gd name="GluePoint6X" fmla="*/ 0 w 8224920"/>
                <a:gd name="GluePoint6Y" fmla="*/ 329 h 5173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4789" h="329">
                  <a:moveTo>
                    <a:pt x="0" y="329"/>
                  </a:moveTo>
                  <a:lnTo>
                    <a:pt x="4789" y="77"/>
                  </a:lnTo>
                  <a:lnTo>
                    <a:pt x="4789" y="0"/>
                  </a:lnTo>
                  <a:lnTo>
                    <a:pt x="0" y="107"/>
                  </a:lnTo>
                  <a:lnTo>
                    <a:pt x="0" y="329"/>
                  </a:lnTo>
                  <a:lnTo>
                    <a:pt x="0" y="329"/>
                  </a:lnTo>
                  <a:close/>
                </a:path>
              </a:pathLst>
            </a:custGeom>
            <a:gradFill rotWithShape="0">
              <a:gsLst>
                <a:gs pos="0">
                  <a:srgbClr val="00007d"/>
                </a:gs>
                <a:gs pos="100000">
                  <a:srgbClr val="000099"/>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6" name=""/>
            <p:cNvSpPr/>
            <p:nvPr/>
          </p:nvSpPr>
          <p:spPr>
            <a:xfrm>
              <a:off x="8229600" y="5877000"/>
              <a:ext cx="1670040" cy="155520"/>
            </a:xfrm>
            <a:custGeom>
              <a:avLst/>
              <a:gdLst>
                <a:gd name="GluePoint1X" fmla="*/ 966 w 1670040"/>
                <a:gd name="GluePoint1Y" fmla="*/ 48 h 155520"/>
                <a:gd name="GluePoint2X" fmla="*/ 966 w 1670040"/>
                <a:gd name="GluePoint2Y" fmla="*/ 0 h 155520"/>
                <a:gd name="GluePoint3X" fmla="*/ 0 w 1670040"/>
                <a:gd name="GluePoint3Y" fmla="*/ 24 h 155520"/>
                <a:gd name="GluePoint4X" fmla="*/ 0 w 1670040"/>
                <a:gd name="GluePoint4Y" fmla="*/ 101 h 155520"/>
                <a:gd name="GluePoint5X" fmla="*/ 966 w 1670040"/>
                <a:gd name="GluePoint5Y" fmla="*/ 48 h 155520"/>
                <a:gd name="GluePoint6X" fmla="*/ 966 w 1670040"/>
                <a:gd name="GluePoint6Y" fmla="*/ 48 h 1555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975" h="101">
                  <a:moveTo>
                    <a:pt x="975" y="48"/>
                  </a:moveTo>
                  <a:lnTo>
                    <a:pt x="975" y="0"/>
                  </a:lnTo>
                  <a:lnTo>
                    <a:pt x="0" y="24"/>
                  </a:lnTo>
                  <a:lnTo>
                    <a:pt x="0" y="101"/>
                  </a:lnTo>
                  <a:lnTo>
                    <a:pt x="975" y="48"/>
                  </a:lnTo>
                  <a:close/>
                </a:path>
              </a:pathLst>
            </a:custGeom>
            <a:solidFill>
              <a:srgbClr val="000099"/>
            </a:soli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7" name=""/>
            <p:cNvSpPr/>
            <p:nvPr/>
          </p:nvSpPr>
          <p:spPr>
            <a:xfrm>
              <a:off x="6226200" y="6056280"/>
              <a:ext cx="3673440" cy="309600"/>
            </a:xfrm>
            <a:custGeom>
              <a:avLst/>
              <a:gdLst>
                <a:gd name="GluePoint1X" fmla="*/ 2123 w 3673440"/>
                <a:gd name="GluePoint1Y" fmla="*/ 0 h 309600"/>
                <a:gd name="GluePoint2X" fmla="*/ 0 w 3673440"/>
                <a:gd name="GluePoint2Y" fmla="*/ 156 h 309600"/>
                <a:gd name="GluePoint3X" fmla="*/ 0 w 3673440"/>
                <a:gd name="GluePoint3Y" fmla="*/ 198 h 309600"/>
                <a:gd name="GluePoint4X" fmla="*/ 2123 w 3673440"/>
                <a:gd name="GluePoint4Y" fmla="*/ 0 h 309600"/>
                <a:gd name="GluePoint5X" fmla="*/ 2123 w 3673440"/>
                <a:gd name="GluePoint5Y" fmla="*/ 0 h 309600"/>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2141" h="198">
                  <a:moveTo>
                    <a:pt x="2141" y="0"/>
                  </a:moveTo>
                  <a:lnTo>
                    <a:pt x="0" y="156"/>
                  </a:lnTo>
                  <a:lnTo>
                    <a:pt x="0" y="198"/>
                  </a:lnTo>
                  <a:lnTo>
                    <a:pt x="2141" y="0"/>
                  </a:lnTo>
                  <a:close/>
                </a:path>
              </a:pathLst>
            </a:custGeom>
            <a:solidFill>
              <a:srgbClr val="000099"/>
            </a:soli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8" name=""/>
            <p:cNvSpPr/>
            <p:nvPr/>
          </p:nvSpPr>
          <p:spPr>
            <a:xfrm>
              <a:off x="0" y="6303960"/>
              <a:ext cx="6219720" cy="547560"/>
            </a:xfrm>
            <a:custGeom>
              <a:avLst/>
              <a:gdLst>
                <a:gd name="GluePoint1X" fmla="*/ 0 w 6219720"/>
                <a:gd name="GluePoint1Y" fmla="*/ 348 h 547560"/>
                <a:gd name="GluePoint2X" fmla="*/ 311 w 6219720"/>
                <a:gd name="GluePoint2Y" fmla="*/ 348 h 547560"/>
                <a:gd name="GluePoint3X" fmla="*/ 3623 w 6219720"/>
                <a:gd name="GluePoint3Y" fmla="*/ 42 h 547560"/>
                <a:gd name="GluePoint4X" fmla="*/ 3623 w 6219720"/>
                <a:gd name="GluePoint4Y" fmla="*/ 0 h 547560"/>
                <a:gd name="GluePoint5X" fmla="*/ 0 w 6219720"/>
                <a:gd name="GluePoint5Y" fmla="*/ 264 h 547560"/>
                <a:gd name="GluePoint6X" fmla="*/ 0 w 6219720"/>
                <a:gd name="GluePoint6Y" fmla="*/ 348 h 547560"/>
                <a:gd name="GluePoint7X" fmla="*/ 0 w 6219720"/>
                <a:gd name="GluePoint7Y" fmla="*/ 348 h 54756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3623" h="348">
                  <a:moveTo>
                    <a:pt x="0" y="348"/>
                  </a:moveTo>
                  <a:lnTo>
                    <a:pt x="311" y="348"/>
                  </a:lnTo>
                  <a:lnTo>
                    <a:pt x="3623" y="42"/>
                  </a:lnTo>
                  <a:lnTo>
                    <a:pt x="3623" y="0"/>
                  </a:lnTo>
                  <a:lnTo>
                    <a:pt x="0" y="264"/>
                  </a:lnTo>
                  <a:lnTo>
                    <a:pt x="0" y="348"/>
                  </a:lnTo>
                  <a:lnTo>
                    <a:pt x="0" y="348"/>
                  </a:lnTo>
                  <a:close/>
                </a:path>
              </a:pathLst>
            </a:custGeom>
            <a:gradFill rotWithShape="0">
              <a:gsLst>
                <a:gs pos="0">
                  <a:srgbClr val="00006f"/>
                </a:gs>
                <a:gs pos="100000">
                  <a:srgbClr val="000099"/>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9" name=""/>
            <p:cNvSpPr/>
            <p:nvPr/>
          </p:nvSpPr>
          <p:spPr>
            <a:xfrm>
              <a:off x="3606840" y="6418440"/>
              <a:ext cx="4317840" cy="433080"/>
            </a:xfrm>
            <a:custGeom>
              <a:avLst/>
              <a:gdLst>
                <a:gd name="GluePoint1X" fmla="*/ 2155 w 4317840"/>
                <a:gd name="GluePoint1Y" fmla="*/ 276 h 433080"/>
                <a:gd name="GluePoint2X" fmla="*/ 2490 w 4317840"/>
                <a:gd name="GluePoint2Y" fmla="*/ 204 h 433080"/>
                <a:gd name="GluePoint3X" fmla="*/ 2233 w 4317840"/>
                <a:gd name="GluePoint3Y" fmla="*/ 0 h 433080"/>
                <a:gd name="GluePoint4X" fmla="*/ 0 w 4317840"/>
                <a:gd name="GluePoint4Y" fmla="*/ 276 h 433080"/>
                <a:gd name="GluePoint5X" fmla="*/ 2155 w 4317840"/>
                <a:gd name="GluePoint5Y" fmla="*/ 276 h 433080"/>
                <a:gd name="GluePoint6X" fmla="*/ 2155 w 4317840"/>
                <a:gd name="GluePoint6Y" fmla="*/ 276 h 4330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2517" h="276">
                  <a:moveTo>
                    <a:pt x="2182" y="276"/>
                  </a:moveTo>
                  <a:lnTo>
                    <a:pt x="2517" y="204"/>
                  </a:lnTo>
                  <a:lnTo>
                    <a:pt x="2260" y="0"/>
                  </a:lnTo>
                  <a:lnTo>
                    <a:pt x="0" y="276"/>
                  </a:lnTo>
                  <a:lnTo>
                    <a:pt x="2182" y="276"/>
                  </a:lnTo>
                  <a:close/>
                </a:path>
              </a:pathLst>
            </a:custGeom>
            <a:solidFill>
              <a:srgbClr val="000099"/>
            </a:soli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10" name=""/>
            <p:cNvSpPr/>
            <p:nvPr/>
          </p:nvSpPr>
          <p:spPr>
            <a:xfrm>
              <a:off x="7489800" y="6141960"/>
              <a:ext cx="2409840" cy="595440"/>
            </a:xfrm>
            <a:custGeom>
              <a:avLst/>
              <a:gdLst>
                <a:gd name="GluePoint1X" fmla="*/ 1405 w 2409840"/>
                <a:gd name="GluePoint1Y" fmla="*/ 126 h 595440"/>
                <a:gd name="GluePoint2X" fmla="*/ 1405 w 2409840"/>
                <a:gd name="GluePoint2Y" fmla="*/ 0 h 595440"/>
                <a:gd name="GluePoint3X" fmla="*/ 0 w 2409840"/>
                <a:gd name="GluePoint3Y" fmla="*/ 174 h 595440"/>
                <a:gd name="GluePoint4X" fmla="*/ 257 w 2409840"/>
                <a:gd name="GluePoint4Y" fmla="*/ 378 h 595440"/>
                <a:gd name="GluePoint5X" fmla="*/ 1405 w 2409840"/>
                <a:gd name="GluePoint5Y" fmla="*/ 126 h 595440"/>
                <a:gd name="GluePoint6X" fmla="*/ 1405 w 2409840"/>
                <a:gd name="GluePoint6Y" fmla="*/ 126 h 5954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1405" h="378">
                  <a:moveTo>
                    <a:pt x="1405" y="126"/>
                  </a:moveTo>
                  <a:lnTo>
                    <a:pt x="1405" y="0"/>
                  </a:lnTo>
                  <a:lnTo>
                    <a:pt x="0" y="174"/>
                  </a:lnTo>
                  <a:lnTo>
                    <a:pt x="257" y="378"/>
                  </a:lnTo>
                  <a:lnTo>
                    <a:pt x="1405" y="126"/>
                  </a:lnTo>
                  <a:lnTo>
                    <a:pt x="1405" y="126"/>
                  </a:lnTo>
                  <a:close/>
                </a:path>
              </a:pathLst>
            </a:custGeom>
            <a:gradFill rotWithShape="0">
              <a:gsLst>
                <a:gs pos="0">
                  <a:srgbClr val="000099"/>
                </a:gs>
                <a:gs pos="100000">
                  <a:srgbClr val="08089c"/>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11" name=""/>
            <p:cNvSpPr/>
            <p:nvPr/>
          </p:nvSpPr>
          <p:spPr>
            <a:xfrm>
              <a:off x="8651880" y="5002200"/>
              <a:ext cx="1246320" cy="376200"/>
            </a:xfrm>
            <a:custGeom>
              <a:avLst/>
              <a:gdLst>
                <a:gd name="GluePoint1X" fmla="*/ 720 w 1246320"/>
                <a:gd name="GluePoint1Y" fmla="*/ 240 h 376200"/>
                <a:gd name="GluePoint2X" fmla="*/ 0 w 1246320"/>
                <a:gd name="GluePoint2Y" fmla="*/ 0 h 376200"/>
                <a:gd name="GluePoint3X" fmla="*/ 0 w 1246320"/>
                <a:gd name="GluePoint3Y" fmla="*/ 6 h 376200"/>
                <a:gd name="GluePoint4X" fmla="*/ 720 w 1246320"/>
                <a:gd name="GluePoint4Y" fmla="*/ 240 h 376200"/>
                <a:gd name="GluePoint5X" fmla="*/ 720 w 1246320"/>
                <a:gd name="GluePoint5Y" fmla="*/ 240 h 376200"/>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729" h="240">
                  <a:moveTo>
                    <a:pt x="729" y="240"/>
                  </a:moveTo>
                  <a:lnTo>
                    <a:pt x="0" y="0"/>
                  </a:lnTo>
                  <a:lnTo>
                    <a:pt x="0" y="6"/>
                  </a:lnTo>
                  <a:lnTo>
                    <a:pt x="729" y="240"/>
                  </a:lnTo>
                  <a:close/>
                </a:path>
              </a:pathLst>
            </a:custGeom>
            <a:solidFill>
              <a:srgbClr val="000099"/>
            </a:soli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12" name=""/>
            <p:cNvSpPr/>
            <p:nvPr/>
          </p:nvSpPr>
          <p:spPr>
            <a:xfrm>
              <a:off x="0" y="2359080"/>
              <a:ext cx="8647200" cy="2647800"/>
            </a:xfrm>
            <a:custGeom>
              <a:avLst/>
              <a:gdLst>
                <a:gd name="GluePoint1X" fmla="*/ 0 w 8647200"/>
                <a:gd name="GluePoint1Y" fmla="*/ 72 h 2647800"/>
                <a:gd name="GluePoint2X" fmla="*/ 5035 w 8647200"/>
                <a:gd name="GluePoint2Y" fmla="*/ 1672 h 2647800"/>
                <a:gd name="GluePoint3X" fmla="*/ 5035 w 8647200"/>
                <a:gd name="GluePoint3Y" fmla="*/ 1666 h 2647800"/>
                <a:gd name="GluePoint4X" fmla="*/ 0 w 8647200"/>
                <a:gd name="GluePoint4Y" fmla="*/ 0 h 2647800"/>
                <a:gd name="GluePoint5X" fmla="*/ 0 w 8647200"/>
                <a:gd name="GluePoint5Y" fmla="*/ 72 h 2647800"/>
                <a:gd name="GluePoint6X" fmla="*/ 0 w 8647200"/>
                <a:gd name="GluePoint6Y" fmla="*/ 72 h 26478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5035" h="1672">
                  <a:moveTo>
                    <a:pt x="0" y="72"/>
                  </a:moveTo>
                  <a:lnTo>
                    <a:pt x="5035" y="1672"/>
                  </a:lnTo>
                  <a:lnTo>
                    <a:pt x="5035" y="1666"/>
                  </a:lnTo>
                  <a:lnTo>
                    <a:pt x="0" y="0"/>
                  </a:lnTo>
                  <a:lnTo>
                    <a:pt x="0" y="72"/>
                  </a:lnTo>
                  <a:lnTo>
                    <a:pt x="0" y="72"/>
                  </a:lnTo>
                  <a:close/>
                </a:path>
              </a:pathLst>
            </a:custGeom>
            <a:gradFill rotWithShape="0">
              <a:gsLst>
                <a:gs pos="0">
                  <a:srgbClr val="000053"/>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13" name=""/>
            <p:cNvSpPr/>
            <p:nvPr/>
          </p:nvSpPr>
          <p:spPr>
            <a:xfrm>
              <a:off x="8651880" y="4840200"/>
              <a:ext cx="1246320" cy="500040"/>
            </a:xfrm>
            <a:custGeom>
              <a:avLst/>
              <a:gdLst>
                <a:gd name="GluePoint1X" fmla="*/ 720 w 1246320"/>
                <a:gd name="GluePoint1Y" fmla="*/ 318 h 500040"/>
                <a:gd name="GluePoint2X" fmla="*/ 720 w 1246320"/>
                <a:gd name="GluePoint2Y" fmla="*/ 312 h 500040"/>
                <a:gd name="GluePoint3X" fmla="*/ 0 w 1246320"/>
                <a:gd name="GluePoint3Y" fmla="*/ 0 h 500040"/>
                <a:gd name="GluePoint4X" fmla="*/ 0 w 1246320"/>
                <a:gd name="GluePoint4Y" fmla="*/ 54 h 500040"/>
                <a:gd name="GluePoint5X" fmla="*/ 720 w 1246320"/>
                <a:gd name="GluePoint5Y" fmla="*/ 318 h 500040"/>
                <a:gd name="GluePoint6X" fmla="*/ 720 w 1246320"/>
                <a:gd name="GluePoint6Y" fmla="*/ 318 h 5000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729" h="318">
                  <a:moveTo>
                    <a:pt x="729" y="318"/>
                  </a:moveTo>
                  <a:lnTo>
                    <a:pt x="729" y="312"/>
                  </a:lnTo>
                  <a:lnTo>
                    <a:pt x="0" y="0"/>
                  </a:lnTo>
                  <a:lnTo>
                    <a:pt x="0" y="54"/>
                  </a:lnTo>
                  <a:lnTo>
                    <a:pt x="729" y="318"/>
                  </a:lnTo>
                  <a:close/>
                </a:path>
              </a:pathLst>
            </a:custGeom>
            <a:gradFill rotWithShape="0">
              <a:gsLst>
                <a:gs pos="0">
                  <a:srgbClr val="000080"/>
                </a:gs>
                <a:gs pos="100000">
                  <a:srgbClr val="000099"/>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14" name=""/>
            <p:cNvSpPr/>
            <p:nvPr/>
          </p:nvSpPr>
          <p:spPr>
            <a:xfrm>
              <a:off x="0" y="1454040"/>
              <a:ext cx="8647200" cy="3467160"/>
            </a:xfrm>
            <a:custGeom>
              <a:avLst/>
              <a:gdLst>
                <a:gd name="GluePoint1X" fmla="*/ 0 w 8647200"/>
                <a:gd name="GluePoint1Y" fmla="*/ 396 h 3467160"/>
                <a:gd name="GluePoint2X" fmla="*/ 5035 w 8647200"/>
                <a:gd name="GluePoint2Y" fmla="*/ 2188 h 3467160"/>
                <a:gd name="GluePoint3X" fmla="*/ 5035 w 8647200"/>
                <a:gd name="GluePoint3Y" fmla="*/ 2134 h 3467160"/>
                <a:gd name="GluePoint4X" fmla="*/ 0 w 8647200"/>
                <a:gd name="GluePoint4Y" fmla="*/ 0 h 3467160"/>
                <a:gd name="GluePoint5X" fmla="*/ 0 w 8647200"/>
                <a:gd name="GluePoint5Y" fmla="*/ 396 h 3467160"/>
                <a:gd name="GluePoint6X" fmla="*/ 0 w 8647200"/>
                <a:gd name="GluePoint6Y" fmla="*/ 396 h 346716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5035" h="2188">
                  <a:moveTo>
                    <a:pt x="0" y="396"/>
                  </a:moveTo>
                  <a:lnTo>
                    <a:pt x="5035" y="2188"/>
                  </a:lnTo>
                  <a:lnTo>
                    <a:pt x="5035" y="2134"/>
                  </a:lnTo>
                  <a:lnTo>
                    <a:pt x="0" y="0"/>
                  </a:lnTo>
                  <a:lnTo>
                    <a:pt x="0" y="396"/>
                  </a:lnTo>
                  <a:lnTo>
                    <a:pt x="0" y="396"/>
                  </a:lnTo>
                  <a:close/>
                </a:path>
              </a:pathLst>
            </a:custGeom>
            <a:gradFill rotWithShape="0">
              <a:gsLst>
                <a:gs pos="0">
                  <a:srgbClr val="000055"/>
                </a:gs>
                <a:gs pos="100000">
                  <a:srgbClr val="000080"/>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15" name=""/>
            <p:cNvSpPr/>
            <p:nvPr/>
          </p:nvSpPr>
          <p:spPr>
            <a:xfrm>
              <a:off x="3944880" y="0"/>
              <a:ext cx="5429160" cy="4321080"/>
            </a:xfrm>
            <a:custGeom>
              <a:avLst/>
              <a:gdLst>
                <a:gd name="GluePoint1X" fmla="*/ 0 w 5429160"/>
                <a:gd name="GluePoint1Y" fmla="*/ 0 h 4321080"/>
                <a:gd name="GluePoint2X" fmla="*/ 3145 w 5429160"/>
                <a:gd name="GluePoint2Y" fmla="*/ 2727 h 4321080"/>
                <a:gd name="GluePoint3X" fmla="*/ 3163 w 5429160"/>
                <a:gd name="GluePoint3Y" fmla="*/ 2704 h 4321080"/>
                <a:gd name="GluePoint4X" fmla="*/ 102 w 5429160"/>
                <a:gd name="GluePoint4Y" fmla="*/ 0 h 4321080"/>
                <a:gd name="GluePoint5X" fmla="*/ 0 w 5429160"/>
                <a:gd name="GluePoint5Y" fmla="*/ 0 h 4321080"/>
                <a:gd name="GluePoint6X" fmla="*/ 0 w 5429160"/>
                <a:gd name="GluePoint6Y" fmla="*/ 0 h 43210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3163" h="2727">
                  <a:moveTo>
                    <a:pt x="0" y="0"/>
                  </a:moveTo>
                  <a:lnTo>
                    <a:pt x="3145" y="2727"/>
                  </a:lnTo>
                  <a:lnTo>
                    <a:pt x="3163" y="2704"/>
                  </a:lnTo>
                  <a:lnTo>
                    <a:pt x="102" y="0"/>
                  </a:lnTo>
                  <a:lnTo>
                    <a:pt x="0" y="0"/>
                  </a:lnTo>
                  <a:lnTo>
                    <a:pt x="0" y="0"/>
                  </a:lnTo>
                  <a:close/>
                </a:path>
              </a:pathLst>
            </a:custGeom>
            <a:gradFill rotWithShape="0">
              <a:gsLst>
                <a:gs pos="0">
                  <a:srgbClr val="00006b"/>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16" name=""/>
            <p:cNvSpPr/>
            <p:nvPr/>
          </p:nvSpPr>
          <p:spPr>
            <a:xfrm>
              <a:off x="9348840" y="4289400"/>
              <a:ext cx="550800" cy="469800"/>
            </a:xfrm>
            <a:custGeom>
              <a:avLst/>
              <a:gdLst>
                <a:gd name="GluePoint1X" fmla="*/ 323 w 550800"/>
                <a:gd name="GluePoint1Y" fmla="*/ 299 h 469800"/>
                <a:gd name="GluePoint2X" fmla="*/ 323 w 550800"/>
                <a:gd name="GluePoint2Y" fmla="*/ 263 h 469800"/>
                <a:gd name="GluePoint3X" fmla="*/ 18 w 550800"/>
                <a:gd name="GluePoint3Y" fmla="*/ 0 h 469800"/>
                <a:gd name="GluePoint4X" fmla="*/ 0 w 550800"/>
                <a:gd name="GluePoint4Y" fmla="*/ 23 h 469800"/>
                <a:gd name="GluePoint5X" fmla="*/ 323 w 550800"/>
                <a:gd name="GluePoint5Y" fmla="*/ 299 h 469800"/>
                <a:gd name="GluePoint6X" fmla="*/ 323 w 550800"/>
                <a:gd name="GluePoint6Y" fmla="*/ 299 h 4698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323" h="299">
                  <a:moveTo>
                    <a:pt x="323" y="299"/>
                  </a:moveTo>
                  <a:lnTo>
                    <a:pt x="323" y="263"/>
                  </a:lnTo>
                  <a:lnTo>
                    <a:pt x="18" y="0"/>
                  </a:lnTo>
                  <a:lnTo>
                    <a:pt x="0" y="23"/>
                  </a:lnTo>
                  <a:lnTo>
                    <a:pt x="323" y="299"/>
                  </a:lnTo>
                  <a:lnTo>
                    <a:pt x="323" y="299"/>
                  </a:lnTo>
                  <a:close/>
                </a:path>
              </a:pathLst>
            </a:custGeom>
            <a:gradFill rotWithShape="0">
              <a:gsLst>
                <a:gs pos="0">
                  <a:srgbClr val="000099"/>
                </a:gs>
                <a:gs pos="100000">
                  <a:srgbClr val="0f0f9f"/>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17" name=""/>
            <p:cNvSpPr/>
            <p:nvPr/>
          </p:nvSpPr>
          <p:spPr>
            <a:xfrm>
              <a:off x="9420120" y="4108320"/>
              <a:ext cx="479520" cy="527040"/>
            </a:xfrm>
            <a:custGeom>
              <a:avLst/>
              <a:gdLst>
                <a:gd name="GluePoint1X" fmla="*/ 290 w 479520"/>
                <a:gd name="GluePoint1Y" fmla="*/ 335 h 527040"/>
                <a:gd name="GluePoint2X" fmla="*/ 290 w 479520"/>
                <a:gd name="GluePoint2Y" fmla="*/ 173 h 527040"/>
                <a:gd name="GluePoint3X" fmla="*/ 96 w 479520"/>
                <a:gd name="GluePoint3Y" fmla="*/ 0 h 527040"/>
                <a:gd name="GluePoint4X" fmla="*/ 0 w 479520"/>
                <a:gd name="GluePoint4Y" fmla="*/ 90 h 527040"/>
                <a:gd name="GluePoint5X" fmla="*/ 290 w 479520"/>
                <a:gd name="GluePoint5Y" fmla="*/ 335 h 527040"/>
                <a:gd name="GluePoint6X" fmla="*/ 290 w 479520"/>
                <a:gd name="GluePoint6Y" fmla="*/ 335 h 5270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281" h="335">
                  <a:moveTo>
                    <a:pt x="281" y="335"/>
                  </a:moveTo>
                  <a:lnTo>
                    <a:pt x="281" y="173"/>
                  </a:lnTo>
                  <a:lnTo>
                    <a:pt x="96" y="0"/>
                  </a:lnTo>
                  <a:lnTo>
                    <a:pt x="0" y="90"/>
                  </a:lnTo>
                  <a:lnTo>
                    <a:pt x="281" y="335"/>
                  </a:lnTo>
                  <a:close/>
                </a:path>
              </a:pathLst>
            </a:custGeom>
            <a:solidFill>
              <a:srgbClr val="000099"/>
            </a:soli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18" name=""/>
            <p:cNvSpPr/>
            <p:nvPr/>
          </p:nvSpPr>
          <p:spPr>
            <a:xfrm>
              <a:off x="4219560" y="0"/>
              <a:ext cx="5351400" cy="4246560"/>
            </a:xfrm>
            <a:custGeom>
              <a:avLst/>
              <a:gdLst>
                <a:gd name="GluePoint1X" fmla="*/ 0 w 5351400"/>
                <a:gd name="GluePoint1Y" fmla="*/ 0 h 4246560"/>
                <a:gd name="GluePoint2X" fmla="*/ 3026 w 5351400"/>
                <a:gd name="GluePoint2Y" fmla="*/ 2680 h 4246560"/>
                <a:gd name="GluePoint3X" fmla="*/ 3122 w 5351400"/>
                <a:gd name="GluePoint3Y" fmla="*/ 2590 h 4246560"/>
                <a:gd name="GluePoint4X" fmla="*/ 383 w 5351400"/>
                <a:gd name="GluePoint4Y" fmla="*/ 0 h 4246560"/>
                <a:gd name="GluePoint5X" fmla="*/ 0 w 5351400"/>
                <a:gd name="GluePoint5Y" fmla="*/ 0 h 4246560"/>
                <a:gd name="GluePoint6X" fmla="*/ 0 w 5351400"/>
                <a:gd name="GluePoint6Y" fmla="*/ 0 h 424656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3122" h="2680">
                  <a:moveTo>
                    <a:pt x="0" y="0"/>
                  </a:moveTo>
                  <a:lnTo>
                    <a:pt x="3026" y="2680"/>
                  </a:lnTo>
                  <a:lnTo>
                    <a:pt x="3122" y="2590"/>
                  </a:lnTo>
                  <a:lnTo>
                    <a:pt x="383" y="0"/>
                  </a:lnTo>
                  <a:lnTo>
                    <a:pt x="0" y="0"/>
                  </a:lnTo>
                  <a:lnTo>
                    <a:pt x="0" y="0"/>
                  </a:lnTo>
                  <a:close/>
                </a:path>
              </a:pathLst>
            </a:custGeom>
            <a:gradFill rotWithShape="0">
              <a:gsLst>
                <a:gs pos="0">
                  <a:srgbClr val="000047"/>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19" name=""/>
            <p:cNvSpPr/>
            <p:nvPr/>
          </p:nvSpPr>
          <p:spPr>
            <a:xfrm>
              <a:off x="9677520" y="4022640"/>
              <a:ext cx="222120" cy="204840"/>
            </a:xfrm>
            <a:custGeom>
              <a:avLst/>
              <a:gdLst>
                <a:gd name="GluePoint1X" fmla="*/ 132 w 222120"/>
                <a:gd name="GluePoint1Y" fmla="*/ 132 h 204840"/>
                <a:gd name="GluePoint2X" fmla="*/ 0 w 222120"/>
                <a:gd name="GluePoint2Y" fmla="*/ 0 h 204840"/>
                <a:gd name="GluePoint3X" fmla="*/ 0 w 222120"/>
                <a:gd name="GluePoint3Y" fmla="*/ 0 h 204840"/>
                <a:gd name="GluePoint4X" fmla="*/ 132 w 222120"/>
                <a:gd name="GluePoint4Y" fmla="*/ 132 h 204840"/>
                <a:gd name="GluePoint5X" fmla="*/ 132 w 222120"/>
                <a:gd name="GluePoint5Y" fmla="*/ 132 h 204840"/>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132" h="132">
                  <a:moveTo>
                    <a:pt x="132" y="132"/>
                  </a:moveTo>
                  <a:lnTo>
                    <a:pt x="0" y="0"/>
                  </a:lnTo>
                  <a:lnTo>
                    <a:pt x="132" y="132"/>
                  </a:lnTo>
                  <a:close/>
                </a:path>
              </a:pathLst>
            </a:custGeom>
            <a:solidFill>
              <a:srgbClr val="ff9999"/>
            </a:soli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20" name=""/>
            <p:cNvSpPr/>
            <p:nvPr/>
          </p:nvSpPr>
          <p:spPr>
            <a:xfrm>
              <a:off x="5351400" y="0"/>
              <a:ext cx="4318200" cy="4017960"/>
            </a:xfrm>
            <a:custGeom>
              <a:avLst/>
              <a:gdLst>
                <a:gd name="GluePoint1X" fmla="*/ 0 w 4318200"/>
                <a:gd name="GluePoint1Y" fmla="*/ 0 h 4017960"/>
                <a:gd name="GluePoint2X" fmla="*/ 2517 w 4318200"/>
                <a:gd name="GluePoint2Y" fmla="*/ 2536 h 4017960"/>
                <a:gd name="GluePoint3X" fmla="*/ 2517 w 4318200"/>
                <a:gd name="GluePoint3Y" fmla="*/ 2536 h 4017960"/>
                <a:gd name="GluePoint4X" fmla="*/ 66 w 4318200"/>
                <a:gd name="GluePoint4Y" fmla="*/ 0 h 4017960"/>
                <a:gd name="GluePoint5X" fmla="*/ 0 w 4318200"/>
                <a:gd name="GluePoint5Y" fmla="*/ 0 h 4017960"/>
                <a:gd name="GluePoint6X" fmla="*/ 0 w 4318200"/>
                <a:gd name="GluePoint6Y" fmla="*/ 0 h 401796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2517" h="2536">
                  <a:moveTo>
                    <a:pt x="0" y="0"/>
                  </a:moveTo>
                  <a:lnTo>
                    <a:pt x="2517" y="2536"/>
                  </a:lnTo>
                  <a:lnTo>
                    <a:pt x="2517" y="2536"/>
                  </a:lnTo>
                  <a:lnTo>
                    <a:pt x="66" y="0"/>
                  </a:lnTo>
                  <a:lnTo>
                    <a:pt x="0" y="0"/>
                  </a:lnTo>
                  <a:lnTo>
                    <a:pt x="0" y="0"/>
                  </a:lnTo>
                  <a:close/>
                </a:path>
              </a:pathLst>
            </a:custGeom>
            <a:gradFill rotWithShape="0">
              <a:gsLst>
                <a:gs pos="0">
                  <a:srgbClr val="00004f"/>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21" name=""/>
            <p:cNvSpPr/>
            <p:nvPr/>
          </p:nvSpPr>
          <p:spPr>
            <a:xfrm>
              <a:off x="5997600" y="0"/>
              <a:ext cx="3774960" cy="3932280"/>
            </a:xfrm>
            <a:custGeom>
              <a:avLst/>
              <a:gdLst>
                <a:gd name="GluePoint1X" fmla="*/ 0 w 3774960"/>
                <a:gd name="GluePoint1Y" fmla="*/ 0 h 3932280"/>
                <a:gd name="GluePoint2X" fmla="*/ 2188 w 3774960"/>
                <a:gd name="GluePoint2Y" fmla="*/ 2482 h 3932280"/>
                <a:gd name="GluePoint3X" fmla="*/ 2200 w 3774960"/>
                <a:gd name="GluePoint3Y" fmla="*/ 2476 h 3932280"/>
                <a:gd name="GluePoint4X" fmla="*/ 317 w 3774960"/>
                <a:gd name="GluePoint4Y" fmla="*/ 0 h 3932280"/>
                <a:gd name="GluePoint5X" fmla="*/ 0 w 3774960"/>
                <a:gd name="GluePoint5Y" fmla="*/ 0 h 3932280"/>
                <a:gd name="GluePoint6X" fmla="*/ 0 w 3774960"/>
                <a:gd name="GluePoint6Y" fmla="*/ 0 h 39322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2200" h="2482">
                  <a:moveTo>
                    <a:pt x="0" y="0"/>
                  </a:moveTo>
                  <a:lnTo>
                    <a:pt x="2188" y="2482"/>
                  </a:lnTo>
                  <a:lnTo>
                    <a:pt x="2200" y="2476"/>
                  </a:lnTo>
                  <a:lnTo>
                    <a:pt x="317" y="0"/>
                  </a:lnTo>
                  <a:lnTo>
                    <a:pt x="0" y="0"/>
                  </a:lnTo>
                  <a:lnTo>
                    <a:pt x="0" y="0"/>
                  </a:lnTo>
                  <a:close/>
                </a:path>
              </a:pathLst>
            </a:custGeom>
            <a:gradFill rotWithShape="0">
              <a:gsLst>
                <a:gs pos="0">
                  <a:srgbClr val="000065"/>
                </a:gs>
                <a:gs pos="100000">
                  <a:srgbClr val="000080"/>
                </a:gs>
              </a:gsLst>
              <a:lin ang="54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22" name=""/>
            <p:cNvSpPr/>
            <p:nvPr/>
          </p:nvSpPr>
          <p:spPr>
            <a:xfrm>
              <a:off x="9759960" y="3927600"/>
              <a:ext cx="139680" cy="147600"/>
            </a:xfrm>
            <a:custGeom>
              <a:avLst/>
              <a:gdLst>
                <a:gd name="GluePoint1X" fmla="*/ 84 w 139680"/>
                <a:gd name="GluePoint1Y" fmla="*/ 96 h 147600"/>
                <a:gd name="GluePoint2X" fmla="*/ 84 w 139680"/>
                <a:gd name="GluePoint2Y" fmla="*/ 90 h 147600"/>
                <a:gd name="GluePoint3X" fmla="*/ 12 w 139680"/>
                <a:gd name="GluePoint3Y" fmla="*/ 0 h 147600"/>
                <a:gd name="GluePoint4X" fmla="*/ 0 w 139680"/>
                <a:gd name="GluePoint4Y" fmla="*/ 6 h 147600"/>
                <a:gd name="GluePoint5X" fmla="*/ 84 w 139680"/>
                <a:gd name="GluePoint5Y" fmla="*/ 96 h 147600"/>
                <a:gd name="GluePoint6X" fmla="*/ 84 w 139680"/>
                <a:gd name="GluePoint6Y" fmla="*/ 96 h 1476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84" h="96">
                  <a:moveTo>
                    <a:pt x="84" y="96"/>
                  </a:moveTo>
                  <a:lnTo>
                    <a:pt x="84" y="90"/>
                  </a:lnTo>
                  <a:lnTo>
                    <a:pt x="12" y="0"/>
                  </a:lnTo>
                  <a:lnTo>
                    <a:pt x="0" y="6"/>
                  </a:lnTo>
                  <a:lnTo>
                    <a:pt x="84" y="96"/>
                  </a:lnTo>
                  <a:lnTo>
                    <a:pt x="84" y="96"/>
                  </a:lnTo>
                  <a:close/>
                </a:path>
              </a:pathLst>
            </a:custGeom>
            <a:gradFill rotWithShape="0">
              <a:gsLst>
                <a:gs pos="0">
                  <a:srgbClr val="000099"/>
                </a:gs>
                <a:gs pos="100000">
                  <a:srgbClr val="1717a2"/>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23" name=""/>
            <p:cNvSpPr/>
            <p:nvPr/>
          </p:nvSpPr>
          <p:spPr>
            <a:xfrm>
              <a:off x="9637560" y="1349280"/>
              <a:ext cx="262080" cy="814320"/>
            </a:xfrm>
            <a:custGeom>
              <a:avLst/>
              <a:gdLst>
                <a:gd name="GluePoint1X" fmla="*/ 155 w 262080"/>
                <a:gd name="GluePoint1Y" fmla="*/ 516 h 814320"/>
                <a:gd name="GluePoint2X" fmla="*/ 155 w 262080"/>
                <a:gd name="GluePoint2Y" fmla="*/ 204 h 814320"/>
                <a:gd name="GluePoint3X" fmla="*/ 77 w 262080"/>
                <a:gd name="GluePoint3Y" fmla="*/ 0 h 814320"/>
                <a:gd name="GluePoint4X" fmla="*/ 0 w 262080"/>
                <a:gd name="GluePoint4Y" fmla="*/ 192 h 814320"/>
                <a:gd name="GluePoint5X" fmla="*/ 155 w 262080"/>
                <a:gd name="GluePoint5Y" fmla="*/ 516 h 814320"/>
                <a:gd name="GluePoint6X" fmla="*/ 155 w 262080"/>
                <a:gd name="GluePoint6Y" fmla="*/ 516 h 8143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155" h="516">
                  <a:moveTo>
                    <a:pt x="155" y="516"/>
                  </a:moveTo>
                  <a:lnTo>
                    <a:pt x="155" y="204"/>
                  </a:lnTo>
                  <a:lnTo>
                    <a:pt x="77" y="0"/>
                  </a:lnTo>
                  <a:lnTo>
                    <a:pt x="0" y="192"/>
                  </a:lnTo>
                  <a:lnTo>
                    <a:pt x="155" y="516"/>
                  </a:lnTo>
                  <a:close/>
                </a:path>
              </a:pathLst>
            </a:custGeom>
            <a:solidFill>
              <a:srgbClr val="000080"/>
            </a:soli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24" name=""/>
            <p:cNvSpPr/>
            <p:nvPr/>
          </p:nvSpPr>
          <p:spPr>
            <a:xfrm>
              <a:off x="8783640" y="0"/>
              <a:ext cx="974880" cy="1649520"/>
            </a:xfrm>
            <a:custGeom>
              <a:avLst/>
              <a:gdLst>
                <a:gd name="GluePoint1X" fmla="*/ 0 w 974880"/>
                <a:gd name="GluePoint1Y" fmla="*/ 0 h 1649520"/>
                <a:gd name="GluePoint2X" fmla="*/ 497 w 974880"/>
                <a:gd name="GluePoint2Y" fmla="*/ 1043 h 1649520"/>
                <a:gd name="GluePoint3X" fmla="*/ 574 w 974880"/>
                <a:gd name="GluePoint3Y" fmla="*/ 851 h 1649520"/>
                <a:gd name="GluePoint4X" fmla="*/ 251 w 974880"/>
                <a:gd name="GluePoint4Y" fmla="*/ 0 h 1649520"/>
                <a:gd name="GluePoint5X" fmla="*/ 0 w 974880"/>
                <a:gd name="GluePoint5Y" fmla="*/ 0 h 1649520"/>
                <a:gd name="GluePoint6X" fmla="*/ 0 w 974880"/>
                <a:gd name="GluePoint6Y" fmla="*/ 0 h 16495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574" h="1043">
                  <a:moveTo>
                    <a:pt x="0" y="0"/>
                  </a:moveTo>
                  <a:lnTo>
                    <a:pt x="497" y="1043"/>
                  </a:lnTo>
                  <a:lnTo>
                    <a:pt x="574" y="851"/>
                  </a:lnTo>
                  <a:lnTo>
                    <a:pt x="251" y="0"/>
                  </a:lnTo>
                  <a:lnTo>
                    <a:pt x="0" y="0"/>
                  </a:lnTo>
                  <a:lnTo>
                    <a:pt x="0" y="0"/>
                  </a:lnTo>
                  <a:close/>
                </a:path>
              </a:pathLst>
            </a:custGeom>
            <a:gradFill rotWithShape="0">
              <a:gsLst>
                <a:gs pos="0">
                  <a:srgbClr val="000055"/>
                </a:gs>
                <a:gs pos="100000">
                  <a:srgbClr val="000080"/>
                </a:gs>
              </a:gsLst>
              <a:lin ang="54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25" name=""/>
            <p:cNvSpPr/>
            <p:nvPr/>
          </p:nvSpPr>
          <p:spPr>
            <a:xfrm>
              <a:off x="9307440" y="0"/>
              <a:ext cx="581040" cy="1258920"/>
            </a:xfrm>
            <a:custGeom>
              <a:avLst/>
              <a:gdLst>
                <a:gd name="GluePoint1X" fmla="*/ 144 w 581040"/>
                <a:gd name="GluePoint1Y" fmla="*/ 0 h 1258920"/>
                <a:gd name="GluePoint2X" fmla="*/ 0 w 581040"/>
                <a:gd name="GluePoint2Y" fmla="*/ 0 h 1258920"/>
                <a:gd name="GluePoint3X" fmla="*/ 287 w 581040"/>
                <a:gd name="GluePoint3Y" fmla="*/ 797 h 1258920"/>
                <a:gd name="GluePoint4X" fmla="*/ 341 w 581040"/>
                <a:gd name="GluePoint4Y" fmla="*/ 653 h 1258920"/>
                <a:gd name="GluePoint5X" fmla="*/ 144 w 581040"/>
                <a:gd name="GluePoint5Y" fmla="*/ 0 h 1258920"/>
                <a:gd name="GluePoint6X" fmla="*/ 144 w 581040"/>
                <a:gd name="GluePoint6Y" fmla="*/ 0 h 12589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341" h="797">
                  <a:moveTo>
                    <a:pt x="144" y="0"/>
                  </a:moveTo>
                  <a:lnTo>
                    <a:pt x="0" y="0"/>
                  </a:lnTo>
                  <a:lnTo>
                    <a:pt x="287" y="797"/>
                  </a:lnTo>
                  <a:lnTo>
                    <a:pt x="341" y="653"/>
                  </a:lnTo>
                  <a:lnTo>
                    <a:pt x="144" y="0"/>
                  </a:lnTo>
                  <a:lnTo>
                    <a:pt x="144" y="0"/>
                  </a:lnTo>
                  <a:close/>
                </a:path>
              </a:pathLst>
            </a:custGeom>
            <a:gradFill rotWithShape="0">
              <a:gsLst>
                <a:gs pos="0">
                  <a:srgbClr val="000059"/>
                </a:gs>
                <a:gs pos="100000">
                  <a:srgbClr val="000080"/>
                </a:gs>
              </a:gsLst>
              <a:lin ang="54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26" name=""/>
            <p:cNvSpPr/>
            <p:nvPr/>
          </p:nvSpPr>
          <p:spPr>
            <a:xfrm>
              <a:off x="9801360" y="1036800"/>
              <a:ext cx="98280" cy="488880"/>
            </a:xfrm>
            <a:custGeom>
              <a:avLst/>
              <a:gdLst>
                <a:gd name="GluePoint1X" fmla="*/ 0 w 98280"/>
                <a:gd name="GluePoint1Y" fmla="*/ 144 h 488880"/>
                <a:gd name="GluePoint2X" fmla="*/ 60 w 98280"/>
                <a:gd name="GluePoint2Y" fmla="*/ 303 h 488880"/>
                <a:gd name="GluePoint3X" fmla="*/ 60 w 98280"/>
                <a:gd name="GluePoint3Y" fmla="*/ 6 h 488880"/>
                <a:gd name="GluePoint4X" fmla="*/ 54 w 98280"/>
                <a:gd name="GluePoint4Y" fmla="*/ 0 h 488880"/>
                <a:gd name="GluePoint5X" fmla="*/ 0 w 98280"/>
                <a:gd name="GluePoint5Y" fmla="*/ 144 h 488880"/>
                <a:gd name="GluePoint6X" fmla="*/ 0 w 98280"/>
                <a:gd name="GluePoint6Y" fmla="*/ 144 h 4888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60" h="312">
                  <a:moveTo>
                    <a:pt x="0" y="144"/>
                  </a:moveTo>
                  <a:lnTo>
                    <a:pt x="60" y="312"/>
                  </a:lnTo>
                  <a:lnTo>
                    <a:pt x="60" y="6"/>
                  </a:lnTo>
                  <a:lnTo>
                    <a:pt x="54" y="0"/>
                  </a:lnTo>
                  <a:lnTo>
                    <a:pt x="0" y="144"/>
                  </a:lnTo>
                  <a:close/>
                </a:path>
              </a:pathLst>
            </a:custGeom>
            <a:solidFill>
              <a:srgbClr val="000080"/>
            </a:soli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27" name=""/>
            <p:cNvSpPr/>
            <p:nvPr/>
          </p:nvSpPr>
          <p:spPr>
            <a:xfrm>
              <a:off x="3240" y="2541600"/>
              <a:ext cx="9891720" cy="2954160"/>
            </a:xfrm>
            <a:custGeom>
              <a:avLst/>
              <a:gdLst>
                <a:gd name="GluePoint1X" fmla="*/ 0 w 9891720"/>
                <a:gd name="GluePoint1Y" fmla="*/ 371 h 2954160"/>
                <a:gd name="GluePoint2X" fmla="*/ 5740 w 9891720"/>
                <a:gd name="GluePoint2Y" fmla="*/ 1864 h 2954160"/>
                <a:gd name="GluePoint3X" fmla="*/ 5740 w 9891720"/>
                <a:gd name="GluePoint3Y" fmla="*/ 1834 h 2954160"/>
                <a:gd name="GluePoint4X" fmla="*/ 0 w 9891720"/>
                <a:gd name="GluePoint4Y" fmla="*/ 0 h 2954160"/>
                <a:gd name="GluePoint5X" fmla="*/ 0 w 9891720"/>
                <a:gd name="GluePoint5Y" fmla="*/ 371 h 2954160"/>
                <a:gd name="GluePoint6X" fmla="*/ 0 w 9891720"/>
                <a:gd name="GluePoint6Y" fmla="*/ 371 h 295416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5740" h="1864">
                  <a:moveTo>
                    <a:pt x="0" y="371"/>
                  </a:moveTo>
                  <a:lnTo>
                    <a:pt x="5740" y="1864"/>
                  </a:lnTo>
                  <a:lnTo>
                    <a:pt x="5740" y="1834"/>
                  </a:lnTo>
                  <a:lnTo>
                    <a:pt x="0" y="0"/>
                  </a:lnTo>
                  <a:lnTo>
                    <a:pt x="0" y="371"/>
                  </a:lnTo>
                  <a:lnTo>
                    <a:pt x="0" y="371"/>
                  </a:lnTo>
                  <a:close/>
                </a:path>
              </a:pathLst>
            </a:custGeom>
            <a:gradFill rotWithShape="0">
              <a:gsLst>
                <a:gs pos="0">
                  <a:srgbClr val="000061"/>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28" name=""/>
            <p:cNvSpPr/>
            <p:nvPr/>
          </p:nvSpPr>
          <p:spPr>
            <a:xfrm>
              <a:off x="9896400" y="5529240"/>
              <a:ext cx="4680" cy="4680"/>
            </a:xfrm>
            <a:custGeom>
              <a:avLst/>
              <a:gdLst>
                <a:gd name="GluePoint1X" fmla="*/ 6 w 4680"/>
                <a:gd name="GluePoint1Y" fmla="*/ 6 h 4680"/>
                <a:gd name="GluePoint2X" fmla="*/ 0 w 4680"/>
                <a:gd name="GluePoint2Y" fmla="*/ 0 h 4680"/>
                <a:gd name="GluePoint3X" fmla="*/ 0 w 4680"/>
                <a:gd name="GluePoint3Y" fmla="*/ 6 h 4680"/>
                <a:gd name="GluePoint4X" fmla="*/ 6 w 4680"/>
                <a:gd name="GluePoint4Y" fmla="*/ 6 h 4680"/>
                <a:gd name="GluePoint5X" fmla="*/ 6 w 4680"/>
                <a:gd name="GluePoint5Y" fmla="*/ 6 h 4680"/>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6" h="6">
                  <a:moveTo>
                    <a:pt x="6" y="6"/>
                  </a:moveTo>
                  <a:lnTo>
                    <a:pt x="0" y="0"/>
                  </a:lnTo>
                  <a:lnTo>
                    <a:pt x="0" y="6"/>
                  </a:lnTo>
                  <a:lnTo>
                    <a:pt x="6" y="6"/>
                  </a:lnTo>
                  <a:close/>
                </a:path>
              </a:pathLst>
            </a:custGeom>
            <a:solidFill>
              <a:srgbClr val="18ff00"/>
            </a:solidFill>
            <a:ln w="0">
              <a:noFill/>
            </a:ln>
          </p:spPr>
          <p:style>
            <a:lnRef idx="0"/>
            <a:fillRef idx="0"/>
            <a:effectRef idx="0"/>
            <a:fontRef idx="minor"/>
          </p:style>
          <p:txBody>
            <a:bodyPr wrap="none" lIns="90000" rIns="90000" tIns="-42120" bIns="-42120" anchor="ctr">
              <a:noAutofit/>
            </a:bodyPr>
            <a:p>
              <a:endParaRPr b="0" lang="en-US" sz="1900" strike="noStrike" u="none">
                <a:solidFill>
                  <a:srgbClr val="ffffff"/>
                </a:solidFill>
                <a:effectLst/>
                <a:uFillTx/>
                <a:latin typeface="VNI-Times"/>
              </a:endParaRPr>
            </a:p>
          </p:txBody>
        </p:sp>
        <p:sp>
          <p:nvSpPr>
            <p:cNvPr id="29" name=""/>
            <p:cNvSpPr/>
            <p:nvPr/>
          </p:nvSpPr>
          <p:spPr>
            <a:xfrm>
              <a:off x="3240" y="3416400"/>
              <a:ext cx="9891720" cy="2117520"/>
            </a:xfrm>
            <a:custGeom>
              <a:avLst/>
              <a:gdLst>
                <a:gd name="GluePoint1X" fmla="*/ 0 w 9891720"/>
                <a:gd name="GluePoint1Y" fmla="*/ 366 h 2117520"/>
                <a:gd name="GluePoint2X" fmla="*/ 5740 w 9891720"/>
                <a:gd name="GluePoint2Y" fmla="*/ 1337 h 2117520"/>
                <a:gd name="GluePoint3X" fmla="*/ 5740 w 9891720"/>
                <a:gd name="GluePoint3Y" fmla="*/ 1331 h 2117520"/>
                <a:gd name="GluePoint4X" fmla="*/ 0 w 9891720"/>
                <a:gd name="GluePoint4Y" fmla="*/ 0 h 2117520"/>
                <a:gd name="GluePoint5X" fmla="*/ 0 w 9891720"/>
                <a:gd name="GluePoint5Y" fmla="*/ 366 h 2117520"/>
                <a:gd name="GluePoint6X" fmla="*/ 0 w 9891720"/>
                <a:gd name="GluePoint6Y" fmla="*/ 366 h 21175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5740" h="1337">
                  <a:moveTo>
                    <a:pt x="0" y="366"/>
                  </a:moveTo>
                  <a:lnTo>
                    <a:pt x="5740" y="1337"/>
                  </a:lnTo>
                  <a:lnTo>
                    <a:pt x="5740" y="1331"/>
                  </a:lnTo>
                  <a:lnTo>
                    <a:pt x="0" y="0"/>
                  </a:lnTo>
                  <a:lnTo>
                    <a:pt x="0" y="366"/>
                  </a:lnTo>
                  <a:lnTo>
                    <a:pt x="0" y="366"/>
                  </a:lnTo>
                  <a:close/>
                </a:path>
              </a:pathLst>
            </a:custGeom>
            <a:gradFill rotWithShape="0">
              <a:gsLst>
                <a:gs pos="0">
                  <a:srgbClr val="00005d"/>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30" name=""/>
            <p:cNvSpPr/>
            <p:nvPr/>
          </p:nvSpPr>
          <p:spPr>
            <a:xfrm>
              <a:off x="3240" y="5043600"/>
              <a:ext cx="9891720" cy="652320"/>
            </a:xfrm>
            <a:custGeom>
              <a:avLst/>
              <a:gdLst>
                <a:gd name="GluePoint1X" fmla="*/ 0 w 9891720"/>
                <a:gd name="GluePoint1Y" fmla="*/ 48 h 652320"/>
                <a:gd name="GluePoint2X" fmla="*/ 5740 w 9891720"/>
                <a:gd name="GluePoint2Y" fmla="*/ 414 h 652320"/>
                <a:gd name="GluePoint3X" fmla="*/ 5740 w 9891720"/>
                <a:gd name="GluePoint3Y" fmla="*/ 402 h 652320"/>
                <a:gd name="GluePoint4X" fmla="*/ 0 w 9891720"/>
                <a:gd name="GluePoint4Y" fmla="*/ 0 h 652320"/>
                <a:gd name="GluePoint5X" fmla="*/ 0 w 9891720"/>
                <a:gd name="GluePoint5Y" fmla="*/ 48 h 652320"/>
                <a:gd name="GluePoint6X" fmla="*/ 0 w 9891720"/>
                <a:gd name="GluePoint6Y" fmla="*/ 48 h 6523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5740" h="414">
                  <a:moveTo>
                    <a:pt x="0" y="48"/>
                  </a:moveTo>
                  <a:lnTo>
                    <a:pt x="5740" y="414"/>
                  </a:lnTo>
                  <a:lnTo>
                    <a:pt x="5740" y="402"/>
                  </a:lnTo>
                  <a:lnTo>
                    <a:pt x="0" y="0"/>
                  </a:lnTo>
                  <a:lnTo>
                    <a:pt x="0" y="48"/>
                  </a:lnTo>
                  <a:lnTo>
                    <a:pt x="0" y="48"/>
                  </a:lnTo>
                  <a:close/>
                </a:path>
              </a:pathLst>
            </a:custGeom>
            <a:gradFill rotWithShape="0">
              <a:gsLst>
                <a:gs pos="0">
                  <a:srgbClr val="000082"/>
                </a:gs>
                <a:gs pos="100000">
                  <a:srgbClr val="000099"/>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31" name=""/>
            <p:cNvSpPr/>
            <p:nvPr/>
          </p:nvSpPr>
          <p:spPr>
            <a:xfrm>
              <a:off x="2230560" y="0"/>
              <a:ext cx="7664400" cy="5038560"/>
            </a:xfrm>
            <a:custGeom>
              <a:avLst/>
              <a:gdLst>
                <a:gd name="GluePoint1X" fmla="*/ 0 w 7664400"/>
                <a:gd name="GluePoint1Y" fmla="*/ 0 h 5038560"/>
                <a:gd name="GluePoint2X" fmla="*/ 4448 w 7664400"/>
                <a:gd name="GluePoint2Y" fmla="*/ 3177 h 5038560"/>
                <a:gd name="GluePoint3X" fmla="*/ 4448 w 7664400"/>
                <a:gd name="GluePoint3Y" fmla="*/ 3153 h 5038560"/>
                <a:gd name="GluePoint4X" fmla="*/ 125 w 7664400"/>
                <a:gd name="GluePoint4Y" fmla="*/ 0 h 5038560"/>
                <a:gd name="GluePoint5X" fmla="*/ 0 w 7664400"/>
                <a:gd name="GluePoint5Y" fmla="*/ 0 h 5038560"/>
                <a:gd name="GluePoint6X" fmla="*/ 0 w 7664400"/>
                <a:gd name="GluePoint6Y" fmla="*/ 0 h 503856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4448" h="3177">
                  <a:moveTo>
                    <a:pt x="0" y="0"/>
                  </a:moveTo>
                  <a:lnTo>
                    <a:pt x="4448" y="3177"/>
                  </a:lnTo>
                  <a:lnTo>
                    <a:pt x="4448" y="3153"/>
                  </a:lnTo>
                  <a:lnTo>
                    <a:pt x="125" y="0"/>
                  </a:lnTo>
                  <a:lnTo>
                    <a:pt x="0" y="0"/>
                  </a:lnTo>
                  <a:lnTo>
                    <a:pt x="0" y="0"/>
                  </a:lnTo>
                  <a:close/>
                </a:path>
              </a:pathLst>
            </a:custGeom>
            <a:gradFill rotWithShape="0">
              <a:gsLst>
                <a:gs pos="0">
                  <a:srgbClr val="00004a"/>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32" name=""/>
            <p:cNvSpPr/>
            <p:nvPr/>
          </p:nvSpPr>
          <p:spPr>
            <a:xfrm>
              <a:off x="5711760" y="0"/>
              <a:ext cx="4179960" cy="4145040"/>
            </a:xfrm>
            <a:custGeom>
              <a:avLst/>
              <a:gdLst>
                <a:gd name="GluePoint1X" fmla="*/ 0 w 4179960"/>
                <a:gd name="GluePoint1Y" fmla="*/ 0 h 4145040"/>
                <a:gd name="GluePoint2X" fmla="*/ 2428 w 4179960"/>
                <a:gd name="GluePoint2Y" fmla="*/ 2614 h 4145040"/>
                <a:gd name="GluePoint3X" fmla="*/ 2428 w 4179960"/>
                <a:gd name="GluePoint3Y" fmla="*/ 2608 h 4145040"/>
                <a:gd name="GluePoint4X" fmla="*/ 66 w 4179960"/>
                <a:gd name="GluePoint4Y" fmla="*/ 0 h 4145040"/>
                <a:gd name="GluePoint5X" fmla="*/ 0 w 4179960"/>
                <a:gd name="GluePoint5Y" fmla="*/ 0 h 4145040"/>
                <a:gd name="GluePoint6X" fmla="*/ 0 w 4179960"/>
                <a:gd name="GluePoint6Y" fmla="*/ 0 h 41450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2428" h="2614">
                  <a:moveTo>
                    <a:pt x="0" y="0"/>
                  </a:moveTo>
                  <a:lnTo>
                    <a:pt x="2428" y="2614"/>
                  </a:lnTo>
                  <a:lnTo>
                    <a:pt x="2428" y="2608"/>
                  </a:lnTo>
                  <a:lnTo>
                    <a:pt x="66" y="0"/>
                  </a:lnTo>
                  <a:lnTo>
                    <a:pt x="0" y="0"/>
                  </a:lnTo>
                  <a:lnTo>
                    <a:pt x="0" y="0"/>
                  </a:lnTo>
                  <a:close/>
                </a:path>
              </a:pathLst>
            </a:custGeom>
            <a:gradFill rotWithShape="0">
              <a:gsLst>
                <a:gs pos="0">
                  <a:srgbClr val="000082"/>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33" name=""/>
            <p:cNvSpPr/>
            <p:nvPr/>
          </p:nvSpPr>
          <p:spPr>
            <a:xfrm>
              <a:off x="6792840" y="0"/>
              <a:ext cx="3100320" cy="3906720"/>
            </a:xfrm>
            <a:custGeom>
              <a:avLst/>
              <a:gdLst>
                <a:gd name="GluePoint1X" fmla="*/ 485 w 3100320"/>
                <a:gd name="GluePoint1Y" fmla="*/ 0 h 3906720"/>
                <a:gd name="GluePoint2X" fmla="*/ 0 w 3100320"/>
                <a:gd name="GluePoint2Y" fmla="*/ 0 h 3906720"/>
                <a:gd name="GluePoint3X" fmla="*/ 1800 w 3100320"/>
                <a:gd name="GluePoint3Y" fmla="*/ 2464 h 3906720"/>
                <a:gd name="GluePoint4X" fmla="*/ 1800 w 3100320"/>
                <a:gd name="GluePoint4Y" fmla="*/ 2248 h 3906720"/>
                <a:gd name="GluePoint5X" fmla="*/ 1794 w 3100320"/>
                <a:gd name="GluePoint5Y" fmla="*/ 2248 h 3906720"/>
                <a:gd name="GluePoint6X" fmla="*/ 485 w 3100320"/>
                <a:gd name="GluePoint6Y" fmla="*/ 0 h 3906720"/>
                <a:gd name="GluePoint7X" fmla="*/ 485 w 3100320"/>
                <a:gd name="GluePoint7Y" fmla="*/ 0 h 39067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rgbClr val="000065"/>
                </a:gs>
                <a:gs pos="100000">
                  <a:srgbClr val="000080"/>
                </a:gs>
              </a:gsLst>
              <a:lin ang="54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34" name=""/>
            <p:cNvSpPr/>
            <p:nvPr/>
          </p:nvSpPr>
          <p:spPr>
            <a:xfrm>
              <a:off x="7773840" y="0"/>
              <a:ext cx="2119320" cy="3287880"/>
            </a:xfrm>
            <a:custGeom>
              <a:avLst/>
              <a:gdLst>
                <a:gd name="GluePoint1X" fmla="*/ 0 w 2119320"/>
                <a:gd name="GluePoint1Y" fmla="*/ 0 h 3287880"/>
                <a:gd name="GluePoint2X" fmla="*/ 1232 w 2119320"/>
                <a:gd name="GluePoint2Y" fmla="*/ 2074 h 3287880"/>
                <a:gd name="GluePoint3X" fmla="*/ 1232 w 2119320"/>
                <a:gd name="GluePoint3Y" fmla="*/ 2038 h 3287880"/>
                <a:gd name="GluePoint4X" fmla="*/ 42 w 2119320"/>
                <a:gd name="GluePoint4Y" fmla="*/ 0 h 3287880"/>
                <a:gd name="GluePoint5X" fmla="*/ 0 w 2119320"/>
                <a:gd name="GluePoint5Y" fmla="*/ 0 h 3287880"/>
                <a:gd name="GluePoint6X" fmla="*/ 0 w 2119320"/>
                <a:gd name="GluePoint6Y" fmla="*/ 0 h 32878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1232" h="2074">
                  <a:moveTo>
                    <a:pt x="0" y="0"/>
                  </a:moveTo>
                  <a:lnTo>
                    <a:pt x="1232" y="2074"/>
                  </a:lnTo>
                  <a:lnTo>
                    <a:pt x="1232" y="2038"/>
                  </a:lnTo>
                  <a:lnTo>
                    <a:pt x="42" y="0"/>
                  </a:lnTo>
                  <a:lnTo>
                    <a:pt x="0" y="0"/>
                  </a:lnTo>
                  <a:lnTo>
                    <a:pt x="0" y="0"/>
                  </a:lnTo>
                  <a:close/>
                </a:path>
              </a:pathLst>
            </a:custGeom>
            <a:gradFill rotWithShape="0">
              <a:gsLst>
                <a:gs pos="0">
                  <a:srgbClr val="000058"/>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35" name=""/>
            <p:cNvSpPr/>
            <p:nvPr/>
          </p:nvSpPr>
          <p:spPr>
            <a:xfrm>
              <a:off x="8074080" y="0"/>
              <a:ext cx="1820880" cy="3068640"/>
            </a:xfrm>
            <a:custGeom>
              <a:avLst/>
              <a:gdLst>
                <a:gd name="GluePoint1X" fmla="*/ 0 w 1820880"/>
                <a:gd name="GluePoint1Y" fmla="*/ 0 h 3068640"/>
                <a:gd name="GluePoint2X" fmla="*/ 1058 w 1820880"/>
                <a:gd name="GluePoint2Y" fmla="*/ 1936 h 3068640"/>
                <a:gd name="GluePoint3X" fmla="*/ 1058 w 1820880"/>
                <a:gd name="GluePoint3Y" fmla="*/ 1930 h 3068640"/>
                <a:gd name="GluePoint4X" fmla="*/ 54 w 1820880"/>
                <a:gd name="GluePoint4Y" fmla="*/ 0 h 3068640"/>
                <a:gd name="GluePoint5X" fmla="*/ 0 w 1820880"/>
                <a:gd name="GluePoint5Y" fmla="*/ 0 h 3068640"/>
                <a:gd name="GluePoint6X" fmla="*/ 0 w 1820880"/>
                <a:gd name="GluePoint6Y" fmla="*/ 0 h 30686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1058" h="1936">
                  <a:moveTo>
                    <a:pt x="0" y="0"/>
                  </a:moveTo>
                  <a:lnTo>
                    <a:pt x="1058" y="1936"/>
                  </a:lnTo>
                  <a:lnTo>
                    <a:pt x="1058" y="1930"/>
                  </a:lnTo>
                  <a:lnTo>
                    <a:pt x="54" y="0"/>
                  </a:lnTo>
                  <a:lnTo>
                    <a:pt x="0" y="0"/>
                  </a:lnTo>
                  <a:lnTo>
                    <a:pt x="0" y="0"/>
                  </a:lnTo>
                  <a:close/>
                </a:path>
              </a:pathLst>
            </a:custGeom>
            <a:gradFill rotWithShape="0">
              <a:gsLst>
                <a:gs pos="0">
                  <a:srgbClr val="00006f"/>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36" name=""/>
            <p:cNvSpPr/>
            <p:nvPr/>
          </p:nvSpPr>
          <p:spPr>
            <a:xfrm>
              <a:off x="8567640" y="0"/>
              <a:ext cx="1325520" cy="2355840"/>
            </a:xfrm>
            <a:custGeom>
              <a:avLst/>
              <a:gdLst>
                <a:gd name="GluePoint1X" fmla="*/ 771 w 1325520"/>
                <a:gd name="GluePoint1Y" fmla="*/ 1433 h 2355840"/>
                <a:gd name="GluePoint2X" fmla="*/ 42 w 1325520"/>
                <a:gd name="GluePoint2Y" fmla="*/ 0 h 2355840"/>
                <a:gd name="GluePoint3X" fmla="*/ 0 w 1325520"/>
                <a:gd name="GluePoint3Y" fmla="*/ 0 h 2355840"/>
                <a:gd name="GluePoint4X" fmla="*/ 771 w 1325520"/>
                <a:gd name="GluePoint4Y" fmla="*/ 1487 h 2355840"/>
                <a:gd name="GluePoint5X" fmla="*/ 771 w 1325520"/>
                <a:gd name="GluePoint5Y" fmla="*/ 1433 h 2355840"/>
                <a:gd name="GluePoint6X" fmla="*/ 771 w 1325520"/>
                <a:gd name="GluePoint6Y" fmla="*/ 1433 h 23558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771" h="1487">
                  <a:moveTo>
                    <a:pt x="771" y="1433"/>
                  </a:moveTo>
                  <a:lnTo>
                    <a:pt x="42" y="0"/>
                  </a:lnTo>
                  <a:lnTo>
                    <a:pt x="0" y="0"/>
                  </a:lnTo>
                  <a:lnTo>
                    <a:pt x="771" y="1487"/>
                  </a:lnTo>
                  <a:lnTo>
                    <a:pt x="771" y="1433"/>
                  </a:lnTo>
                  <a:lnTo>
                    <a:pt x="771" y="1433"/>
                  </a:lnTo>
                  <a:close/>
                </a:path>
              </a:pathLst>
            </a:custGeom>
            <a:gradFill rotWithShape="0">
              <a:gsLst>
                <a:gs pos="0">
                  <a:srgbClr val="000079"/>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grpSp>
          <p:nvGrpSpPr>
            <p:cNvPr id="37" name=""/>
            <p:cNvGrpSpPr/>
            <p:nvPr/>
          </p:nvGrpSpPr>
          <p:grpSpPr>
            <a:xfrm>
              <a:off x="0" y="2590920"/>
              <a:ext cx="9898200" cy="2944800"/>
              <a:chOff x="0" y="2590920"/>
              <a:chExt cx="9898200" cy="2944800"/>
            </a:xfrm>
          </p:grpSpPr>
          <p:sp>
            <p:nvSpPr>
              <p:cNvPr id="38" name=""/>
              <p:cNvSpPr/>
              <p:nvPr/>
            </p:nvSpPr>
            <p:spPr>
              <a:xfrm>
                <a:off x="0" y="2590920"/>
                <a:ext cx="6307200" cy="2079360"/>
              </a:xfrm>
              <a:custGeom>
                <a:avLst/>
                <a:gdLst>
                  <a:gd name="GluePoint1X" fmla="*/ 0 w 6307200"/>
                  <a:gd name="GluePoint1Y" fmla="*/ 0 h 2079360"/>
                  <a:gd name="GluePoint2X" fmla="*/ 0 w 6307200"/>
                  <a:gd name="GluePoint2Y" fmla="*/ 366 h 2079360"/>
                  <a:gd name="GluePoint3X" fmla="*/ 3635 w 6307200"/>
                  <a:gd name="GluePoint3Y" fmla="*/ 1313 h 2079360"/>
                  <a:gd name="GluePoint4X" fmla="*/ 3647 w 6307200"/>
                  <a:gd name="GluePoint4Y" fmla="*/ 1235 h 2079360"/>
                  <a:gd name="GluePoint5X" fmla="*/ 3659 w 6307200"/>
                  <a:gd name="GluePoint5Y" fmla="*/ 1163 h 2079360"/>
                  <a:gd name="GluePoint6X" fmla="*/ 0 w 6307200"/>
                  <a:gd name="GluePoint6Y" fmla="*/ 0 h 2079360"/>
                  <a:gd name="GluePoint7X" fmla="*/ 0 w 6307200"/>
                  <a:gd name="GluePoint7Y" fmla="*/ 0 h 207936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rgbClr val="00006f"/>
                  </a:gs>
                  <a:gs pos="100000">
                    <a:srgbClr val="000099"/>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39" name=""/>
              <p:cNvSpPr/>
              <p:nvPr/>
            </p:nvSpPr>
            <p:spPr>
              <a:xfrm>
                <a:off x="6270480" y="4437000"/>
                <a:ext cx="3627720" cy="1098720"/>
              </a:xfrm>
              <a:custGeom>
                <a:avLst/>
                <a:gdLst>
                  <a:gd name="GluePoint1X" fmla="*/ 2105 w 3627720"/>
                  <a:gd name="GluePoint1Y" fmla="*/ 665 h 1098720"/>
                  <a:gd name="GluePoint2X" fmla="*/ 24 w 3627720"/>
                  <a:gd name="GluePoint2Y" fmla="*/ 0 h 1098720"/>
                  <a:gd name="GluePoint3X" fmla="*/ 12 w 3627720"/>
                  <a:gd name="GluePoint3Y" fmla="*/ 72 h 1098720"/>
                  <a:gd name="GluePoint4X" fmla="*/ 0 w 3627720"/>
                  <a:gd name="GluePoint4Y" fmla="*/ 150 h 1098720"/>
                  <a:gd name="GluePoint5X" fmla="*/ 2105 w 3627720"/>
                  <a:gd name="GluePoint5Y" fmla="*/ 695 h 1098720"/>
                  <a:gd name="GluePoint6X" fmla="*/ 2105 w 3627720"/>
                  <a:gd name="GluePoint6Y" fmla="*/ 665 h 1098720"/>
                  <a:gd name="GluePoint7X" fmla="*/ 2105 w 3627720"/>
                  <a:gd name="GluePoint7Y" fmla="*/ 665 h 10987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rgbClr val="000099"/>
                  </a:gs>
                  <a:gs pos="100000">
                    <a:srgbClr val="1717a2"/>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grpSp>
      </p:grpSp>
      <p:sp>
        <p:nvSpPr>
          <p:cNvPr id="40" name="PlaceHolder 1"/>
          <p:cNvSpPr>
            <a:spLocks noGrp="1"/>
          </p:cNvSpPr>
          <p:nvPr>
            <p:ph type="title"/>
          </p:nvPr>
        </p:nvSpPr>
        <p:spPr>
          <a:xfrm>
            <a:off x="495360" y="277560"/>
            <a:ext cx="8910720" cy="1137960"/>
          </a:xfrm>
          <a:prstGeom prst="rect">
            <a:avLst/>
          </a:prstGeom>
          <a:noFill/>
          <a:ln w="0">
            <a:noFill/>
          </a:ln>
        </p:spPr>
        <p:txBody>
          <a:bodyPr lIns="95760" rIns="95760" tIns="47880" bIns="47880" anchor="ctr">
            <a:noAutofit/>
          </a:bodyPr>
          <a:p>
            <a:pPr indent="0" algn="ctr">
              <a:spcBef>
                <a:spcPts val="37"/>
              </a:spcBef>
              <a:spcAft>
                <a:spcPts val="37"/>
              </a:spcAft>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600" strike="noStrike" u="none">
                <a:solidFill>
                  <a:srgbClr val="ffffff"/>
                </a:solidFill>
                <a:effectLst/>
                <a:uFillTx/>
                <a:latin typeface="Arial"/>
              </a:rPr>
              <a:t>Click to edit the title text format</a:t>
            </a:r>
            <a:endParaRPr b="0" lang="en-US" sz="4600" strike="noStrike" u="none">
              <a:solidFill>
                <a:srgbClr val="ffffff"/>
              </a:solidFill>
              <a:effectLst/>
              <a:uFillTx/>
              <a:latin typeface="Arial"/>
            </a:endParaRPr>
          </a:p>
        </p:txBody>
      </p:sp>
      <p:sp>
        <p:nvSpPr>
          <p:cNvPr id="41" name="PlaceHolder 2"/>
          <p:cNvSpPr>
            <a:spLocks noGrp="1"/>
          </p:cNvSpPr>
          <p:nvPr>
            <p:ph type="body"/>
          </p:nvPr>
        </p:nvSpPr>
        <p:spPr>
          <a:xfrm>
            <a:off x="495360" y="1603080"/>
            <a:ext cx="8910720" cy="4522680"/>
          </a:xfrm>
          <a:prstGeom prst="rect">
            <a:avLst/>
          </a:prstGeom>
          <a:noFill/>
          <a:ln w="0">
            <a:noFill/>
          </a:ln>
        </p:spPr>
        <p:txBody>
          <a:bodyPr lIns="95760" rIns="95760" tIns="47880" bIns="47880" anchor="t">
            <a:normAutofit/>
          </a:bodyPr>
          <a:p>
            <a:pPr marL="343080" indent="-343080">
              <a:spcBef>
                <a:spcPts val="887"/>
              </a:spcBef>
              <a:spcAft>
                <a:spcPts val="37"/>
              </a:spcAft>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400" strike="noStrike" u="none">
                <a:solidFill>
                  <a:srgbClr val="ffffff"/>
                </a:solidFill>
                <a:effectLst/>
                <a:uFillTx/>
                <a:latin typeface="Arial"/>
              </a:rPr>
              <a:t>Click to edit the outline text format</a:t>
            </a:r>
            <a:endParaRPr b="0" lang="en-US" sz="3400" strike="noStrike" u="none">
              <a:solidFill>
                <a:srgbClr val="ffffff"/>
              </a:solidFill>
              <a:effectLst/>
              <a:uFillTx/>
              <a:latin typeface="Arial"/>
            </a:endParaRPr>
          </a:p>
          <a:p>
            <a:pPr lvl="1" marL="343080" indent="-343080">
              <a:spcBef>
                <a:spcPts val="887"/>
              </a:spcBef>
              <a:spcAft>
                <a:spcPts val="37"/>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400" strike="noStrike" u="none">
                <a:solidFill>
                  <a:srgbClr val="ffffff"/>
                </a:solidFill>
                <a:effectLst/>
                <a:uFillTx/>
                <a:latin typeface="Arial"/>
              </a:rPr>
              <a:t>Second Outline Level</a:t>
            </a:r>
            <a:endParaRPr b="0" lang="en-US" sz="3400" strike="noStrike" u="none">
              <a:solidFill>
                <a:srgbClr val="ffffff"/>
              </a:solidFill>
              <a:effectLst/>
              <a:uFillTx/>
              <a:latin typeface="Arial"/>
            </a:endParaRPr>
          </a:p>
          <a:p>
            <a:pPr lvl="2" marL="343080" indent="-343080">
              <a:spcBef>
                <a:spcPts val="887"/>
              </a:spcBef>
              <a:spcAft>
                <a:spcPts val="37"/>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400" strike="noStrike" u="none">
                <a:solidFill>
                  <a:srgbClr val="ffffff"/>
                </a:solidFill>
                <a:effectLst/>
                <a:uFillTx/>
                <a:latin typeface="Arial"/>
              </a:rPr>
              <a:t>Third Outline Level</a:t>
            </a:r>
            <a:endParaRPr b="0" lang="en-US" sz="3400" strike="noStrike" u="none">
              <a:solidFill>
                <a:srgbClr val="ffffff"/>
              </a:solidFill>
              <a:effectLst/>
              <a:uFillTx/>
              <a:latin typeface="Arial"/>
            </a:endParaRPr>
          </a:p>
          <a:p>
            <a:pPr lvl="3" marL="343080" indent="-343080">
              <a:spcBef>
                <a:spcPts val="887"/>
              </a:spcBef>
              <a:spcAft>
                <a:spcPts val="37"/>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400" strike="noStrike" u="none">
                <a:solidFill>
                  <a:srgbClr val="ffffff"/>
                </a:solidFill>
                <a:effectLst/>
                <a:uFillTx/>
                <a:latin typeface="Arial"/>
              </a:rPr>
              <a:t>Fourth Outline Level</a:t>
            </a:r>
            <a:endParaRPr b="0" lang="en-US" sz="3400" strike="noStrike" u="none">
              <a:solidFill>
                <a:srgbClr val="ffffff"/>
              </a:solidFill>
              <a:effectLst/>
              <a:uFillTx/>
              <a:latin typeface="Arial"/>
            </a:endParaRPr>
          </a:p>
          <a:p>
            <a:pPr lvl="4" marL="343080" indent="-343080">
              <a:spcBef>
                <a:spcPts val="887"/>
              </a:spcBef>
              <a:spcAft>
                <a:spcPts val="37"/>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400" strike="noStrike" u="none">
                <a:solidFill>
                  <a:srgbClr val="ffffff"/>
                </a:solidFill>
                <a:effectLst/>
                <a:uFillTx/>
                <a:latin typeface="Arial"/>
              </a:rPr>
              <a:t>Fifth Outline Level</a:t>
            </a:r>
            <a:endParaRPr b="0" lang="en-US" sz="3400" strike="noStrike" u="none">
              <a:solidFill>
                <a:srgbClr val="ffffff"/>
              </a:solidFill>
              <a:effectLst/>
              <a:uFillTx/>
              <a:latin typeface="Arial"/>
            </a:endParaRPr>
          </a:p>
          <a:p>
            <a:pPr lvl="5" marL="343080" indent="-343080">
              <a:spcBef>
                <a:spcPts val="887"/>
              </a:spcBef>
              <a:spcAft>
                <a:spcPts val="37"/>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400" strike="noStrike" u="none">
                <a:solidFill>
                  <a:srgbClr val="ffffff"/>
                </a:solidFill>
                <a:effectLst/>
                <a:uFillTx/>
                <a:latin typeface="Arial"/>
              </a:rPr>
              <a:t>Sixth Outline Level</a:t>
            </a:r>
            <a:endParaRPr b="0" lang="en-US" sz="3400" strike="noStrike" u="none">
              <a:solidFill>
                <a:srgbClr val="ffffff"/>
              </a:solidFill>
              <a:effectLst/>
              <a:uFillTx/>
              <a:latin typeface="Arial"/>
            </a:endParaRPr>
          </a:p>
          <a:p>
            <a:pPr lvl="6" marL="343080" indent="-343080">
              <a:spcBef>
                <a:spcPts val="887"/>
              </a:spcBef>
              <a:spcAft>
                <a:spcPts val="37"/>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400" strike="noStrike" u="none">
                <a:solidFill>
                  <a:srgbClr val="ffffff"/>
                </a:solidFill>
                <a:effectLst/>
                <a:uFillTx/>
                <a:latin typeface="Arial"/>
              </a:rPr>
              <a:t>Seventh Outline Level</a:t>
            </a:r>
            <a:endParaRPr b="0" lang="en-US" sz="3400" strike="noStrike" u="none">
              <a:solidFill>
                <a:srgbClr val="ffffff"/>
              </a:solidFill>
              <a:effectLst/>
              <a:uFillTx/>
              <a:latin typeface="Arial"/>
            </a:endParaRPr>
          </a:p>
        </p:txBody>
      </p:sp>
      <p:sp>
        <p:nvSpPr>
          <p:cNvPr id="42" name=""/>
          <p:cNvSpPr/>
          <p:nvPr/>
        </p:nvSpPr>
        <p:spPr>
          <a:xfrm>
            <a:off x="495360" y="6246720"/>
            <a:ext cx="2311200" cy="453960"/>
          </a:xfrm>
          <a:prstGeom prst="rect">
            <a:avLst/>
          </a:prstGeom>
          <a:noFill/>
          <a:ln w="0">
            <a:noFill/>
          </a:ln>
        </p:spPr>
        <p:style>
          <a:lnRef idx="0"/>
          <a:fillRef idx="0"/>
          <a:effectRef idx="0"/>
          <a:fontRef idx="minor"/>
        </p:style>
        <p:txBody>
          <a:bodyPr wrap="none" lIns="90000" rIns="90000" tIns="46800" bIns="46800" anchor="ctr">
            <a:noAutofit/>
          </a:bodyPr>
          <a:p>
            <a:pPr indent="0">
              <a:spcBef>
                <a:spcPts val="37"/>
              </a:spcBef>
              <a:spcAft>
                <a:spcPts val="37"/>
              </a:spcAft>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900" strike="noStrike" u="none">
              <a:solidFill>
                <a:srgbClr val="ffffff"/>
              </a:solidFill>
              <a:effectLst/>
              <a:uFillTx/>
              <a:latin typeface="VNI-Times"/>
            </a:endParaRPr>
          </a:p>
        </p:txBody>
      </p:sp>
      <p:sp>
        <p:nvSpPr>
          <p:cNvPr id="43" name=""/>
          <p:cNvSpPr/>
          <p:nvPr/>
        </p:nvSpPr>
        <p:spPr>
          <a:xfrm>
            <a:off x="3384720" y="6248520"/>
            <a:ext cx="3136680" cy="457200"/>
          </a:xfrm>
          <a:prstGeom prst="rect">
            <a:avLst/>
          </a:prstGeom>
          <a:noFill/>
          <a:ln w="0">
            <a:noFill/>
          </a:ln>
        </p:spPr>
        <p:style>
          <a:lnRef idx="0"/>
          <a:fillRef idx="0"/>
          <a:effectRef idx="0"/>
          <a:fontRef idx="minor"/>
        </p:style>
        <p:txBody>
          <a:bodyPr wrap="none" lIns="90000" rIns="90000" tIns="46800" bIns="46800" anchor="ctr">
            <a:noAutofit/>
          </a:bodyPr>
          <a:p>
            <a:pPr indent="0">
              <a:spcBef>
                <a:spcPts val="37"/>
              </a:spcBef>
              <a:spcAft>
                <a:spcPts val="37"/>
              </a:spcAft>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900" strike="noStrike" u="none">
              <a:solidFill>
                <a:srgbClr val="ffffff"/>
              </a:solidFill>
              <a:effectLst/>
              <a:uFillTx/>
              <a:latin typeface="VNI-Times"/>
            </a:endParaRPr>
          </a:p>
        </p:txBody>
      </p:sp>
      <p:sp>
        <p:nvSpPr>
          <p:cNvPr id="44" name="PlaceHolder 3"/>
          <p:cNvSpPr>
            <a:spLocks noGrp="1"/>
          </p:cNvSpPr>
          <p:nvPr>
            <p:ph type="sldNum" idx="1"/>
          </p:nvPr>
        </p:nvSpPr>
        <p:spPr>
          <a:xfrm>
            <a:off x="7099200" y="6246720"/>
            <a:ext cx="2306880" cy="449280"/>
          </a:xfrm>
          <a:prstGeom prst="rect">
            <a:avLst/>
          </a:prstGeom>
          <a:noFill/>
          <a:ln w="0">
            <a:noFill/>
          </a:ln>
        </p:spPr>
        <p:txBody>
          <a:bodyPr lIns="95760" rIns="95760" tIns="47880" bIns="47880" anchor="b">
            <a:noAutofit/>
          </a:bodyPr>
          <a:lstStyle>
            <a:lvl1pPr indent="0" algn="r">
              <a:lnSpc>
                <a:spcPct val="100000"/>
              </a:lnSpc>
              <a:spcBef>
                <a:spcPts val="37"/>
              </a:spcBef>
              <a:spcAft>
                <a:spcPts val="37"/>
              </a:spcAft>
              <a:buNone/>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defRPr b="0" lang="en-US" sz="1200" strike="noStrike" u="none">
                <a:solidFill>
                  <a:srgbClr val="ffffff"/>
                </a:solidFill>
                <a:effectLst/>
                <a:uFillTx/>
                <a:latin typeface="Arial"/>
                <a:ea typeface="DejaVu Sans"/>
              </a:defRPr>
            </a:lvl1pPr>
          </a:lstStyle>
          <a:p>
            <a:pPr indent="0" algn="r">
              <a:lnSpc>
                <a:spcPct val="100000"/>
              </a:lnSpc>
              <a:spcBef>
                <a:spcPts val="37"/>
              </a:spcBef>
              <a:spcAft>
                <a:spcPts val="37"/>
              </a:spcAft>
              <a:buNone/>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2AAE0AD7-8054-4F75-9639-E89E5A9AFCC7}" type="slidenum">
              <a:rPr b="0" lang="en-US" sz="1200" strike="noStrike" u="none">
                <a:solidFill>
                  <a:srgbClr val="ffffff"/>
                </a:solidFill>
                <a:effectLst/>
                <a:uFillTx/>
                <a:latin typeface="Arial"/>
                <a:ea typeface="DejaVu Sans"/>
              </a:rPr>
              <a:t>&lt;number&gt;</a:t>
            </a:fld>
            <a:endParaRPr b="0" lang="en-US" sz="1200" strike="noStrike" u="none">
              <a:solidFill>
                <a:srgbClr val="ffffff"/>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2">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grpSp>
        <p:nvGrpSpPr>
          <p:cNvPr id="45" name=""/>
          <p:cNvGrpSpPr/>
          <p:nvPr/>
        </p:nvGrpSpPr>
        <p:grpSpPr>
          <a:xfrm>
            <a:off x="0" y="0"/>
            <a:ext cx="9901080" cy="6851520"/>
            <a:chOff x="0" y="0"/>
            <a:chExt cx="9901080" cy="6851520"/>
          </a:xfrm>
        </p:grpSpPr>
        <p:sp>
          <p:nvSpPr>
            <p:cNvPr id="46" name=""/>
            <p:cNvSpPr/>
            <p:nvPr/>
          </p:nvSpPr>
          <p:spPr>
            <a:xfrm>
              <a:off x="0" y="19080"/>
              <a:ext cx="9899640" cy="5191200"/>
            </a:xfrm>
            <a:custGeom>
              <a:avLst/>
              <a:gdLst>
                <a:gd name="GluePoint1X" fmla="*/ 3193 w 9899640"/>
                <a:gd name="GluePoint1Y" fmla="*/ 1816 h 5191200"/>
                <a:gd name="GluePoint2X" fmla="*/ 0 w 9899640"/>
                <a:gd name="GluePoint2Y" fmla="*/ 0 h 5191200"/>
                <a:gd name="GluePoint3X" fmla="*/ 0 w 9899640"/>
                <a:gd name="GluePoint3Y" fmla="*/ 522 h 5191200"/>
                <a:gd name="GluePoint4X" fmla="*/ 3037 w 9899640"/>
                <a:gd name="GluePoint4Y" fmla="*/ 1978 h 5191200"/>
                <a:gd name="GluePoint5X" fmla="*/ 5740 w 9899640"/>
                <a:gd name="GluePoint5Y" fmla="*/ 3273 h 5191200"/>
                <a:gd name="GluePoint6X" fmla="*/ 5740 w 9899640"/>
                <a:gd name="GluePoint6Y" fmla="*/ 3267 h 5191200"/>
                <a:gd name="GluePoint7X" fmla="*/ 3193 w 9899640"/>
                <a:gd name="GluePoint7Y" fmla="*/ 1816 h 5191200"/>
                <a:gd name="GluePoint8X" fmla="*/ 3193 w 9899640"/>
                <a:gd name="GluePoint8Y" fmla="*/ 1816 h 51912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l" t="t" r="r" b="b"/>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rgbClr val="000051"/>
                </a:gs>
                <a:gs pos="100000">
                  <a:srgbClr val="000080"/>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47" name=""/>
            <p:cNvSpPr/>
            <p:nvPr/>
          </p:nvSpPr>
          <p:spPr>
            <a:xfrm>
              <a:off x="255600" y="0"/>
              <a:ext cx="9644040" cy="5143680"/>
            </a:xfrm>
            <a:custGeom>
              <a:avLst/>
              <a:gdLst>
                <a:gd name="GluePoint1X" fmla="*/ 3163 w 9644040"/>
                <a:gd name="GluePoint1Y" fmla="*/ 1714 h 5143680"/>
                <a:gd name="GluePoint2X" fmla="*/ 431 w 9644040"/>
                <a:gd name="GluePoint2Y" fmla="*/ 0 h 5143680"/>
                <a:gd name="GluePoint3X" fmla="*/ 0 w 9644040"/>
                <a:gd name="GluePoint3Y" fmla="*/ 0 h 5143680"/>
                <a:gd name="GluePoint4X" fmla="*/ 3086 w 9644040"/>
                <a:gd name="GluePoint4Y" fmla="*/ 1786 h 5143680"/>
                <a:gd name="GluePoint5X" fmla="*/ 5591 w 9644040"/>
                <a:gd name="GluePoint5Y" fmla="*/ 3243 h 5143680"/>
                <a:gd name="GluePoint6X" fmla="*/ 5591 w 9644040"/>
                <a:gd name="GluePoint6Y" fmla="*/ 3237 h 5143680"/>
                <a:gd name="GluePoint7X" fmla="*/ 3163 w 9644040"/>
                <a:gd name="GluePoint7Y" fmla="*/ 1714 h 5143680"/>
                <a:gd name="GluePoint8X" fmla="*/ 3163 w 9644040"/>
                <a:gd name="GluePoint8Y" fmla="*/ 1714 h 51436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l" t="t" r="r" b="b"/>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rgbClr val="00005d"/>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48" name=""/>
            <p:cNvSpPr/>
            <p:nvPr/>
          </p:nvSpPr>
          <p:spPr>
            <a:xfrm>
              <a:off x="0" y="5450040"/>
              <a:ext cx="6940440" cy="298440"/>
            </a:xfrm>
            <a:custGeom>
              <a:avLst/>
              <a:gdLst>
                <a:gd name="GluePoint1X" fmla="*/ 0 w 6940440"/>
                <a:gd name="GluePoint1Y" fmla="*/ 156 h 298440"/>
                <a:gd name="GluePoint2X" fmla="*/ 4042 w 6940440"/>
                <a:gd name="GluePoint2Y" fmla="*/ 192 h 298440"/>
                <a:gd name="GluePoint3X" fmla="*/ 4042 w 6940440"/>
                <a:gd name="GluePoint3Y" fmla="*/ 144 h 298440"/>
                <a:gd name="GluePoint4X" fmla="*/ 0 w 6940440"/>
                <a:gd name="GluePoint4Y" fmla="*/ 0 h 298440"/>
                <a:gd name="GluePoint5X" fmla="*/ 0 w 6940440"/>
                <a:gd name="GluePoint5Y" fmla="*/ 156 h 298440"/>
                <a:gd name="GluePoint6X" fmla="*/ 0 w 6940440"/>
                <a:gd name="GluePoint6Y" fmla="*/ 156 h 2984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4042" h="192">
                  <a:moveTo>
                    <a:pt x="0" y="156"/>
                  </a:moveTo>
                  <a:lnTo>
                    <a:pt x="4042" y="192"/>
                  </a:lnTo>
                  <a:lnTo>
                    <a:pt x="4042" y="144"/>
                  </a:lnTo>
                  <a:lnTo>
                    <a:pt x="0" y="0"/>
                  </a:lnTo>
                  <a:lnTo>
                    <a:pt x="0" y="156"/>
                  </a:lnTo>
                  <a:lnTo>
                    <a:pt x="0" y="156"/>
                  </a:lnTo>
                  <a:close/>
                </a:path>
              </a:pathLst>
            </a:custGeom>
            <a:gradFill rotWithShape="0">
              <a:gsLst>
                <a:gs pos="0">
                  <a:srgbClr val="000061"/>
                </a:gs>
                <a:gs pos="100000">
                  <a:srgbClr val="000080"/>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49" name=""/>
            <p:cNvSpPr/>
            <p:nvPr/>
          </p:nvSpPr>
          <p:spPr>
            <a:xfrm>
              <a:off x="6943680" y="5678640"/>
              <a:ext cx="2952720" cy="98280"/>
            </a:xfrm>
            <a:custGeom>
              <a:avLst/>
              <a:gdLst>
                <a:gd name="GluePoint1X" fmla="*/ 1704 w 2952720"/>
                <a:gd name="GluePoint1Y" fmla="*/ 57 h 98280"/>
                <a:gd name="GluePoint2X" fmla="*/ 1704 w 2952720"/>
                <a:gd name="GluePoint2Y" fmla="*/ 51 h 98280"/>
                <a:gd name="GluePoint3X" fmla="*/ 0 w 2952720"/>
                <a:gd name="GluePoint3Y" fmla="*/ 0 h 98280"/>
                <a:gd name="GluePoint4X" fmla="*/ 0 w 2952720"/>
                <a:gd name="GluePoint4Y" fmla="*/ 39 h 98280"/>
                <a:gd name="GluePoint5X" fmla="*/ 1704 w 2952720"/>
                <a:gd name="GluePoint5Y" fmla="*/ 57 h 98280"/>
                <a:gd name="GluePoint6X" fmla="*/ 1704 w 2952720"/>
                <a:gd name="GluePoint6Y" fmla="*/ 57 h 982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1722" h="66">
                  <a:moveTo>
                    <a:pt x="1722" y="66"/>
                  </a:moveTo>
                  <a:lnTo>
                    <a:pt x="1722" y="60"/>
                  </a:lnTo>
                  <a:lnTo>
                    <a:pt x="0" y="0"/>
                  </a:lnTo>
                  <a:lnTo>
                    <a:pt x="0" y="48"/>
                  </a:lnTo>
                  <a:lnTo>
                    <a:pt x="1722" y="66"/>
                  </a:lnTo>
                  <a:close/>
                </a:path>
              </a:pathLst>
            </a:custGeom>
            <a:gradFill rotWithShape="0">
              <a:gsLst>
                <a:gs pos="0">
                  <a:srgbClr val="000080"/>
                </a:gs>
                <a:gs pos="100000">
                  <a:srgbClr val="000099"/>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50" name=""/>
            <p:cNvSpPr/>
            <p:nvPr/>
          </p:nvSpPr>
          <p:spPr>
            <a:xfrm>
              <a:off x="0" y="5915160"/>
              <a:ext cx="8224920" cy="517320"/>
            </a:xfrm>
            <a:custGeom>
              <a:avLst/>
              <a:gdLst>
                <a:gd name="GluePoint1X" fmla="*/ 0 w 8224920"/>
                <a:gd name="GluePoint1Y" fmla="*/ 329 h 517320"/>
                <a:gd name="GluePoint2X" fmla="*/ 4789 w 8224920"/>
                <a:gd name="GluePoint2Y" fmla="*/ 77 h 517320"/>
                <a:gd name="GluePoint3X" fmla="*/ 4789 w 8224920"/>
                <a:gd name="GluePoint3Y" fmla="*/ 0 h 517320"/>
                <a:gd name="GluePoint4X" fmla="*/ 0 w 8224920"/>
                <a:gd name="GluePoint4Y" fmla="*/ 107 h 517320"/>
                <a:gd name="GluePoint5X" fmla="*/ 0 w 8224920"/>
                <a:gd name="GluePoint5Y" fmla="*/ 329 h 517320"/>
                <a:gd name="GluePoint6X" fmla="*/ 0 w 8224920"/>
                <a:gd name="GluePoint6Y" fmla="*/ 329 h 5173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4789" h="329">
                  <a:moveTo>
                    <a:pt x="0" y="329"/>
                  </a:moveTo>
                  <a:lnTo>
                    <a:pt x="4789" y="77"/>
                  </a:lnTo>
                  <a:lnTo>
                    <a:pt x="4789" y="0"/>
                  </a:lnTo>
                  <a:lnTo>
                    <a:pt x="0" y="107"/>
                  </a:lnTo>
                  <a:lnTo>
                    <a:pt x="0" y="329"/>
                  </a:lnTo>
                  <a:lnTo>
                    <a:pt x="0" y="329"/>
                  </a:lnTo>
                  <a:close/>
                </a:path>
              </a:pathLst>
            </a:custGeom>
            <a:gradFill rotWithShape="0">
              <a:gsLst>
                <a:gs pos="0">
                  <a:srgbClr val="00007d"/>
                </a:gs>
                <a:gs pos="100000">
                  <a:srgbClr val="000099"/>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51" name=""/>
            <p:cNvSpPr/>
            <p:nvPr/>
          </p:nvSpPr>
          <p:spPr>
            <a:xfrm>
              <a:off x="8229600" y="5877000"/>
              <a:ext cx="1670040" cy="155520"/>
            </a:xfrm>
            <a:custGeom>
              <a:avLst/>
              <a:gdLst>
                <a:gd name="GluePoint1X" fmla="*/ 966 w 1670040"/>
                <a:gd name="GluePoint1Y" fmla="*/ 48 h 155520"/>
                <a:gd name="GluePoint2X" fmla="*/ 966 w 1670040"/>
                <a:gd name="GluePoint2Y" fmla="*/ 0 h 155520"/>
                <a:gd name="GluePoint3X" fmla="*/ 0 w 1670040"/>
                <a:gd name="GluePoint3Y" fmla="*/ 24 h 155520"/>
                <a:gd name="GluePoint4X" fmla="*/ 0 w 1670040"/>
                <a:gd name="GluePoint4Y" fmla="*/ 101 h 155520"/>
                <a:gd name="GluePoint5X" fmla="*/ 966 w 1670040"/>
                <a:gd name="GluePoint5Y" fmla="*/ 48 h 155520"/>
                <a:gd name="GluePoint6X" fmla="*/ 966 w 1670040"/>
                <a:gd name="GluePoint6Y" fmla="*/ 48 h 1555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975" h="101">
                  <a:moveTo>
                    <a:pt x="975" y="48"/>
                  </a:moveTo>
                  <a:lnTo>
                    <a:pt x="975" y="0"/>
                  </a:lnTo>
                  <a:lnTo>
                    <a:pt x="0" y="24"/>
                  </a:lnTo>
                  <a:lnTo>
                    <a:pt x="0" y="101"/>
                  </a:lnTo>
                  <a:lnTo>
                    <a:pt x="975" y="48"/>
                  </a:lnTo>
                  <a:close/>
                </a:path>
              </a:pathLst>
            </a:custGeom>
            <a:solidFill>
              <a:srgbClr val="000099"/>
            </a:soli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52" name=""/>
            <p:cNvSpPr/>
            <p:nvPr/>
          </p:nvSpPr>
          <p:spPr>
            <a:xfrm>
              <a:off x="6226200" y="6056280"/>
              <a:ext cx="3673440" cy="309600"/>
            </a:xfrm>
            <a:custGeom>
              <a:avLst/>
              <a:gdLst>
                <a:gd name="GluePoint1X" fmla="*/ 2123 w 3673440"/>
                <a:gd name="GluePoint1Y" fmla="*/ 0 h 309600"/>
                <a:gd name="GluePoint2X" fmla="*/ 0 w 3673440"/>
                <a:gd name="GluePoint2Y" fmla="*/ 156 h 309600"/>
                <a:gd name="GluePoint3X" fmla="*/ 0 w 3673440"/>
                <a:gd name="GluePoint3Y" fmla="*/ 198 h 309600"/>
                <a:gd name="GluePoint4X" fmla="*/ 2123 w 3673440"/>
                <a:gd name="GluePoint4Y" fmla="*/ 0 h 309600"/>
                <a:gd name="GluePoint5X" fmla="*/ 2123 w 3673440"/>
                <a:gd name="GluePoint5Y" fmla="*/ 0 h 309600"/>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2141" h="198">
                  <a:moveTo>
                    <a:pt x="2141" y="0"/>
                  </a:moveTo>
                  <a:lnTo>
                    <a:pt x="0" y="156"/>
                  </a:lnTo>
                  <a:lnTo>
                    <a:pt x="0" y="198"/>
                  </a:lnTo>
                  <a:lnTo>
                    <a:pt x="2141" y="0"/>
                  </a:lnTo>
                  <a:close/>
                </a:path>
              </a:pathLst>
            </a:custGeom>
            <a:solidFill>
              <a:srgbClr val="000099"/>
            </a:soli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53" name=""/>
            <p:cNvSpPr/>
            <p:nvPr/>
          </p:nvSpPr>
          <p:spPr>
            <a:xfrm>
              <a:off x="0" y="6303960"/>
              <a:ext cx="6219720" cy="547560"/>
            </a:xfrm>
            <a:custGeom>
              <a:avLst/>
              <a:gdLst>
                <a:gd name="GluePoint1X" fmla="*/ 0 w 6219720"/>
                <a:gd name="GluePoint1Y" fmla="*/ 348 h 547560"/>
                <a:gd name="GluePoint2X" fmla="*/ 311 w 6219720"/>
                <a:gd name="GluePoint2Y" fmla="*/ 348 h 547560"/>
                <a:gd name="GluePoint3X" fmla="*/ 3623 w 6219720"/>
                <a:gd name="GluePoint3Y" fmla="*/ 42 h 547560"/>
                <a:gd name="GluePoint4X" fmla="*/ 3623 w 6219720"/>
                <a:gd name="GluePoint4Y" fmla="*/ 0 h 547560"/>
                <a:gd name="GluePoint5X" fmla="*/ 0 w 6219720"/>
                <a:gd name="GluePoint5Y" fmla="*/ 264 h 547560"/>
                <a:gd name="GluePoint6X" fmla="*/ 0 w 6219720"/>
                <a:gd name="GluePoint6Y" fmla="*/ 348 h 547560"/>
                <a:gd name="GluePoint7X" fmla="*/ 0 w 6219720"/>
                <a:gd name="GluePoint7Y" fmla="*/ 348 h 54756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3623" h="348">
                  <a:moveTo>
                    <a:pt x="0" y="348"/>
                  </a:moveTo>
                  <a:lnTo>
                    <a:pt x="311" y="348"/>
                  </a:lnTo>
                  <a:lnTo>
                    <a:pt x="3623" y="42"/>
                  </a:lnTo>
                  <a:lnTo>
                    <a:pt x="3623" y="0"/>
                  </a:lnTo>
                  <a:lnTo>
                    <a:pt x="0" y="264"/>
                  </a:lnTo>
                  <a:lnTo>
                    <a:pt x="0" y="348"/>
                  </a:lnTo>
                  <a:lnTo>
                    <a:pt x="0" y="348"/>
                  </a:lnTo>
                  <a:close/>
                </a:path>
              </a:pathLst>
            </a:custGeom>
            <a:gradFill rotWithShape="0">
              <a:gsLst>
                <a:gs pos="0">
                  <a:srgbClr val="00006f"/>
                </a:gs>
                <a:gs pos="100000">
                  <a:srgbClr val="000099"/>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54" name=""/>
            <p:cNvSpPr/>
            <p:nvPr/>
          </p:nvSpPr>
          <p:spPr>
            <a:xfrm>
              <a:off x="3606840" y="6418440"/>
              <a:ext cx="4317840" cy="433080"/>
            </a:xfrm>
            <a:custGeom>
              <a:avLst/>
              <a:gdLst>
                <a:gd name="GluePoint1X" fmla="*/ 2155 w 4317840"/>
                <a:gd name="GluePoint1Y" fmla="*/ 276 h 433080"/>
                <a:gd name="GluePoint2X" fmla="*/ 2490 w 4317840"/>
                <a:gd name="GluePoint2Y" fmla="*/ 204 h 433080"/>
                <a:gd name="GluePoint3X" fmla="*/ 2233 w 4317840"/>
                <a:gd name="GluePoint3Y" fmla="*/ 0 h 433080"/>
                <a:gd name="GluePoint4X" fmla="*/ 0 w 4317840"/>
                <a:gd name="GluePoint4Y" fmla="*/ 276 h 433080"/>
                <a:gd name="GluePoint5X" fmla="*/ 2155 w 4317840"/>
                <a:gd name="GluePoint5Y" fmla="*/ 276 h 433080"/>
                <a:gd name="GluePoint6X" fmla="*/ 2155 w 4317840"/>
                <a:gd name="GluePoint6Y" fmla="*/ 276 h 4330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2517" h="276">
                  <a:moveTo>
                    <a:pt x="2182" y="276"/>
                  </a:moveTo>
                  <a:lnTo>
                    <a:pt x="2517" y="204"/>
                  </a:lnTo>
                  <a:lnTo>
                    <a:pt x="2260" y="0"/>
                  </a:lnTo>
                  <a:lnTo>
                    <a:pt x="0" y="276"/>
                  </a:lnTo>
                  <a:lnTo>
                    <a:pt x="2182" y="276"/>
                  </a:lnTo>
                  <a:close/>
                </a:path>
              </a:pathLst>
            </a:custGeom>
            <a:solidFill>
              <a:srgbClr val="000099"/>
            </a:soli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55" name=""/>
            <p:cNvSpPr/>
            <p:nvPr/>
          </p:nvSpPr>
          <p:spPr>
            <a:xfrm>
              <a:off x="7489800" y="6141960"/>
              <a:ext cx="2409840" cy="595440"/>
            </a:xfrm>
            <a:custGeom>
              <a:avLst/>
              <a:gdLst>
                <a:gd name="GluePoint1X" fmla="*/ 1405 w 2409840"/>
                <a:gd name="GluePoint1Y" fmla="*/ 126 h 595440"/>
                <a:gd name="GluePoint2X" fmla="*/ 1405 w 2409840"/>
                <a:gd name="GluePoint2Y" fmla="*/ 0 h 595440"/>
                <a:gd name="GluePoint3X" fmla="*/ 0 w 2409840"/>
                <a:gd name="GluePoint3Y" fmla="*/ 174 h 595440"/>
                <a:gd name="GluePoint4X" fmla="*/ 257 w 2409840"/>
                <a:gd name="GluePoint4Y" fmla="*/ 378 h 595440"/>
                <a:gd name="GluePoint5X" fmla="*/ 1405 w 2409840"/>
                <a:gd name="GluePoint5Y" fmla="*/ 126 h 595440"/>
                <a:gd name="GluePoint6X" fmla="*/ 1405 w 2409840"/>
                <a:gd name="GluePoint6Y" fmla="*/ 126 h 5954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1405" h="378">
                  <a:moveTo>
                    <a:pt x="1405" y="126"/>
                  </a:moveTo>
                  <a:lnTo>
                    <a:pt x="1405" y="0"/>
                  </a:lnTo>
                  <a:lnTo>
                    <a:pt x="0" y="174"/>
                  </a:lnTo>
                  <a:lnTo>
                    <a:pt x="257" y="378"/>
                  </a:lnTo>
                  <a:lnTo>
                    <a:pt x="1405" y="126"/>
                  </a:lnTo>
                  <a:lnTo>
                    <a:pt x="1405" y="126"/>
                  </a:lnTo>
                  <a:close/>
                </a:path>
              </a:pathLst>
            </a:custGeom>
            <a:gradFill rotWithShape="0">
              <a:gsLst>
                <a:gs pos="0">
                  <a:srgbClr val="000099"/>
                </a:gs>
                <a:gs pos="100000">
                  <a:srgbClr val="08089c"/>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56" name=""/>
            <p:cNvSpPr/>
            <p:nvPr/>
          </p:nvSpPr>
          <p:spPr>
            <a:xfrm>
              <a:off x="8651880" y="5002200"/>
              <a:ext cx="1246320" cy="376200"/>
            </a:xfrm>
            <a:custGeom>
              <a:avLst/>
              <a:gdLst>
                <a:gd name="GluePoint1X" fmla="*/ 720 w 1246320"/>
                <a:gd name="GluePoint1Y" fmla="*/ 240 h 376200"/>
                <a:gd name="GluePoint2X" fmla="*/ 0 w 1246320"/>
                <a:gd name="GluePoint2Y" fmla="*/ 0 h 376200"/>
                <a:gd name="GluePoint3X" fmla="*/ 0 w 1246320"/>
                <a:gd name="GluePoint3Y" fmla="*/ 6 h 376200"/>
                <a:gd name="GluePoint4X" fmla="*/ 720 w 1246320"/>
                <a:gd name="GluePoint4Y" fmla="*/ 240 h 376200"/>
                <a:gd name="GluePoint5X" fmla="*/ 720 w 1246320"/>
                <a:gd name="GluePoint5Y" fmla="*/ 240 h 376200"/>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729" h="240">
                  <a:moveTo>
                    <a:pt x="729" y="240"/>
                  </a:moveTo>
                  <a:lnTo>
                    <a:pt x="0" y="0"/>
                  </a:lnTo>
                  <a:lnTo>
                    <a:pt x="0" y="6"/>
                  </a:lnTo>
                  <a:lnTo>
                    <a:pt x="729" y="240"/>
                  </a:lnTo>
                  <a:close/>
                </a:path>
              </a:pathLst>
            </a:custGeom>
            <a:solidFill>
              <a:srgbClr val="000099"/>
            </a:soli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57" name=""/>
            <p:cNvSpPr/>
            <p:nvPr/>
          </p:nvSpPr>
          <p:spPr>
            <a:xfrm>
              <a:off x="0" y="2359080"/>
              <a:ext cx="8647200" cy="2647800"/>
            </a:xfrm>
            <a:custGeom>
              <a:avLst/>
              <a:gdLst>
                <a:gd name="GluePoint1X" fmla="*/ 0 w 8647200"/>
                <a:gd name="GluePoint1Y" fmla="*/ 72 h 2647800"/>
                <a:gd name="GluePoint2X" fmla="*/ 5035 w 8647200"/>
                <a:gd name="GluePoint2Y" fmla="*/ 1672 h 2647800"/>
                <a:gd name="GluePoint3X" fmla="*/ 5035 w 8647200"/>
                <a:gd name="GluePoint3Y" fmla="*/ 1666 h 2647800"/>
                <a:gd name="GluePoint4X" fmla="*/ 0 w 8647200"/>
                <a:gd name="GluePoint4Y" fmla="*/ 0 h 2647800"/>
                <a:gd name="GluePoint5X" fmla="*/ 0 w 8647200"/>
                <a:gd name="GluePoint5Y" fmla="*/ 72 h 2647800"/>
                <a:gd name="GluePoint6X" fmla="*/ 0 w 8647200"/>
                <a:gd name="GluePoint6Y" fmla="*/ 72 h 26478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5035" h="1672">
                  <a:moveTo>
                    <a:pt x="0" y="72"/>
                  </a:moveTo>
                  <a:lnTo>
                    <a:pt x="5035" y="1672"/>
                  </a:lnTo>
                  <a:lnTo>
                    <a:pt x="5035" y="1666"/>
                  </a:lnTo>
                  <a:lnTo>
                    <a:pt x="0" y="0"/>
                  </a:lnTo>
                  <a:lnTo>
                    <a:pt x="0" y="72"/>
                  </a:lnTo>
                  <a:lnTo>
                    <a:pt x="0" y="72"/>
                  </a:lnTo>
                  <a:close/>
                </a:path>
              </a:pathLst>
            </a:custGeom>
            <a:gradFill rotWithShape="0">
              <a:gsLst>
                <a:gs pos="0">
                  <a:srgbClr val="000053"/>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58" name=""/>
            <p:cNvSpPr/>
            <p:nvPr/>
          </p:nvSpPr>
          <p:spPr>
            <a:xfrm>
              <a:off x="8651880" y="4840200"/>
              <a:ext cx="1246320" cy="500040"/>
            </a:xfrm>
            <a:custGeom>
              <a:avLst/>
              <a:gdLst>
                <a:gd name="GluePoint1X" fmla="*/ 720 w 1246320"/>
                <a:gd name="GluePoint1Y" fmla="*/ 318 h 500040"/>
                <a:gd name="GluePoint2X" fmla="*/ 720 w 1246320"/>
                <a:gd name="GluePoint2Y" fmla="*/ 312 h 500040"/>
                <a:gd name="GluePoint3X" fmla="*/ 0 w 1246320"/>
                <a:gd name="GluePoint3Y" fmla="*/ 0 h 500040"/>
                <a:gd name="GluePoint4X" fmla="*/ 0 w 1246320"/>
                <a:gd name="GluePoint4Y" fmla="*/ 54 h 500040"/>
                <a:gd name="GluePoint5X" fmla="*/ 720 w 1246320"/>
                <a:gd name="GluePoint5Y" fmla="*/ 318 h 500040"/>
                <a:gd name="GluePoint6X" fmla="*/ 720 w 1246320"/>
                <a:gd name="GluePoint6Y" fmla="*/ 318 h 5000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729" h="318">
                  <a:moveTo>
                    <a:pt x="729" y="318"/>
                  </a:moveTo>
                  <a:lnTo>
                    <a:pt x="729" y="312"/>
                  </a:lnTo>
                  <a:lnTo>
                    <a:pt x="0" y="0"/>
                  </a:lnTo>
                  <a:lnTo>
                    <a:pt x="0" y="54"/>
                  </a:lnTo>
                  <a:lnTo>
                    <a:pt x="729" y="318"/>
                  </a:lnTo>
                  <a:close/>
                </a:path>
              </a:pathLst>
            </a:custGeom>
            <a:gradFill rotWithShape="0">
              <a:gsLst>
                <a:gs pos="0">
                  <a:srgbClr val="000080"/>
                </a:gs>
                <a:gs pos="100000">
                  <a:srgbClr val="000099"/>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59" name=""/>
            <p:cNvSpPr/>
            <p:nvPr/>
          </p:nvSpPr>
          <p:spPr>
            <a:xfrm>
              <a:off x="0" y="1454040"/>
              <a:ext cx="8647200" cy="3467160"/>
            </a:xfrm>
            <a:custGeom>
              <a:avLst/>
              <a:gdLst>
                <a:gd name="GluePoint1X" fmla="*/ 0 w 8647200"/>
                <a:gd name="GluePoint1Y" fmla="*/ 396 h 3467160"/>
                <a:gd name="GluePoint2X" fmla="*/ 5035 w 8647200"/>
                <a:gd name="GluePoint2Y" fmla="*/ 2188 h 3467160"/>
                <a:gd name="GluePoint3X" fmla="*/ 5035 w 8647200"/>
                <a:gd name="GluePoint3Y" fmla="*/ 2134 h 3467160"/>
                <a:gd name="GluePoint4X" fmla="*/ 0 w 8647200"/>
                <a:gd name="GluePoint4Y" fmla="*/ 0 h 3467160"/>
                <a:gd name="GluePoint5X" fmla="*/ 0 w 8647200"/>
                <a:gd name="GluePoint5Y" fmla="*/ 396 h 3467160"/>
                <a:gd name="GluePoint6X" fmla="*/ 0 w 8647200"/>
                <a:gd name="GluePoint6Y" fmla="*/ 396 h 346716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5035" h="2188">
                  <a:moveTo>
                    <a:pt x="0" y="396"/>
                  </a:moveTo>
                  <a:lnTo>
                    <a:pt x="5035" y="2188"/>
                  </a:lnTo>
                  <a:lnTo>
                    <a:pt x="5035" y="2134"/>
                  </a:lnTo>
                  <a:lnTo>
                    <a:pt x="0" y="0"/>
                  </a:lnTo>
                  <a:lnTo>
                    <a:pt x="0" y="396"/>
                  </a:lnTo>
                  <a:lnTo>
                    <a:pt x="0" y="396"/>
                  </a:lnTo>
                  <a:close/>
                </a:path>
              </a:pathLst>
            </a:custGeom>
            <a:gradFill rotWithShape="0">
              <a:gsLst>
                <a:gs pos="0">
                  <a:srgbClr val="000055"/>
                </a:gs>
                <a:gs pos="100000">
                  <a:srgbClr val="000080"/>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60" name=""/>
            <p:cNvSpPr/>
            <p:nvPr/>
          </p:nvSpPr>
          <p:spPr>
            <a:xfrm>
              <a:off x="3944880" y="0"/>
              <a:ext cx="5429160" cy="4321080"/>
            </a:xfrm>
            <a:custGeom>
              <a:avLst/>
              <a:gdLst>
                <a:gd name="GluePoint1X" fmla="*/ 0 w 5429160"/>
                <a:gd name="GluePoint1Y" fmla="*/ 0 h 4321080"/>
                <a:gd name="GluePoint2X" fmla="*/ 3145 w 5429160"/>
                <a:gd name="GluePoint2Y" fmla="*/ 2727 h 4321080"/>
                <a:gd name="GluePoint3X" fmla="*/ 3163 w 5429160"/>
                <a:gd name="GluePoint3Y" fmla="*/ 2704 h 4321080"/>
                <a:gd name="GluePoint4X" fmla="*/ 102 w 5429160"/>
                <a:gd name="GluePoint4Y" fmla="*/ 0 h 4321080"/>
                <a:gd name="GluePoint5X" fmla="*/ 0 w 5429160"/>
                <a:gd name="GluePoint5Y" fmla="*/ 0 h 4321080"/>
                <a:gd name="GluePoint6X" fmla="*/ 0 w 5429160"/>
                <a:gd name="GluePoint6Y" fmla="*/ 0 h 43210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3163" h="2727">
                  <a:moveTo>
                    <a:pt x="0" y="0"/>
                  </a:moveTo>
                  <a:lnTo>
                    <a:pt x="3145" y="2727"/>
                  </a:lnTo>
                  <a:lnTo>
                    <a:pt x="3163" y="2704"/>
                  </a:lnTo>
                  <a:lnTo>
                    <a:pt x="102" y="0"/>
                  </a:lnTo>
                  <a:lnTo>
                    <a:pt x="0" y="0"/>
                  </a:lnTo>
                  <a:lnTo>
                    <a:pt x="0" y="0"/>
                  </a:lnTo>
                  <a:close/>
                </a:path>
              </a:pathLst>
            </a:custGeom>
            <a:gradFill rotWithShape="0">
              <a:gsLst>
                <a:gs pos="0">
                  <a:srgbClr val="00006b"/>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61" name=""/>
            <p:cNvSpPr/>
            <p:nvPr/>
          </p:nvSpPr>
          <p:spPr>
            <a:xfrm>
              <a:off x="9348840" y="4289400"/>
              <a:ext cx="550800" cy="469800"/>
            </a:xfrm>
            <a:custGeom>
              <a:avLst/>
              <a:gdLst>
                <a:gd name="GluePoint1X" fmla="*/ 323 w 550800"/>
                <a:gd name="GluePoint1Y" fmla="*/ 299 h 469800"/>
                <a:gd name="GluePoint2X" fmla="*/ 323 w 550800"/>
                <a:gd name="GluePoint2Y" fmla="*/ 263 h 469800"/>
                <a:gd name="GluePoint3X" fmla="*/ 18 w 550800"/>
                <a:gd name="GluePoint3Y" fmla="*/ 0 h 469800"/>
                <a:gd name="GluePoint4X" fmla="*/ 0 w 550800"/>
                <a:gd name="GluePoint4Y" fmla="*/ 23 h 469800"/>
                <a:gd name="GluePoint5X" fmla="*/ 323 w 550800"/>
                <a:gd name="GluePoint5Y" fmla="*/ 299 h 469800"/>
                <a:gd name="GluePoint6X" fmla="*/ 323 w 550800"/>
                <a:gd name="GluePoint6Y" fmla="*/ 299 h 4698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323" h="299">
                  <a:moveTo>
                    <a:pt x="323" y="299"/>
                  </a:moveTo>
                  <a:lnTo>
                    <a:pt x="323" y="263"/>
                  </a:lnTo>
                  <a:lnTo>
                    <a:pt x="18" y="0"/>
                  </a:lnTo>
                  <a:lnTo>
                    <a:pt x="0" y="23"/>
                  </a:lnTo>
                  <a:lnTo>
                    <a:pt x="323" y="299"/>
                  </a:lnTo>
                  <a:lnTo>
                    <a:pt x="323" y="299"/>
                  </a:lnTo>
                  <a:close/>
                </a:path>
              </a:pathLst>
            </a:custGeom>
            <a:gradFill rotWithShape="0">
              <a:gsLst>
                <a:gs pos="0">
                  <a:srgbClr val="000099"/>
                </a:gs>
                <a:gs pos="100000">
                  <a:srgbClr val="0f0f9f"/>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62" name=""/>
            <p:cNvSpPr/>
            <p:nvPr/>
          </p:nvSpPr>
          <p:spPr>
            <a:xfrm>
              <a:off x="9420120" y="4108320"/>
              <a:ext cx="479520" cy="527040"/>
            </a:xfrm>
            <a:custGeom>
              <a:avLst/>
              <a:gdLst>
                <a:gd name="GluePoint1X" fmla="*/ 290 w 479520"/>
                <a:gd name="GluePoint1Y" fmla="*/ 335 h 527040"/>
                <a:gd name="GluePoint2X" fmla="*/ 290 w 479520"/>
                <a:gd name="GluePoint2Y" fmla="*/ 173 h 527040"/>
                <a:gd name="GluePoint3X" fmla="*/ 96 w 479520"/>
                <a:gd name="GluePoint3Y" fmla="*/ 0 h 527040"/>
                <a:gd name="GluePoint4X" fmla="*/ 0 w 479520"/>
                <a:gd name="GluePoint4Y" fmla="*/ 90 h 527040"/>
                <a:gd name="GluePoint5X" fmla="*/ 290 w 479520"/>
                <a:gd name="GluePoint5Y" fmla="*/ 335 h 527040"/>
                <a:gd name="GluePoint6X" fmla="*/ 290 w 479520"/>
                <a:gd name="GluePoint6Y" fmla="*/ 335 h 5270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281" h="335">
                  <a:moveTo>
                    <a:pt x="281" y="335"/>
                  </a:moveTo>
                  <a:lnTo>
                    <a:pt x="281" y="173"/>
                  </a:lnTo>
                  <a:lnTo>
                    <a:pt x="96" y="0"/>
                  </a:lnTo>
                  <a:lnTo>
                    <a:pt x="0" y="90"/>
                  </a:lnTo>
                  <a:lnTo>
                    <a:pt x="281" y="335"/>
                  </a:lnTo>
                  <a:close/>
                </a:path>
              </a:pathLst>
            </a:custGeom>
            <a:solidFill>
              <a:srgbClr val="000099"/>
            </a:soli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63" name=""/>
            <p:cNvSpPr/>
            <p:nvPr/>
          </p:nvSpPr>
          <p:spPr>
            <a:xfrm>
              <a:off x="4219560" y="0"/>
              <a:ext cx="5351400" cy="4246560"/>
            </a:xfrm>
            <a:custGeom>
              <a:avLst/>
              <a:gdLst>
                <a:gd name="GluePoint1X" fmla="*/ 0 w 5351400"/>
                <a:gd name="GluePoint1Y" fmla="*/ 0 h 4246560"/>
                <a:gd name="GluePoint2X" fmla="*/ 3026 w 5351400"/>
                <a:gd name="GluePoint2Y" fmla="*/ 2680 h 4246560"/>
                <a:gd name="GluePoint3X" fmla="*/ 3122 w 5351400"/>
                <a:gd name="GluePoint3Y" fmla="*/ 2590 h 4246560"/>
                <a:gd name="GluePoint4X" fmla="*/ 383 w 5351400"/>
                <a:gd name="GluePoint4Y" fmla="*/ 0 h 4246560"/>
                <a:gd name="GluePoint5X" fmla="*/ 0 w 5351400"/>
                <a:gd name="GluePoint5Y" fmla="*/ 0 h 4246560"/>
                <a:gd name="GluePoint6X" fmla="*/ 0 w 5351400"/>
                <a:gd name="GluePoint6Y" fmla="*/ 0 h 424656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3122" h="2680">
                  <a:moveTo>
                    <a:pt x="0" y="0"/>
                  </a:moveTo>
                  <a:lnTo>
                    <a:pt x="3026" y="2680"/>
                  </a:lnTo>
                  <a:lnTo>
                    <a:pt x="3122" y="2590"/>
                  </a:lnTo>
                  <a:lnTo>
                    <a:pt x="383" y="0"/>
                  </a:lnTo>
                  <a:lnTo>
                    <a:pt x="0" y="0"/>
                  </a:lnTo>
                  <a:lnTo>
                    <a:pt x="0" y="0"/>
                  </a:lnTo>
                  <a:close/>
                </a:path>
              </a:pathLst>
            </a:custGeom>
            <a:gradFill rotWithShape="0">
              <a:gsLst>
                <a:gs pos="0">
                  <a:srgbClr val="000047"/>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64" name=""/>
            <p:cNvSpPr/>
            <p:nvPr/>
          </p:nvSpPr>
          <p:spPr>
            <a:xfrm>
              <a:off x="9677520" y="4022640"/>
              <a:ext cx="222120" cy="204840"/>
            </a:xfrm>
            <a:custGeom>
              <a:avLst/>
              <a:gdLst>
                <a:gd name="GluePoint1X" fmla="*/ 132 w 222120"/>
                <a:gd name="GluePoint1Y" fmla="*/ 132 h 204840"/>
                <a:gd name="GluePoint2X" fmla="*/ 0 w 222120"/>
                <a:gd name="GluePoint2Y" fmla="*/ 0 h 204840"/>
                <a:gd name="GluePoint3X" fmla="*/ 0 w 222120"/>
                <a:gd name="GluePoint3Y" fmla="*/ 0 h 204840"/>
                <a:gd name="GluePoint4X" fmla="*/ 132 w 222120"/>
                <a:gd name="GluePoint4Y" fmla="*/ 132 h 204840"/>
                <a:gd name="GluePoint5X" fmla="*/ 132 w 222120"/>
                <a:gd name="GluePoint5Y" fmla="*/ 132 h 204840"/>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132" h="132">
                  <a:moveTo>
                    <a:pt x="132" y="132"/>
                  </a:moveTo>
                  <a:lnTo>
                    <a:pt x="0" y="0"/>
                  </a:lnTo>
                  <a:lnTo>
                    <a:pt x="132" y="132"/>
                  </a:lnTo>
                  <a:close/>
                </a:path>
              </a:pathLst>
            </a:custGeom>
            <a:solidFill>
              <a:srgbClr val="ff9999"/>
            </a:soli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65" name=""/>
            <p:cNvSpPr/>
            <p:nvPr/>
          </p:nvSpPr>
          <p:spPr>
            <a:xfrm>
              <a:off x="5351400" y="0"/>
              <a:ext cx="4318200" cy="4017960"/>
            </a:xfrm>
            <a:custGeom>
              <a:avLst/>
              <a:gdLst>
                <a:gd name="GluePoint1X" fmla="*/ 0 w 4318200"/>
                <a:gd name="GluePoint1Y" fmla="*/ 0 h 4017960"/>
                <a:gd name="GluePoint2X" fmla="*/ 2517 w 4318200"/>
                <a:gd name="GluePoint2Y" fmla="*/ 2536 h 4017960"/>
                <a:gd name="GluePoint3X" fmla="*/ 2517 w 4318200"/>
                <a:gd name="GluePoint3Y" fmla="*/ 2536 h 4017960"/>
                <a:gd name="GluePoint4X" fmla="*/ 66 w 4318200"/>
                <a:gd name="GluePoint4Y" fmla="*/ 0 h 4017960"/>
                <a:gd name="GluePoint5X" fmla="*/ 0 w 4318200"/>
                <a:gd name="GluePoint5Y" fmla="*/ 0 h 4017960"/>
                <a:gd name="GluePoint6X" fmla="*/ 0 w 4318200"/>
                <a:gd name="GluePoint6Y" fmla="*/ 0 h 401796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2517" h="2536">
                  <a:moveTo>
                    <a:pt x="0" y="0"/>
                  </a:moveTo>
                  <a:lnTo>
                    <a:pt x="2517" y="2536"/>
                  </a:lnTo>
                  <a:lnTo>
                    <a:pt x="2517" y="2536"/>
                  </a:lnTo>
                  <a:lnTo>
                    <a:pt x="66" y="0"/>
                  </a:lnTo>
                  <a:lnTo>
                    <a:pt x="0" y="0"/>
                  </a:lnTo>
                  <a:lnTo>
                    <a:pt x="0" y="0"/>
                  </a:lnTo>
                  <a:close/>
                </a:path>
              </a:pathLst>
            </a:custGeom>
            <a:gradFill rotWithShape="0">
              <a:gsLst>
                <a:gs pos="0">
                  <a:srgbClr val="00004f"/>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66" name=""/>
            <p:cNvSpPr/>
            <p:nvPr/>
          </p:nvSpPr>
          <p:spPr>
            <a:xfrm>
              <a:off x="5997600" y="0"/>
              <a:ext cx="3774960" cy="3932280"/>
            </a:xfrm>
            <a:custGeom>
              <a:avLst/>
              <a:gdLst>
                <a:gd name="GluePoint1X" fmla="*/ 0 w 3774960"/>
                <a:gd name="GluePoint1Y" fmla="*/ 0 h 3932280"/>
                <a:gd name="GluePoint2X" fmla="*/ 2188 w 3774960"/>
                <a:gd name="GluePoint2Y" fmla="*/ 2482 h 3932280"/>
                <a:gd name="GluePoint3X" fmla="*/ 2200 w 3774960"/>
                <a:gd name="GluePoint3Y" fmla="*/ 2476 h 3932280"/>
                <a:gd name="GluePoint4X" fmla="*/ 317 w 3774960"/>
                <a:gd name="GluePoint4Y" fmla="*/ 0 h 3932280"/>
                <a:gd name="GluePoint5X" fmla="*/ 0 w 3774960"/>
                <a:gd name="GluePoint5Y" fmla="*/ 0 h 3932280"/>
                <a:gd name="GluePoint6X" fmla="*/ 0 w 3774960"/>
                <a:gd name="GluePoint6Y" fmla="*/ 0 h 39322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2200" h="2482">
                  <a:moveTo>
                    <a:pt x="0" y="0"/>
                  </a:moveTo>
                  <a:lnTo>
                    <a:pt x="2188" y="2482"/>
                  </a:lnTo>
                  <a:lnTo>
                    <a:pt x="2200" y="2476"/>
                  </a:lnTo>
                  <a:lnTo>
                    <a:pt x="317" y="0"/>
                  </a:lnTo>
                  <a:lnTo>
                    <a:pt x="0" y="0"/>
                  </a:lnTo>
                  <a:lnTo>
                    <a:pt x="0" y="0"/>
                  </a:lnTo>
                  <a:close/>
                </a:path>
              </a:pathLst>
            </a:custGeom>
            <a:gradFill rotWithShape="0">
              <a:gsLst>
                <a:gs pos="0">
                  <a:srgbClr val="000065"/>
                </a:gs>
                <a:gs pos="100000">
                  <a:srgbClr val="000080"/>
                </a:gs>
              </a:gsLst>
              <a:lin ang="54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67" name=""/>
            <p:cNvSpPr/>
            <p:nvPr/>
          </p:nvSpPr>
          <p:spPr>
            <a:xfrm>
              <a:off x="9759960" y="3927600"/>
              <a:ext cx="139680" cy="147600"/>
            </a:xfrm>
            <a:custGeom>
              <a:avLst/>
              <a:gdLst>
                <a:gd name="GluePoint1X" fmla="*/ 84 w 139680"/>
                <a:gd name="GluePoint1Y" fmla="*/ 96 h 147600"/>
                <a:gd name="GluePoint2X" fmla="*/ 84 w 139680"/>
                <a:gd name="GluePoint2Y" fmla="*/ 90 h 147600"/>
                <a:gd name="GluePoint3X" fmla="*/ 12 w 139680"/>
                <a:gd name="GluePoint3Y" fmla="*/ 0 h 147600"/>
                <a:gd name="GluePoint4X" fmla="*/ 0 w 139680"/>
                <a:gd name="GluePoint4Y" fmla="*/ 6 h 147600"/>
                <a:gd name="GluePoint5X" fmla="*/ 84 w 139680"/>
                <a:gd name="GluePoint5Y" fmla="*/ 96 h 147600"/>
                <a:gd name="GluePoint6X" fmla="*/ 84 w 139680"/>
                <a:gd name="GluePoint6Y" fmla="*/ 96 h 1476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84" h="96">
                  <a:moveTo>
                    <a:pt x="84" y="96"/>
                  </a:moveTo>
                  <a:lnTo>
                    <a:pt x="84" y="90"/>
                  </a:lnTo>
                  <a:lnTo>
                    <a:pt x="12" y="0"/>
                  </a:lnTo>
                  <a:lnTo>
                    <a:pt x="0" y="6"/>
                  </a:lnTo>
                  <a:lnTo>
                    <a:pt x="84" y="96"/>
                  </a:lnTo>
                  <a:lnTo>
                    <a:pt x="84" y="96"/>
                  </a:lnTo>
                  <a:close/>
                </a:path>
              </a:pathLst>
            </a:custGeom>
            <a:gradFill rotWithShape="0">
              <a:gsLst>
                <a:gs pos="0">
                  <a:srgbClr val="000099"/>
                </a:gs>
                <a:gs pos="100000">
                  <a:srgbClr val="1717a2"/>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68" name=""/>
            <p:cNvSpPr/>
            <p:nvPr/>
          </p:nvSpPr>
          <p:spPr>
            <a:xfrm>
              <a:off x="9637560" y="1349280"/>
              <a:ext cx="262080" cy="814320"/>
            </a:xfrm>
            <a:custGeom>
              <a:avLst/>
              <a:gdLst>
                <a:gd name="GluePoint1X" fmla="*/ 155 w 262080"/>
                <a:gd name="GluePoint1Y" fmla="*/ 516 h 814320"/>
                <a:gd name="GluePoint2X" fmla="*/ 155 w 262080"/>
                <a:gd name="GluePoint2Y" fmla="*/ 204 h 814320"/>
                <a:gd name="GluePoint3X" fmla="*/ 77 w 262080"/>
                <a:gd name="GluePoint3Y" fmla="*/ 0 h 814320"/>
                <a:gd name="GluePoint4X" fmla="*/ 0 w 262080"/>
                <a:gd name="GluePoint4Y" fmla="*/ 192 h 814320"/>
                <a:gd name="GluePoint5X" fmla="*/ 155 w 262080"/>
                <a:gd name="GluePoint5Y" fmla="*/ 516 h 814320"/>
                <a:gd name="GluePoint6X" fmla="*/ 155 w 262080"/>
                <a:gd name="GluePoint6Y" fmla="*/ 516 h 8143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155" h="516">
                  <a:moveTo>
                    <a:pt x="155" y="516"/>
                  </a:moveTo>
                  <a:lnTo>
                    <a:pt x="155" y="204"/>
                  </a:lnTo>
                  <a:lnTo>
                    <a:pt x="77" y="0"/>
                  </a:lnTo>
                  <a:lnTo>
                    <a:pt x="0" y="192"/>
                  </a:lnTo>
                  <a:lnTo>
                    <a:pt x="155" y="516"/>
                  </a:lnTo>
                  <a:close/>
                </a:path>
              </a:pathLst>
            </a:custGeom>
            <a:solidFill>
              <a:srgbClr val="000080"/>
            </a:soli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69" name=""/>
            <p:cNvSpPr/>
            <p:nvPr/>
          </p:nvSpPr>
          <p:spPr>
            <a:xfrm>
              <a:off x="8783640" y="0"/>
              <a:ext cx="974880" cy="1649520"/>
            </a:xfrm>
            <a:custGeom>
              <a:avLst/>
              <a:gdLst>
                <a:gd name="GluePoint1X" fmla="*/ 0 w 974880"/>
                <a:gd name="GluePoint1Y" fmla="*/ 0 h 1649520"/>
                <a:gd name="GluePoint2X" fmla="*/ 497 w 974880"/>
                <a:gd name="GluePoint2Y" fmla="*/ 1043 h 1649520"/>
                <a:gd name="GluePoint3X" fmla="*/ 574 w 974880"/>
                <a:gd name="GluePoint3Y" fmla="*/ 851 h 1649520"/>
                <a:gd name="GluePoint4X" fmla="*/ 251 w 974880"/>
                <a:gd name="GluePoint4Y" fmla="*/ 0 h 1649520"/>
                <a:gd name="GluePoint5X" fmla="*/ 0 w 974880"/>
                <a:gd name="GluePoint5Y" fmla="*/ 0 h 1649520"/>
                <a:gd name="GluePoint6X" fmla="*/ 0 w 974880"/>
                <a:gd name="GluePoint6Y" fmla="*/ 0 h 16495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574" h="1043">
                  <a:moveTo>
                    <a:pt x="0" y="0"/>
                  </a:moveTo>
                  <a:lnTo>
                    <a:pt x="497" y="1043"/>
                  </a:lnTo>
                  <a:lnTo>
                    <a:pt x="574" y="851"/>
                  </a:lnTo>
                  <a:lnTo>
                    <a:pt x="251" y="0"/>
                  </a:lnTo>
                  <a:lnTo>
                    <a:pt x="0" y="0"/>
                  </a:lnTo>
                  <a:lnTo>
                    <a:pt x="0" y="0"/>
                  </a:lnTo>
                  <a:close/>
                </a:path>
              </a:pathLst>
            </a:custGeom>
            <a:gradFill rotWithShape="0">
              <a:gsLst>
                <a:gs pos="0">
                  <a:srgbClr val="000055"/>
                </a:gs>
                <a:gs pos="100000">
                  <a:srgbClr val="000080"/>
                </a:gs>
              </a:gsLst>
              <a:lin ang="54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70" name=""/>
            <p:cNvSpPr/>
            <p:nvPr/>
          </p:nvSpPr>
          <p:spPr>
            <a:xfrm>
              <a:off x="9307440" y="0"/>
              <a:ext cx="581040" cy="1258920"/>
            </a:xfrm>
            <a:custGeom>
              <a:avLst/>
              <a:gdLst>
                <a:gd name="GluePoint1X" fmla="*/ 144 w 581040"/>
                <a:gd name="GluePoint1Y" fmla="*/ 0 h 1258920"/>
                <a:gd name="GluePoint2X" fmla="*/ 0 w 581040"/>
                <a:gd name="GluePoint2Y" fmla="*/ 0 h 1258920"/>
                <a:gd name="GluePoint3X" fmla="*/ 287 w 581040"/>
                <a:gd name="GluePoint3Y" fmla="*/ 797 h 1258920"/>
                <a:gd name="GluePoint4X" fmla="*/ 341 w 581040"/>
                <a:gd name="GluePoint4Y" fmla="*/ 653 h 1258920"/>
                <a:gd name="GluePoint5X" fmla="*/ 144 w 581040"/>
                <a:gd name="GluePoint5Y" fmla="*/ 0 h 1258920"/>
                <a:gd name="GluePoint6X" fmla="*/ 144 w 581040"/>
                <a:gd name="GluePoint6Y" fmla="*/ 0 h 12589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341" h="797">
                  <a:moveTo>
                    <a:pt x="144" y="0"/>
                  </a:moveTo>
                  <a:lnTo>
                    <a:pt x="0" y="0"/>
                  </a:lnTo>
                  <a:lnTo>
                    <a:pt x="287" y="797"/>
                  </a:lnTo>
                  <a:lnTo>
                    <a:pt x="341" y="653"/>
                  </a:lnTo>
                  <a:lnTo>
                    <a:pt x="144" y="0"/>
                  </a:lnTo>
                  <a:lnTo>
                    <a:pt x="144" y="0"/>
                  </a:lnTo>
                  <a:close/>
                </a:path>
              </a:pathLst>
            </a:custGeom>
            <a:gradFill rotWithShape="0">
              <a:gsLst>
                <a:gs pos="0">
                  <a:srgbClr val="000059"/>
                </a:gs>
                <a:gs pos="100000">
                  <a:srgbClr val="000080"/>
                </a:gs>
              </a:gsLst>
              <a:lin ang="54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71" name=""/>
            <p:cNvSpPr/>
            <p:nvPr/>
          </p:nvSpPr>
          <p:spPr>
            <a:xfrm>
              <a:off x="9801360" y="1036800"/>
              <a:ext cx="98280" cy="488880"/>
            </a:xfrm>
            <a:custGeom>
              <a:avLst/>
              <a:gdLst>
                <a:gd name="GluePoint1X" fmla="*/ 0 w 98280"/>
                <a:gd name="GluePoint1Y" fmla="*/ 144 h 488880"/>
                <a:gd name="GluePoint2X" fmla="*/ 60 w 98280"/>
                <a:gd name="GluePoint2Y" fmla="*/ 303 h 488880"/>
                <a:gd name="GluePoint3X" fmla="*/ 60 w 98280"/>
                <a:gd name="GluePoint3Y" fmla="*/ 6 h 488880"/>
                <a:gd name="GluePoint4X" fmla="*/ 54 w 98280"/>
                <a:gd name="GluePoint4Y" fmla="*/ 0 h 488880"/>
                <a:gd name="GluePoint5X" fmla="*/ 0 w 98280"/>
                <a:gd name="GluePoint5Y" fmla="*/ 144 h 488880"/>
                <a:gd name="GluePoint6X" fmla="*/ 0 w 98280"/>
                <a:gd name="GluePoint6Y" fmla="*/ 144 h 4888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60" h="312">
                  <a:moveTo>
                    <a:pt x="0" y="144"/>
                  </a:moveTo>
                  <a:lnTo>
                    <a:pt x="60" y="312"/>
                  </a:lnTo>
                  <a:lnTo>
                    <a:pt x="60" y="6"/>
                  </a:lnTo>
                  <a:lnTo>
                    <a:pt x="54" y="0"/>
                  </a:lnTo>
                  <a:lnTo>
                    <a:pt x="0" y="144"/>
                  </a:lnTo>
                  <a:close/>
                </a:path>
              </a:pathLst>
            </a:custGeom>
            <a:solidFill>
              <a:srgbClr val="000080"/>
            </a:soli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72" name=""/>
            <p:cNvSpPr/>
            <p:nvPr/>
          </p:nvSpPr>
          <p:spPr>
            <a:xfrm>
              <a:off x="3240" y="2541600"/>
              <a:ext cx="9891720" cy="2954160"/>
            </a:xfrm>
            <a:custGeom>
              <a:avLst/>
              <a:gdLst>
                <a:gd name="GluePoint1X" fmla="*/ 0 w 9891720"/>
                <a:gd name="GluePoint1Y" fmla="*/ 371 h 2954160"/>
                <a:gd name="GluePoint2X" fmla="*/ 5740 w 9891720"/>
                <a:gd name="GluePoint2Y" fmla="*/ 1864 h 2954160"/>
                <a:gd name="GluePoint3X" fmla="*/ 5740 w 9891720"/>
                <a:gd name="GluePoint3Y" fmla="*/ 1834 h 2954160"/>
                <a:gd name="GluePoint4X" fmla="*/ 0 w 9891720"/>
                <a:gd name="GluePoint4Y" fmla="*/ 0 h 2954160"/>
                <a:gd name="GluePoint5X" fmla="*/ 0 w 9891720"/>
                <a:gd name="GluePoint5Y" fmla="*/ 371 h 2954160"/>
                <a:gd name="GluePoint6X" fmla="*/ 0 w 9891720"/>
                <a:gd name="GluePoint6Y" fmla="*/ 371 h 295416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5740" h="1864">
                  <a:moveTo>
                    <a:pt x="0" y="371"/>
                  </a:moveTo>
                  <a:lnTo>
                    <a:pt x="5740" y="1864"/>
                  </a:lnTo>
                  <a:lnTo>
                    <a:pt x="5740" y="1834"/>
                  </a:lnTo>
                  <a:lnTo>
                    <a:pt x="0" y="0"/>
                  </a:lnTo>
                  <a:lnTo>
                    <a:pt x="0" y="371"/>
                  </a:lnTo>
                  <a:lnTo>
                    <a:pt x="0" y="371"/>
                  </a:lnTo>
                  <a:close/>
                </a:path>
              </a:pathLst>
            </a:custGeom>
            <a:gradFill rotWithShape="0">
              <a:gsLst>
                <a:gs pos="0">
                  <a:srgbClr val="000061"/>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73" name=""/>
            <p:cNvSpPr/>
            <p:nvPr/>
          </p:nvSpPr>
          <p:spPr>
            <a:xfrm>
              <a:off x="9896400" y="5529240"/>
              <a:ext cx="4680" cy="4680"/>
            </a:xfrm>
            <a:custGeom>
              <a:avLst/>
              <a:gdLst>
                <a:gd name="GluePoint1X" fmla="*/ 6 w 4680"/>
                <a:gd name="GluePoint1Y" fmla="*/ 6 h 4680"/>
                <a:gd name="GluePoint2X" fmla="*/ 0 w 4680"/>
                <a:gd name="GluePoint2Y" fmla="*/ 0 h 4680"/>
                <a:gd name="GluePoint3X" fmla="*/ 0 w 4680"/>
                <a:gd name="GluePoint3Y" fmla="*/ 6 h 4680"/>
                <a:gd name="GluePoint4X" fmla="*/ 6 w 4680"/>
                <a:gd name="GluePoint4Y" fmla="*/ 6 h 4680"/>
                <a:gd name="GluePoint5X" fmla="*/ 6 w 4680"/>
                <a:gd name="GluePoint5Y" fmla="*/ 6 h 4680"/>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6" h="6">
                  <a:moveTo>
                    <a:pt x="6" y="6"/>
                  </a:moveTo>
                  <a:lnTo>
                    <a:pt x="0" y="0"/>
                  </a:lnTo>
                  <a:lnTo>
                    <a:pt x="0" y="6"/>
                  </a:lnTo>
                  <a:lnTo>
                    <a:pt x="6" y="6"/>
                  </a:lnTo>
                  <a:close/>
                </a:path>
              </a:pathLst>
            </a:custGeom>
            <a:solidFill>
              <a:srgbClr val="18ff00"/>
            </a:solidFill>
            <a:ln w="0">
              <a:noFill/>
            </a:ln>
          </p:spPr>
          <p:style>
            <a:lnRef idx="0"/>
            <a:fillRef idx="0"/>
            <a:effectRef idx="0"/>
            <a:fontRef idx="minor"/>
          </p:style>
          <p:txBody>
            <a:bodyPr wrap="none" lIns="90000" rIns="90000" tIns="-42120" bIns="-42120" anchor="ctr">
              <a:noAutofit/>
            </a:bodyPr>
            <a:p>
              <a:endParaRPr b="0" lang="en-US" sz="1900" strike="noStrike" u="none">
                <a:solidFill>
                  <a:srgbClr val="ffffff"/>
                </a:solidFill>
                <a:effectLst/>
                <a:uFillTx/>
                <a:latin typeface="VNI-Times"/>
              </a:endParaRPr>
            </a:p>
          </p:txBody>
        </p:sp>
        <p:sp>
          <p:nvSpPr>
            <p:cNvPr id="74" name=""/>
            <p:cNvSpPr/>
            <p:nvPr/>
          </p:nvSpPr>
          <p:spPr>
            <a:xfrm>
              <a:off x="3240" y="3416400"/>
              <a:ext cx="9891720" cy="2117520"/>
            </a:xfrm>
            <a:custGeom>
              <a:avLst/>
              <a:gdLst>
                <a:gd name="GluePoint1X" fmla="*/ 0 w 9891720"/>
                <a:gd name="GluePoint1Y" fmla="*/ 366 h 2117520"/>
                <a:gd name="GluePoint2X" fmla="*/ 5740 w 9891720"/>
                <a:gd name="GluePoint2Y" fmla="*/ 1337 h 2117520"/>
                <a:gd name="GluePoint3X" fmla="*/ 5740 w 9891720"/>
                <a:gd name="GluePoint3Y" fmla="*/ 1331 h 2117520"/>
                <a:gd name="GluePoint4X" fmla="*/ 0 w 9891720"/>
                <a:gd name="GluePoint4Y" fmla="*/ 0 h 2117520"/>
                <a:gd name="GluePoint5X" fmla="*/ 0 w 9891720"/>
                <a:gd name="GluePoint5Y" fmla="*/ 366 h 2117520"/>
                <a:gd name="GluePoint6X" fmla="*/ 0 w 9891720"/>
                <a:gd name="GluePoint6Y" fmla="*/ 366 h 21175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5740" h="1337">
                  <a:moveTo>
                    <a:pt x="0" y="366"/>
                  </a:moveTo>
                  <a:lnTo>
                    <a:pt x="5740" y="1337"/>
                  </a:lnTo>
                  <a:lnTo>
                    <a:pt x="5740" y="1331"/>
                  </a:lnTo>
                  <a:lnTo>
                    <a:pt x="0" y="0"/>
                  </a:lnTo>
                  <a:lnTo>
                    <a:pt x="0" y="366"/>
                  </a:lnTo>
                  <a:lnTo>
                    <a:pt x="0" y="366"/>
                  </a:lnTo>
                  <a:close/>
                </a:path>
              </a:pathLst>
            </a:custGeom>
            <a:gradFill rotWithShape="0">
              <a:gsLst>
                <a:gs pos="0">
                  <a:srgbClr val="00005d"/>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75" name=""/>
            <p:cNvSpPr/>
            <p:nvPr/>
          </p:nvSpPr>
          <p:spPr>
            <a:xfrm>
              <a:off x="3240" y="5043600"/>
              <a:ext cx="9891720" cy="652320"/>
            </a:xfrm>
            <a:custGeom>
              <a:avLst/>
              <a:gdLst>
                <a:gd name="GluePoint1X" fmla="*/ 0 w 9891720"/>
                <a:gd name="GluePoint1Y" fmla="*/ 48 h 652320"/>
                <a:gd name="GluePoint2X" fmla="*/ 5740 w 9891720"/>
                <a:gd name="GluePoint2Y" fmla="*/ 414 h 652320"/>
                <a:gd name="GluePoint3X" fmla="*/ 5740 w 9891720"/>
                <a:gd name="GluePoint3Y" fmla="*/ 402 h 652320"/>
                <a:gd name="GluePoint4X" fmla="*/ 0 w 9891720"/>
                <a:gd name="GluePoint4Y" fmla="*/ 0 h 652320"/>
                <a:gd name="GluePoint5X" fmla="*/ 0 w 9891720"/>
                <a:gd name="GluePoint5Y" fmla="*/ 48 h 652320"/>
                <a:gd name="GluePoint6X" fmla="*/ 0 w 9891720"/>
                <a:gd name="GluePoint6Y" fmla="*/ 48 h 6523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5740" h="414">
                  <a:moveTo>
                    <a:pt x="0" y="48"/>
                  </a:moveTo>
                  <a:lnTo>
                    <a:pt x="5740" y="414"/>
                  </a:lnTo>
                  <a:lnTo>
                    <a:pt x="5740" y="402"/>
                  </a:lnTo>
                  <a:lnTo>
                    <a:pt x="0" y="0"/>
                  </a:lnTo>
                  <a:lnTo>
                    <a:pt x="0" y="48"/>
                  </a:lnTo>
                  <a:lnTo>
                    <a:pt x="0" y="48"/>
                  </a:lnTo>
                  <a:close/>
                </a:path>
              </a:pathLst>
            </a:custGeom>
            <a:gradFill rotWithShape="0">
              <a:gsLst>
                <a:gs pos="0">
                  <a:srgbClr val="000082"/>
                </a:gs>
                <a:gs pos="100000">
                  <a:srgbClr val="000099"/>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76" name=""/>
            <p:cNvSpPr/>
            <p:nvPr/>
          </p:nvSpPr>
          <p:spPr>
            <a:xfrm>
              <a:off x="2230560" y="0"/>
              <a:ext cx="7664400" cy="5038560"/>
            </a:xfrm>
            <a:custGeom>
              <a:avLst/>
              <a:gdLst>
                <a:gd name="GluePoint1X" fmla="*/ 0 w 7664400"/>
                <a:gd name="GluePoint1Y" fmla="*/ 0 h 5038560"/>
                <a:gd name="GluePoint2X" fmla="*/ 4448 w 7664400"/>
                <a:gd name="GluePoint2Y" fmla="*/ 3177 h 5038560"/>
                <a:gd name="GluePoint3X" fmla="*/ 4448 w 7664400"/>
                <a:gd name="GluePoint3Y" fmla="*/ 3153 h 5038560"/>
                <a:gd name="GluePoint4X" fmla="*/ 125 w 7664400"/>
                <a:gd name="GluePoint4Y" fmla="*/ 0 h 5038560"/>
                <a:gd name="GluePoint5X" fmla="*/ 0 w 7664400"/>
                <a:gd name="GluePoint5Y" fmla="*/ 0 h 5038560"/>
                <a:gd name="GluePoint6X" fmla="*/ 0 w 7664400"/>
                <a:gd name="GluePoint6Y" fmla="*/ 0 h 503856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4448" h="3177">
                  <a:moveTo>
                    <a:pt x="0" y="0"/>
                  </a:moveTo>
                  <a:lnTo>
                    <a:pt x="4448" y="3177"/>
                  </a:lnTo>
                  <a:lnTo>
                    <a:pt x="4448" y="3153"/>
                  </a:lnTo>
                  <a:lnTo>
                    <a:pt x="125" y="0"/>
                  </a:lnTo>
                  <a:lnTo>
                    <a:pt x="0" y="0"/>
                  </a:lnTo>
                  <a:lnTo>
                    <a:pt x="0" y="0"/>
                  </a:lnTo>
                  <a:close/>
                </a:path>
              </a:pathLst>
            </a:custGeom>
            <a:gradFill rotWithShape="0">
              <a:gsLst>
                <a:gs pos="0">
                  <a:srgbClr val="00004a"/>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77" name=""/>
            <p:cNvSpPr/>
            <p:nvPr/>
          </p:nvSpPr>
          <p:spPr>
            <a:xfrm>
              <a:off x="5711760" y="0"/>
              <a:ext cx="4179960" cy="4145040"/>
            </a:xfrm>
            <a:custGeom>
              <a:avLst/>
              <a:gdLst>
                <a:gd name="GluePoint1X" fmla="*/ 0 w 4179960"/>
                <a:gd name="GluePoint1Y" fmla="*/ 0 h 4145040"/>
                <a:gd name="GluePoint2X" fmla="*/ 2428 w 4179960"/>
                <a:gd name="GluePoint2Y" fmla="*/ 2614 h 4145040"/>
                <a:gd name="GluePoint3X" fmla="*/ 2428 w 4179960"/>
                <a:gd name="GluePoint3Y" fmla="*/ 2608 h 4145040"/>
                <a:gd name="GluePoint4X" fmla="*/ 66 w 4179960"/>
                <a:gd name="GluePoint4Y" fmla="*/ 0 h 4145040"/>
                <a:gd name="GluePoint5X" fmla="*/ 0 w 4179960"/>
                <a:gd name="GluePoint5Y" fmla="*/ 0 h 4145040"/>
                <a:gd name="GluePoint6X" fmla="*/ 0 w 4179960"/>
                <a:gd name="GluePoint6Y" fmla="*/ 0 h 41450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2428" h="2614">
                  <a:moveTo>
                    <a:pt x="0" y="0"/>
                  </a:moveTo>
                  <a:lnTo>
                    <a:pt x="2428" y="2614"/>
                  </a:lnTo>
                  <a:lnTo>
                    <a:pt x="2428" y="2608"/>
                  </a:lnTo>
                  <a:lnTo>
                    <a:pt x="66" y="0"/>
                  </a:lnTo>
                  <a:lnTo>
                    <a:pt x="0" y="0"/>
                  </a:lnTo>
                  <a:lnTo>
                    <a:pt x="0" y="0"/>
                  </a:lnTo>
                  <a:close/>
                </a:path>
              </a:pathLst>
            </a:custGeom>
            <a:gradFill rotWithShape="0">
              <a:gsLst>
                <a:gs pos="0">
                  <a:srgbClr val="000082"/>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78" name=""/>
            <p:cNvSpPr/>
            <p:nvPr/>
          </p:nvSpPr>
          <p:spPr>
            <a:xfrm>
              <a:off x="6792840" y="0"/>
              <a:ext cx="3100320" cy="3906720"/>
            </a:xfrm>
            <a:custGeom>
              <a:avLst/>
              <a:gdLst>
                <a:gd name="GluePoint1X" fmla="*/ 485 w 3100320"/>
                <a:gd name="GluePoint1Y" fmla="*/ 0 h 3906720"/>
                <a:gd name="GluePoint2X" fmla="*/ 0 w 3100320"/>
                <a:gd name="GluePoint2Y" fmla="*/ 0 h 3906720"/>
                <a:gd name="GluePoint3X" fmla="*/ 1800 w 3100320"/>
                <a:gd name="GluePoint3Y" fmla="*/ 2464 h 3906720"/>
                <a:gd name="GluePoint4X" fmla="*/ 1800 w 3100320"/>
                <a:gd name="GluePoint4Y" fmla="*/ 2248 h 3906720"/>
                <a:gd name="GluePoint5X" fmla="*/ 1794 w 3100320"/>
                <a:gd name="GluePoint5Y" fmla="*/ 2248 h 3906720"/>
                <a:gd name="GluePoint6X" fmla="*/ 485 w 3100320"/>
                <a:gd name="GluePoint6Y" fmla="*/ 0 h 3906720"/>
                <a:gd name="GluePoint7X" fmla="*/ 485 w 3100320"/>
                <a:gd name="GluePoint7Y" fmla="*/ 0 h 39067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rgbClr val="000065"/>
                </a:gs>
                <a:gs pos="100000">
                  <a:srgbClr val="000080"/>
                </a:gs>
              </a:gsLst>
              <a:lin ang="54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79" name=""/>
            <p:cNvSpPr/>
            <p:nvPr/>
          </p:nvSpPr>
          <p:spPr>
            <a:xfrm>
              <a:off x="7773840" y="0"/>
              <a:ext cx="2119320" cy="3287880"/>
            </a:xfrm>
            <a:custGeom>
              <a:avLst/>
              <a:gdLst>
                <a:gd name="GluePoint1X" fmla="*/ 0 w 2119320"/>
                <a:gd name="GluePoint1Y" fmla="*/ 0 h 3287880"/>
                <a:gd name="GluePoint2X" fmla="*/ 1232 w 2119320"/>
                <a:gd name="GluePoint2Y" fmla="*/ 2074 h 3287880"/>
                <a:gd name="GluePoint3X" fmla="*/ 1232 w 2119320"/>
                <a:gd name="GluePoint3Y" fmla="*/ 2038 h 3287880"/>
                <a:gd name="GluePoint4X" fmla="*/ 42 w 2119320"/>
                <a:gd name="GluePoint4Y" fmla="*/ 0 h 3287880"/>
                <a:gd name="GluePoint5X" fmla="*/ 0 w 2119320"/>
                <a:gd name="GluePoint5Y" fmla="*/ 0 h 3287880"/>
                <a:gd name="GluePoint6X" fmla="*/ 0 w 2119320"/>
                <a:gd name="GluePoint6Y" fmla="*/ 0 h 32878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1232" h="2074">
                  <a:moveTo>
                    <a:pt x="0" y="0"/>
                  </a:moveTo>
                  <a:lnTo>
                    <a:pt x="1232" y="2074"/>
                  </a:lnTo>
                  <a:lnTo>
                    <a:pt x="1232" y="2038"/>
                  </a:lnTo>
                  <a:lnTo>
                    <a:pt x="42" y="0"/>
                  </a:lnTo>
                  <a:lnTo>
                    <a:pt x="0" y="0"/>
                  </a:lnTo>
                  <a:lnTo>
                    <a:pt x="0" y="0"/>
                  </a:lnTo>
                  <a:close/>
                </a:path>
              </a:pathLst>
            </a:custGeom>
            <a:gradFill rotWithShape="0">
              <a:gsLst>
                <a:gs pos="0">
                  <a:srgbClr val="000058"/>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80" name=""/>
            <p:cNvSpPr/>
            <p:nvPr/>
          </p:nvSpPr>
          <p:spPr>
            <a:xfrm>
              <a:off x="8074080" y="0"/>
              <a:ext cx="1820880" cy="3068640"/>
            </a:xfrm>
            <a:custGeom>
              <a:avLst/>
              <a:gdLst>
                <a:gd name="GluePoint1X" fmla="*/ 0 w 1820880"/>
                <a:gd name="GluePoint1Y" fmla="*/ 0 h 3068640"/>
                <a:gd name="GluePoint2X" fmla="*/ 1058 w 1820880"/>
                <a:gd name="GluePoint2Y" fmla="*/ 1936 h 3068640"/>
                <a:gd name="GluePoint3X" fmla="*/ 1058 w 1820880"/>
                <a:gd name="GluePoint3Y" fmla="*/ 1930 h 3068640"/>
                <a:gd name="GluePoint4X" fmla="*/ 54 w 1820880"/>
                <a:gd name="GluePoint4Y" fmla="*/ 0 h 3068640"/>
                <a:gd name="GluePoint5X" fmla="*/ 0 w 1820880"/>
                <a:gd name="GluePoint5Y" fmla="*/ 0 h 3068640"/>
                <a:gd name="GluePoint6X" fmla="*/ 0 w 1820880"/>
                <a:gd name="GluePoint6Y" fmla="*/ 0 h 30686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1058" h="1936">
                  <a:moveTo>
                    <a:pt x="0" y="0"/>
                  </a:moveTo>
                  <a:lnTo>
                    <a:pt x="1058" y="1936"/>
                  </a:lnTo>
                  <a:lnTo>
                    <a:pt x="1058" y="1930"/>
                  </a:lnTo>
                  <a:lnTo>
                    <a:pt x="54" y="0"/>
                  </a:lnTo>
                  <a:lnTo>
                    <a:pt x="0" y="0"/>
                  </a:lnTo>
                  <a:lnTo>
                    <a:pt x="0" y="0"/>
                  </a:lnTo>
                  <a:close/>
                </a:path>
              </a:pathLst>
            </a:custGeom>
            <a:gradFill rotWithShape="0">
              <a:gsLst>
                <a:gs pos="0">
                  <a:srgbClr val="00006f"/>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81" name=""/>
            <p:cNvSpPr/>
            <p:nvPr/>
          </p:nvSpPr>
          <p:spPr>
            <a:xfrm>
              <a:off x="8567640" y="0"/>
              <a:ext cx="1325520" cy="2355840"/>
            </a:xfrm>
            <a:custGeom>
              <a:avLst/>
              <a:gdLst>
                <a:gd name="GluePoint1X" fmla="*/ 771 w 1325520"/>
                <a:gd name="GluePoint1Y" fmla="*/ 1433 h 2355840"/>
                <a:gd name="GluePoint2X" fmla="*/ 42 w 1325520"/>
                <a:gd name="GluePoint2Y" fmla="*/ 0 h 2355840"/>
                <a:gd name="GluePoint3X" fmla="*/ 0 w 1325520"/>
                <a:gd name="GluePoint3Y" fmla="*/ 0 h 2355840"/>
                <a:gd name="GluePoint4X" fmla="*/ 771 w 1325520"/>
                <a:gd name="GluePoint4Y" fmla="*/ 1487 h 2355840"/>
                <a:gd name="GluePoint5X" fmla="*/ 771 w 1325520"/>
                <a:gd name="GluePoint5Y" fmla="*/ 1433 h 2355840"/>
                <a:gd name="GluePoint6X" fmla="*/ 771 w 1325520"/>
                <a:gd name="GluePoint6Y" fmla="*/ 1433 h 23558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l" t="t" r="r" b="b"/>
              <a:pathLst>
                <a:path w="771" h="1487">
                  <a:moveTo>
                    <a:pt x="771" y="1433"/>
                  </a:moveTo>
                  <a:lnTo>
                    <a:pt x="42" y="0"/>
                  </a:lnTo>
                  <a:lnTo>
                    <a:pt x="0" y="0"/>
                  </a:lnTo>
                  <a:lnTo>
                    <a:pt x="771" y="1487"/>
                  </a:lnTo>
                  <a:lnTo>
                    <a:pt x="771" y="1433"/>
                  </a:lnTo>
                  <a:lnTo>
                    <a:pt x="771" y="1433"/>
                  </a:lnTo>
                  <a:close/>
                </a:path>
              </a:pathLst>
            </a:custGeom>
            <a:gradFill rotWithShape="0">
              <a:gsLst>
                <a:gs pos="0">
                  <a:srgbClr val="000079"/>
                </a:gs>
                <a:gs pos="100000">
                  <a:srgbClr val="000099"/>
                </a:gs>
              </a:gsLst>
              <a:lin ang="270000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grpSp>
          <p:nvGrpSpPr>
            <p:cNvPr id="82" name=""/>
            <p:cNvGrpSpPr/>
            <p:nvPr/>
          </p:nvGrpSpPr>
          <p:grpSpPr>
            <a:xfrm>
              <a:off x="0" y="2590920"/>
              <a:ext cx="9898200" cy="2944800"/>
              <a:chOff x="0" y="2590920"/>
              <a:chExt cx="9898200" cy="2944800"/>
            </a:xfrm>
          </p:grpSpPr>
          <p:sp>
            <p:nvSpPr>
              <p:cNvPr id="83" name=""/>
              <p:cNvSpPr/>
              <p:nvPr/>
            </p:nvSpPr>
            <p:spPr>
              <a:xfrm>
                <a:off x="0" y="2590920"/>
                <a:ext cx="6307200" cy="2079360"/>
              </a:xfrm>
              <a:custGeom>
                <a:avLst/>
                <a:gdLst>
                  <a:gd name="GluePoint1X" fmla="*/ 0 w 6307200"/>
                  <a:gd name="GluePoint1Y" fmla="*/ 0 h 2079360"/>
                  <a:gd name="GluePoint2X" fmla="*/ 0 w 6307200"/>
                  <a:gd name="GluePoint2Y" fmla="*/ 366 h 2079360"/>
                  <a:gd name="GluePoint3X" fmla="*/ 3635 w 6307200"/>
                  <a:gd name="GluePoint3Y" fmla="*/ 1313 h 2079360"/>
                  <a:gd name="GluePoint4X" fmla="*/ 3647 w 6307200"/>
                  <a:gd name="GluePoint4Y" fmla="*/ 1235 h 2079360"/>
                  <a:gd name="GluePoint5X" fmla="*/ 3659 w 6307200"/>
                  <a:gd name="GluePoint5Y" fmla="*/ 1163 h 2079360"/>
                  <a:gd name="GluePoint6X" fmla="*/ 0 w 6307200"/>
                  <a:gd name="GluePoint6Y" fmla="*/ 0 h 2079360"/>
                  <a:gd name="GluePoint7X" fmla="*/ 0 w 6307200"/>
                  <a:gd name="GluePoint7Y" fmla="*/ 0 h 207936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rgbClr val="00006f"/>
                  </a:gs>
                  <a:gs pos="100000">
                    <a:srgbClr val="000099"/>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84" name=""/>
              <p:cNvSpPr/>
              <p:nvPr/>
            </p:nvSpPr>
            <p:spPr>
              <a:xfrm>
                <a:off x="6270480" y="4437000"/>
                <a:ext cx="3627720" cy="1098720"/>
              </a:xfrm>
              <a:custGeom>
                <a:avLst/>
                <a:gdLst>
                  <a:gd name="GluePoint1X" fmla="*/ 2105 w 3627720"/>
                  <a:gd name="GluePoint1Y" fmla="*/ 665 h 1098720"/>
                  <a:gd name="GluePoint2X" fmla="*/ 24 w 3627720"/>
                  <a:gd name="GluePoint2Y" fmla="*/ 0 h 1098720"/>
                  <a:gd name="GluePoint3X" fmla="*/ 12 w 3627720"/>
                  <a:gd name="GluePoint3Y" fmla="*/ 72 h 1098720"/>
                  <a:gd name="GluePoint4X" fmla="*/ 0 w 3627720"/>
                  <a:gd name="GluePoint4Y" fmla="*/ 150 h 1098720"/>
                  <a:gd name="GluePoint5X" fmla="*/ 2105 w 3627720"/>
                  <a:gd name="GluePoint5Y" fmla="*/ 695 h 1098720"/>
                  <a:gd name="GluePoint6X" fmla="*/ 2105 w 3627720"/>
                  <a:gd name="GluePoint6Y" fmla="*/ 665 h 1098720"/>
                  <a:gd name="GluePoint7X" fmla="*/ 2105 w 3627720"/>
                  <a:gd name="GluePoint7Y" fmla="*/ 665 h 10987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l" t="t" r="r" b="b"/>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rgbClr val="000099"/>
                  </a:gs>
                  <a:gs pos="100000">
                    <a:srgbClr val="1717a2"/>
                  </a:gs>
                </a:gsLst>
                <a:lin ang="0"/>
              </a:grad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grpSp>
      </p:grpSp>
      <p:sp>
        <p:nvSpPr>
          <p:cNvPr id="85" name="PlaceHolder 1"/>
          <p:cNvSpPr>
            <a:spLocks noGrp="1"/>
          </p:cNvSpPr>
          <p:nvPr>
            <p:ph type="title"/>
          </p:nvPr>
        </p:nvSpPr>
        <p:spPr>
          <a:xfrm>
            <a:off x="495360" y="277560"/>
            <a:ext cx="8910720" cy="1137960"/>
          </a:xfrm>
          <a:prstGeom prst="rect">
            <a:avLst/>
          </a:prstGeom>
          <a:noFill/>
          <a:ln w="0">
            <a:noFill/>
          </a:ln>
        </p:spPr>
        <p:txBody>
          <a:bodyPr lIns="95760" rIns="95760" tIns="47880" bIns="47880" anchor="ctr">
            <a:noAutofit/>
          </a:bodyPr>
          <a:p>
            <a:pPr indent="0" algn="ctr">
              <a:spcBef>
                <a:spcPts val="37"/>
              </a:spcBef>
              <a:spcAft>
                <a:spcPts val="37"/>
              </a:spcAft>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4600" strike="noStrike" u="none">
                <a:solidFill>
                  <a:srgbClr val="ffffff"/>
                </a:solidFill>
                <a:effectLst/>
                <a:uFillTx/>
                <a:latin typeface="Arial"/>
              </a:rPr>
              <a:t>Click to edit the title text format</a:t>
            </a:r>
            <a:endParaRPr b="0" lang="en-US" sz="4600" strike="noStrike" u="none">
              <a:solidFill>
                <a:srgbClr val="ffffff"/>
              </a:solidFill>
              <a:effectLst/>
              <a:uFillTx/>
              <a:latin typeface="Arial"/>
            </a:endParaRPr>
          </a:p>
        </p:txBody>
      </p:sp>
      <p:sp>
        <p:nvSpPr>
          <p:cNvPr id="86" name="PlaceHolder 2"/>
          <p:cNvSpPr>
            <a:spLocks noGrp="1"/>
          </p:cNvSpPr>
          <p:nvPr>
            <p:ph type="body"/>
          </p:nvPr>
        </p:nvSpPr>
        <p:spPr>
          <a:xfrm>
            <a:off x="495360" y="1603080"/>
            <a:ext cx="8910720" cy="4522680"/>
          </a:xfrm>
          <a:prstGeom prst="rect">
            <a:avLst/>
          </a:prstGeom>
          <a:noFill/>
          <a:ln w="0">
            <a:noFill/>
          </a:ln>
        </p:spPr>
        <p:txBody>
          <a:bodyPr lIns="95760" rIns="95760" tIns="47880" bIns="47880" anchor="t">
            <a:normAutofit/>
          </a:bodyPr>
          <a:p>
            <a:pPr marL="343080" indent="-343080">
              <a:spcBef>
                <a:spcPts val="887"/>
              </a:spcBef>
              <a:spcAft>
                <a:spcPts val="37"/>
              </a:spcAft>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400" strike="noStrike" u="none">
                <a:solidFill>
                  <a:srgbClr val="ffffff"/>
                </a:solidFill>
                <a:effectLst/>
                <a:uFillTx/>
                <a:latin typeface="Arial"/>
              </a:rPr>
              <a:t>Click to edit the outline text format</a:t>
            </a:r>
            <a:endParaRPr b="0" lang="en-US" sz="3400" strike="noStrike" u="none">
              <a:solidFill>
                <a:srgbClr val="ffffff"/>
              </a:solidFill>
              <a:effectLst/>
              <a:uFillTx/>
              <a:latin typeface="Arial"/>
            </a:endParaRPr>
          </a:p>
          <a:p>
            <a:pPr lvl="1" marL="343080" indent="-343080">
              <a:spcBef>
                <a:spcPts val="887"/>
              </a:spcBef>
              <a:spcAft>
                <a:spcPts val="37"/>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400" strike="noStrike" u="none">
                <a:solidFill>
                  <a:srgbClr val="ffffff"/>
                </a:solidFill>
                <a:effectLst/>
                <a:uFillTx/>
                <a:latin typeface="Arial"/>
              </a:rPr>
              <a:t>Second Outline Level</a:t>
            </a:r>
            <a:endParaRPr b="0" lang="en-US" sz="3400" strike="noStrike" u="none">
              <a:solidFill>
                <a:srgbClr val="ffffff"/>
              </a:solidFill>
              <a:effectLst/>
              <a:uFillTx/>
              <a:latin typeface="Arial"/>
            </a:endParaRPr>
          </a:p>
          <a:p>
            <a:pPr lvl="2" marL="343080" indent="-343080">
              <a:spcBef>
                <a:spcPts val="887"/>
              </a:spcBef>
              <a:spcAft>
                <a:spcPts val="37"/>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400" strike="noStrike" u="none">
                <a:solidFill>
                  <a:srgbClr val="ffffff"/>
                </a:solidFill>
                <a:effectLst/>
                <a:uFillTx/>
                <a:latin typeface="Arial"/>
              </a:rPr>
              <a:t>Third Outline Level</a:t>
            </a:r>
            <a:endParaRPr b="0" lang="en-US" sz="3400" strike="noStrike" u="none">
              <a:solidFill>
                <a:srgbClr val="ffffff"/>
              </a:solidFill>
              <a:effectLst/>
              <a:uFillTx/>
              <a:latin typeface="Arial"/>
            </a:endParaRPr>
          </a:p>
          <a:p>
            <a:pPr lvl="3" marL="343080" indent="-343080">
              <a:spcBef>
                <a:spcPts val="887"/>
              </a:spcBef>
              <a:spcAft>
                <a:spcPts val="37"/>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400" strike="noStrike" u="none">
                <a:solidFill>
                  <a:srgbClr val="ffffff"/>
                </a:solidFill>
                <a:effectLst/>
                <a:uFillTx/>
                <a:latin typeface="Arial"/>
              </a:rPr>
              <a:t>Fourth Outline Level</a:t>
            </a:r>
            <a:endParaRPr b="0" lang="en-US" sz="3400" strike="noStrike" u="none">
              <a:solidFill>
                <a:srgbClr val="ffffff"/>
              </a:solidFill>
              <a:effectLst/>
              <a:uFillTx/>
              <a:latin typeface="Arial"/>
            </a:endParaRPr>
          </a:p>
          <a:p>
            <a:pPr lvl="4" marL="343080" indent="-343080">
              <a:spcBef>
                <a:spcPts val="887"/>
              </a:spcBef>
              <a:spcAft>
                <a:spcPts val="37"/>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400" strike="noStrike" u="none">
                <a:solidFill>
                  <a:srgbClr val="ffffff"/>
                </a:solidFill>
                <a:effectLst/>
                <a:uFillTx/>
                <a:latin typeface="Arial"/>
              </a:rPr>
              <a:t>Fifth Outline Level</a:t>
            </a:r>
            <a:endParaRPr b="0" lang="en-US" sz="3400" strike="noStrike" u="none">
              <a:solidFill>
                <a:srgbClr val="ffffff"/>
              </a:solidFill>
              <a:effectLst/>
              <a:uFillTx/>
              <a:latin typeface="Arial"/>
            </a:endParaRPr>
          </a:p>
          <a:p>
            <a:pPr lvl="5" marL="343080" indent="-343080">
              <a:spcBef>
                <a:spcPts val="887"/>
              </a:spcBef>
              <a:spcAft>
                <a:spcPts val="37"/>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400" strike="noStrike" u="none">
                <a:solidFill>
                  <a:srgbClr val="ffffff"/>
                </a:solidFill>
                <a:effectLst/>
                <a:uFillTx/>
                <a:latin typeface="Arial"/>
              </a:rPr>
              <a:t>Sixth Outline Level</a:t>
            </a:r>
            <a:endParaRPr b="0" lang="en-US" sz="3400" strike="noStrike" u="none">
              <a:solidFill>
                <a:srgbClr val="ffffff"/>
              </a:solidFill>
              <a:effectLst/>
              <a:uFillTx/>
              <a:latin typeface="Arial"/>
            </a:endParaRPr>
          </a:p>
          <a:p>
            <a:pPr lvl="6" marL="343080" indent="-343080">
              <a:spcBef>
                <a:spcPts val="887"/>
              </a:spcBef>
              <a:spcAft>
                <a:spcPts val="37"/>
              </a:spcAft>
              <a:buClr>
                <a:srgbClr val="000000"/>
              </a:buClr>
              <a:buFont typeface="Times New Roman"/>
              <a:buChar char="»"/>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3400" strike="noStrike" u="none">
                <a:solidFill>
                  <a:srgbClr val="ffffff"/>
                </a:solidFill>
                <a:effectLst/>
                <a:uFillTx/>
                <a:latin typeface="Arial"/>
              </a:rPr>
              <a:t>Seventh Outline Level</a:t>
            </a:r>
            <a:endParaRPr b="0" lang="en-US" sz="3400" strike="noStrike" u="none">
              <a:solidFill>
                <a:srgbClr val="ffffff"/>
              </a:solidFill>
              <a:effectLst/>
              <a:uFillTx/>
              <a:latin typeface="Arial"/>
            </a:endParaRPr>
          </a:p>
        </p:txBody>
      </p:sp>
      <p:sp>
        <p:nvSpPr>
          <p:cNvPr id="87" name=""/>
          <p:cNvSpPr/>
          <p:nvPr/>
        </p:nvSpPr>
        <p:spPr>
          <a:xfrm>
            <a:off x="495360" y="6246720"/>
            <a:ext cx="2311200" cy="453960"/>
          </a:xfrm>
          <a:prstGeom prst="rect">
            <a:avLst/>
          </a:prstGeom>
          <a:noFill/>
          <a:ln w="0">
            <a:noFill/>
          </a:ln>
        </p:spPr>
        <p:style>
          <a:lnRef idx="0"/>
          <a:fillRef idx="0"/>
          <a:effectRef idx="0"/>
          <a:fontRef idx="minor"/>
        </p:style>
        <p:txBody>
          <a:bodyPr wrap="none" lIns="90000" rIns="90000" tIns="46800" bIns="46800" anchor="ctr">
            <a:noAutofit/>
          </a:bodyPr>
          <a:p>
            <a:pPr indent="0">
              <a:spcBef>
                <a:spcPts val="37"/>
              </a:spcBef>
              <a:spcAft>
                <a:spcPts val="37"/>
              </a:spcAft>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900" strike="noStrike" u="none">
              <a:solidFill>
                <a:srgbClr val="ffffff"/>
              </a:solidFill>
              <a:effectLst/>
              <a:uFillTx/>
              <a:latin typeface="VNI-Times"/>
            </a:endParaRPr>
          </a:p>
        </p:txBody>
      </p:sp>
      <p:sp>
        <p:nvSpPr>
          <p:cNvPr id="88" name=""/>
          <p:cNvSpPr/>
          <p:nvPr/>
        </p:nvSpPr>
        <p:spPr>
          <a:xfrm>
            <a:off x="3384720" y="6248520"/>
            <a:ext cx="3136680" cy="457200"/>
          </a:xfrm>
          <a:prstGeom prst="rect">
            <a:avLst/>
          </a:prstGeom>
          <a:noFill/>
          <a:ln w="0">
            <a:noFill/>
          </a:ln>
        </p:spPr>
        <p:style>
          <a:lnRef idx="0"/>
          <a:fillRef idx="0"/>
          <a:effectRef idx="0"/>
          <a:fontRef idx="minor"/>
        </p:style>
        <p:txBody>
          <a:bodyPr wrap="none" lIns="90000" rIns="90000" tIns="46800" bIns="46800" anchor="ctr">
            <a:noAutofit/>
          </a:bodyPr>
          <a:p>
            <a:pPr indent="0">
              <a:spcBef>
                <a:spcPts val="37"/>
              </a:spcBef>
              <a:spcAft>
                <a:spcPts val="37"/>
              </a:spcAft>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900" strike="noStrike" u="none">
              <a:solidFill>
                <a:srgbClr val="ffffff"/>
              </a:solidFill>
              <a:effectLst/>
              <a:uFillTx/>
              <a:latin typeface="VNI-Times"/>
            </a:endParaRPr>
          </a:p>
        </p:txBody>
      </p:sp>
      <p:sp>
        <p:nvSpPr>
          <p:cNvPr id="89" name="PlaceHolder 3"/>
          <p:cNvSpPr>
            <a:spLocks noGrp="1"/>
          </p:cNvSpPr>
          <p:nvPr>
            <p:ph type="sldNum" idx="2"/>
          </p:nvPr>
        </p:nvSpPr>
        <p:spPr>
          <a:xfrm>
            <a:off x="7099200" y="6246720"/>
            <a:ext cx="2306880" cy="449280"/>
          </a:xfrm>
          <a:prstGeom prst="rect">
            <a:avLst/>
          </a:prstGeom>
          <a:noFill/>
          <a:ln w="0">
            <a:noFill/>
          </a:ln>
        </p:spPr>
        <p:txBody>
          <a:bodyPr lIns="95760" rIns="95760" tIns="47880" bIns="47880" anchor="b">
            <a:noAutofit/>
          </a:bodyPr>
          <a:lstStyle>
            <a:lvl1pPr indent="0" algn="r">
              <a:lnSpc>
                <a:spcPct val="100000"/>
              </a:lnSpc>
              <a:spcBef>
                <a:spcPts val="37"/>
              </a:spcBef>
              <a:spcAft>
                <a:spcPts val="37"/>
              </a:spcAft>
              <a:buNone/>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defRPr b="0" lang="en-US" sz="1200" strike="noStrike" u="none">
                <a:solidFill>
                  <a:srgbClr val="ffffff"/>
                </a:solidFill>
                <a:effectLst/>
                <a:uFillTx/>
                <a:latin typeface="Arial"/>
                <a:ea typeface="DejaVu Sans"/>
              </a:defRPr>
            </a:lvl1pPr>
          </a:lstStyle>
          <a:p>
            <a:pPr indent="0" algn="r">
              <a:lnSpc>
                <a:spcPct val="100000"/>
              </a:lnSpc>
              <a:spcBef>
                <a:spcPts val="37"/>
              </a:spcBef>
              <a:spcAft>
                <a:spcPts val="37"/>
              </a:spcAft>
              <a:buNone/>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A72EF9FA-F2F1-46A6-A2B7-BF7F46FE01E3}" type="slidenum">
              <a:rPr b="0" lang="en-US" sz="1200" strike="noStrike" u="none">
                <a:solidFill>
                  <a:srgbClr val="ffffff"/>
                </a:solidFill>
                <a:effectLst/>
                <a:uFillTx/>
                <a:latin typeface="Arial"/>
                <a:ea typeface="DejaVu Sans"/>
              </a:rPr>
              <a:t>&lt;number&gt;</a:t>
            </a:fld>
            <a:endParaRPr b="0" lang="en-US" sz="1200" strike="noStrike" u="none">
              <a:solidFill>
                <a:srgbClr val="ffffff"/>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image" Target="../media/image3.jpeg"/><Relationship Id="rId4" Type="http://schemas.openxmlformats.org/officeDocument/2006/relationships/slideLayout" Target="../slideLayouts/slideLayout1.xml"/><Relationship Id="rId5"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4.png"/><Relationship Id="rId3" Type="http://schemas.openxmlformats.org/officeDocument/2006/relationships/image" Target="../media/image4.png"/><Relationship Id="rId4" Type="http://schemas.openxmlformats.org/officeDocument/2006/relationships/slideLayout" Target="../slideLayouts/slideLayout2.xml"/>
</Relationships>
</file>

<file path=ppt/slides/_rels/slide15.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100" name=""/>
          <p:cNvSpPr/>
          <p:nvPr/>
        </p:nvSpPr>
        <p:spPr>
          <a:xfrm>
            <a:off x="380880" y="5638680"/>
            <a:ext cx="8915400" cy="914400"/>
          </a:xfrm>
          <a:prstGeom prst="rect">
            <a:avLst/>
          </a:prstGeom>
          <a:noFill/>
          <a:ln w="0">
            <a:noFill/>
          </a:ln>
        </p:spPr>
        <p:style>
          <a:lnRef idx="0"/>
          <a:fillRef idx="0"/>
          <a:effectRef idx="0"/>
          <a:fontRef idx="minor"/>
        </p:style>
        <p:txBody>
          <a:bodyPr lIns="95760" rIns="95760" tIns="47880" bIns="47880" anchor="ctr" anchorCtr="1">
            <a:noAutofit/>
          </a:bodyPr>
          <a:p>
            <a:pPr algn="ct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en-US" sz="2800" strike="noStrike" u="none">
                <a:solidFill>
                  <a:srgbClr val="ffffff"/>
                </a:solidFill>
                <a:effectLst/>
                <a:uFillTx/>
                <a:latin typeface="Arial"/>
              </a:rPr>
              <a:t>Bài 1: MÔN GIÁO DỤC CHÍNH TRỊ</a:t>
            </a:r>
            <a:endParaRPr b="0" lang="en-US" sz="2800" strike="noStrike" u="none">
              <a:solidFill>
                <a:srgbClr val="ffffff"/>
              </a:solidFill>
              <a:effectLst/>
              <a:uFillTx/>
              <a:latin typeface="VNI-Times"/>
            </a:endParaRPr>
          </a:p>
        </p:txBody>
      </p:sp>
      <p:pic>
        <p:nvPicPr>
          <p:cNvPr id="101" name="" descr=""/>
          <p:cNvPicPr/>
          <p:nvPr/>
        </p:nvPicPr>
        <p:blipFill>
          <a:blip r:embed="rId1"/>
          <a:stretch/>
        </p:blipFill>
        <p:spPr>
          <a:xfrm>
            <a:off x="762120" y="3276720"/>
            <a:ext cx="3657600" cy="1904760"/>
          </a:xfrm>
          <a:prstGeom prst="rect">
            <a:avLst/>
          </a:prstGeom>
          <a:noFill/>
          <a:ln w="0">
            <a:noFill/>
          </a:ln>
        </p:spPr>
      </p:pic>
      <p:pic>
        <p:nvPicPr>
          <p:cNvPr id="102" name="" descr=""/>
          <p:cNvPicPr/>
          <p:nvPr/>
        </p:nvPicPr>
        <p:blipFill>
          <a:blip r:embed="rId2"/>
          <a:stretch/>
        </p:blipFill>
        <p:spPr>
          <a:xfrm>
            <a:off x="380880" y="304920"/>
            <a:ext cx="9144000" cy="2895480"/>
          </a:xfrm>
          <a:prstGeom prst="rect">
            <a:avLst/>
          </a:prstGeom>
          <a:noFill/>
          <a:ln w="0">
            <a:noFill/>
          </a:ln>
        </p:spPr>
      </p:pic>
      <p:pic>
        <p:nvPicPr>
          <p:cNvPr id="103" name="" descr=""/>
          <p:cNvPicPr/>
          <p:nvPr/>
        </p:nvPicPr>
        <p:blipFill>
          <a:blip r:embed="rId3"/>
          <a:stretch/>
        </p:blipFill>
        <p:spPr>
          <a:xfrm>
            <a:off x="4876920" y="3276720"/>
            <a:ext cx="3886200" cy="1942920"/>
          </a:xfrm>
          <a:prstGeom prst="rect">
            <a:avLst/>
          </a:prstGeom>
          <a:noFill/>
          <a:ln w="0">
            <a:noFill/>
          </a:ln>
        </p:spPr>
      </p:pic>
    </p:spTree>
  </p:cSld>
  <p:transition>
    <p:wheel spokes="8"/>
  </p:transition>
  <p:timing>
    <p:tnLst>
      <p:par>
        <p:cTn id="1" dur="indefinite" restart="never" nodeType="tmRoot">
          <p:childTnLst>
            <p:seq>
              <p:cTn id="2" dur="indefinite" nodeType="mainSeq">
                <p:childTnLst>
                  <p:par>
                    <p:cTn id="3" dur="indefinite" nodeType="clickEffect" fill="hold">
                      <p:stCondLst>
                        <p:cond delay="indefinite"/>
                      </p:stCondLst>
                      <p:childTnLst>
                        <p:par>
                          <p:cTn id="4" dur="indefinite" nodeType="withEffect" fill="hold">
                            <p:stCondLst>
                              <p:cond delay="0"/>
                            </p:stCondLst>
                            <p:childTnLst>
                              <p:par>
                                <p:cTn id="5" dur="indefinite" nodeType="clickEffect" fill="hold" presetClass="entr" presetID="52">
                                  <p:stCondLst>
                                    <p:cond delay="0"/>
                                  </p:stCondLst>
                                  <p:childTnLst>
                                    <p:set>
                                      <p:cBhvr>
                                        <p:cTn id="6" dur="1" fill="hold">
                                          <p:stCondLst>
                                            <p:cond delay="0"/>
                                          </p:stCondLst>
                                        </p:cTn>
                                        <p:tgtEl>
                                          <p:spTgt spid="102"/>
                                        </p:tgtEl>
                                        <p:attrNameLst>
                                          <p:attrName>style.visibility</p:attrName>
                                        </p:attrNameLst>
                                      </p:cBhvr>
                                      <p:to>
                                        <p:strVal val="visible"/>
                                      </p:to>
                                    </p:set>
                                    <p:animScale>
                                      <p:cBhvr>
                                        <p:cTn id="7" dur="1000" fill="hold">
                                          <p:stCondLst>
                                            <p:cond delay="0"/>
                                          </p:stCondLst>
                                        </p:cTn>
                                        <p:tgtEl>
                                          <p:spTgt spid="102"/>
                                        </p:tgtEl>
                                      </p:cBhvr>
                                      <p:from x="250000" y="250000"/>
                                      <p:to x="100000" y="100000"/>
                                    </p:animScale>
                                    <p:animMotion origin="layout" path="M -0.46736 0.92887 C -0.37517 0.88508 -0.02552 0.75279 0.0908 0.66613 C 0.20747 0.57948 0.21649 0.50394 0.23177 0.40825 C 0.24705 0.31256 0.22118 0.15964 0.18264 0.09152 C 0.1441 0.02341 0.03802 0 0 0 E">
                                      <p:cBhvr>
                                        <p:cTn id="8" dur="1000" fill="hold">
                                          <p:stCondLst>
                                            <p:cond delay="0"/>
                                          </p:stCondLst>
                                        </p:cTn>
                                        <p:tgtEl>
                                          <p:spTgt spid="102"/>
                                        </p:tgtEl>
                                      </p:cBhvr>
                                    </p:animMotion>
                                    <p:animEffect filter="fade" transition="in">
                                      <p:cBhvr additive="repl">
                                        <p:cTn id="9" dur="1000"/>
                                        <p:tgtEl>
                                          <p:spTgt spid="102"/>
                                        </p:tgtEl>
                                      </p:cBhvr>
                                    </p:animEffect>
                                  </p:childTnLst>
                                </p:cTn>
                              </p:par>
                            </p:childTnLst>
                          </p:cTn>
                        </p:par>
                      </p:childTnLst>
                    </p:cTn>
                  </p:par>
                  <p:par>
                    <p:cTn id="10" dur="indefinite" nodeType="clickEffect" fill="hold">
                      <p:stCondLst>
                        <p:cond delay="indefinite"/>
                      </p:stCondLst>
                      <p:childTnLst>
                        <p:par>
                          <p:cTn id="11" dur="indefinite" nodeType="withEffect" fill="hold">
                            <p:stCondLst>
                              <p:cond delay="0"/>
                            </p:stCondLst>
                            <p:childTnLst>
                              <p:par>
                                <p:cTn id="12" dur="indefinite" nodeType="clickEffect" fill="hold" presetClass="entr" presetID="26">
                                  <p:stCondLst>
                                    <p:cond delay="0"/>
                                  </p:stCondLst>
                                  <p:childTnLst>
                                    <p:set>
                                      <p:cBhvr>
                                        <p:cTn id="13" dur="1" fill="hold">
                                          <p:stCondLst>
                                            <p:cond delay="0"/>
                                          </p:stCondLst>
                                        </p:cTn>
                                        <p:tgtEl>
                                          <p:spTgt spid="101"/>
                                        </p:tgtEl>
                                        <p:attrNameLst>
                                          <p:attrName>style.visibility</p:attrName>
                                        </p:attrNameLst>
                                      </p:cBhvr>
                                      <p:to>
                                        <p:strVal val="visible"/>
                                      </p:to>
                                    </p:set>
                                    <p:animEffect filter="wipe(down)" transition="in">
                                      <p:cBhvr additive="repl">
                                        <p:cTn id="14" dur="580">
                                          <p:stCondLst>
                                            <p:cond delay="0"/>
                                          </p:stCondLst>
                                        </p:cTn>
                                        <p:tgtEl>
                                          <p:spTgt spid="101"/>
                                        </p:tgtEl>
                                      </p:cBhvr>
                                    </p:animEffect>
                                    <p:anim calcmode="lin" valueType="num">
                                      <p:cBhvr additive="repl">
                                        <p:cTn id="15" dur="1822">
                                          <p:stCondLst>
                                            <p:cond delay="0"/>
                                          </p:stCondLst>
                                        </p:cTn>
                                        <p:tgtEl>
                                          <p:spTgt spid="101"/>
                                        </p:tgtEl>
                                        <p:attrNameLst>
                                          <p:attrName>ppt_x</p:attrName>
                                        </p:attrNameLst>
                                      </p:cBhvr>
                                      <p:tavLst>
                                        <p:tav tm="0">
                                          <p:val>
                                            <p:strVal val="#ppt_x-0.25"/>
                                          </p:val>
                                        </p:tav>
                                        <p:tav tm="100000">
                                          <p:val>
                                            <p:strVal val="#ppt_x"/>
                                          </p:val>
                                        </p:tav>
                                      </p:tavLst>
                                    </p:anim>
                                    <p:anim calcmode="lin" valueType="num">
                                      <p:cBhvr additive="repl">
                                        <p:cTn id="16" dur="664">
                                          <p:stCondLst>
                                            <p:cond delay="0"/>
                                          </p:stCondLst>
                                        </p:cTn>
                                        <p:tgtEl>
                                          <p:spTgt spid="101"/>
                                        </p:tgtEl>
                                        <p:attrNameLst>
                                          <p:attrName>ppt_y</p:attrName>
                                        </p:attrNameLst>
                                      </p:cBhvr>
                                      <p:tavLst>
                                        <p:tav fmla="y-sin(pi*$)/3" tm="0">
                                          <p:val>
                                            <p:fltVal val="0.5"/>
                                          </p:val>
                                        </p:tav>
                                        <p:tav fmla="y-sin(pi*$)/3" tm="100000">
                                          <p:val>
                                            <p:fltVal val="1"/>
                                          </p:val>
                                        </p:tav>
                                      </p:tavLst>
                                    </p:anim>
                                    <p:anim calcmode="lin" valueType="num">
                                      <p:cBhvr additive="repl">
                                        <p:cTn id="17" dur="664">
                                          <p:stCondLst>
                                            <p:cond delay="664"/>
                                          </p:stCondLst>
                                        </p:cTn>
                                        <p:tgtEl>
                                          <p:spTgt spid="101"/>
                                        </p:tgtEl>
                                        <p:attrNameLst>
                                          <p:attrName>ppt_y</p:attrName>
                                        </p:attrNameLst>
                                      </p:cBhvr>
                                      <p:tavLst>
                                        <p:tav fmla="y-sin(pi*$)/9" tm="0">
                                          <p:val>
                                            <p:fltVal val="0"/>
                                          </p:val>
                                        </p:tav>
                                        <p:tav fmla="y-sin(pi*$)/9" tm="100000">
                                          <p:val>
                                            <p:fltVal val="1"/>
                                          </p:val>
                                        </p:tav>
                                      </p:tavLst>
                                    </p:anim>
                                    <p:anim calcmode="lin" valueType="num">
                                      <p:cBhvr additive="repl">
                                        <p:cTn id="18" dur="332">
                                          <p:stCondLst>
                                            <p:cond delay="1324"/>
                                          </p:stCondLst>
                                        </p:cTn>
                                        <p:tgtEl>
                                          <p:spTgt spid="101"/>
                                        </p:tgtEl>
                                        <p:attrNameLst>
                                          <p:attrName>ppt_y</p:attrName>
                                        </p:attrNameLst>
                                      </p:cBhvr>
                                      <p:tavLst>
                                        <p:tav fmla="y-sin(pi*$)/27" tm="0">
                                          <p:val>
                                            <p:fltVal val="0"/>
                                          </p:val>
                                        </p:tav>
                                        <p:tav fmla="y-sin(pi*$)/27" tm="100000">
                                          <p:val>
                                            <p:fltVal val="1"/>
                                          </p:val>
                                        </p:tav>
                                      </p:tavLst>
                                    </p:anim>
                                    <p:anim calcmode="lin" valueType="num">
                                      <p:cBhvr additive="repl">
                                        <p:cTn id="19" dur="164">
                                          <p:stCondLst>
                                            <p:cond delay="1656"/>
                                          </p:stCondLst>
                                        </p:cTn>
                                        <p:tgtEl>
                                          <p:spTgt spid="101"/>
                                        </p:tgtEl>
                                        <p:attrNameLst>
                                          <p:attrName>ppt_y</p:attrName>
                                        </p:attrNameLst>
                                      </p:cBhvr>
                                      <p:tavLst>
                                        <p:tav fmla="y-sin(pi*$)/81" tm="0">
                                          <p:val>
                                            <p:fltVal val="0"/>
                                          </p:val>
                                        </p:tav>
                                        <p:tav fmla="y-sin(pi*$)/81" tm="100000">
                                          <p:val>
                                            <p:fltVal val="1"/>
                                          </p:val>
                                        </p:tav>
                                      </p:tavLst>
                                    </p:anim>
                                    <p:animScale>
                                      <p:cBhvr>
                                        <p:cTn id="20" dur="26" fill="hold">
                                          <p:stCondLst>
                                            <p:cond delay="650"/>
                                          </p:stCondLst>
                                        </p:cTn>
                                        <p:tgtEl>
                                          <p:spTgt spid="101"/>
                                        </p:tgtEl>
                                      </p:cBhvr>
                                      <p:to x="100000" y="60000"/>
                                    </p:animScale>
                                    <p:animScale>
                                      <p:cBhvr>
                                        <p:cTn id="21" dur="166" fill="hold">
                                          <p:stCondLst>
                                            <p:cond delay="676"/>
                                          </p:stCondLst>
                                        </p:cTn>
                                        <p:tgtEl>
                                          <p:spTgt spid="101"/>
                                        </p:tgtEl>
                                      </p:cBhvr>
                                      <p:to x="100000" y="100000"/>
                                    </p:animScale>
                                    <p:animScale>
                                      <p:cBhvr>
                                        <p:cTn id="22" dur="26" fill="hold">
                                          <p:stCondLst>
                                            <p:cond delay="1312"/>
                                          </p:stCondLst>
                                        </p:cTn>
                                        <p:tgtEl>
                                          <p:spTgt spid="101"/>
                                        </p:tgtEl>
                                      </p:cBhvr>
                                      <p:to x="100000" y="80000"/>
                                    </p:animScale>
                                    <p:animScale>
                                      <p:cBhvr>
                                        <p:cTn id="23" dur="166" fill="hold">
                                          <p:stCondLst>
                                            <p:cond delay="1338"/>
                                          </p:stCondLst>
                                        </p:cTn>
                                        <p:tgtEl>
                                          <p:spTgt spid="101"/>
                                        </p:tgtEl>
                                      </p:cBhvr>
                                      <p:to x="100000" y="100000"/>
                                    </p:animScale>
                                    <p:animScale>
                                      <p:cBhvr>
                                        <p:cTn id="24" dur="26" fill="hold">
                                          <p:stCondLst>
                                            <p:cond delay="1642"/>
                                          </p:stCondLst>
                                        </p:cTn>
                                        <p:tgtEl>
                                          <p:spTgt spid="101"/>
                                        </p:tgtEl>
                                      </p:cBhvr>
                                      <p:to x="100000" y="90000"/>
                                    </p:animScale>
                                    <p:animScale>
                                      <p:cBhvr>
                                        <p:cTn id="25" dur="166" fill="hold">
                                          <p:stCondLst>
                                            <p:cond delay="1668"/>
                                          </p:stCondLst>
                                        </p:cTn>
                                        <p:tgtEl>
                                          <p:spTgt spid="101"/>
                                        </p:tgtEl>
                                      </p:cBhvr>
                                      <p:to x="100000" y="100000"/>
                                    </p:animScale>
                                    <p:animScale>
                                      <p:cBhvr>
                                        <p:cTn id="26" dur="26" fill="hold">
                                          <p:stCondLst>
                                            <p:cond delay="1808"/>
                                          </p:stCondLst>
                                        </p:cTn>
                                        <p:tgtEl>
                                          <p:spTgt spid="101"/>
                                        </p:tgtEl>
                                      </p:cBhvr>
                                      <p:to x="100000" y="95000"/>
                                    </p:animScale>
                                    <p:animScale>
                                      <p:cBhvr>
                                        <p:cTn id="27" dur="166" fill="hold">
                                          <p:stCondLst>
                                            <p:cond delay="1834"/>
                                          </p:stCondLst>
                                        </p:cTn>
                                        <p:tgtEl>
                                          <p:spTgt spid="101"/>
                                        </p:tgtEl>
                                      </p:cBhvr>
                                      <p:to x="100000" y="100000"/>
                                    </p:animScale>
                                  </p:childTnLst>
                                </p:cTn>
                              </p:par>
                            </p:childTnLst>
                          </p:cTn>
                        </p:par>
                      </p:childTnLst>
                    </p:cTn>
                  </p:par>
                  <p:par>
                    <p:cTn id="28" dur="indefinite" nodeType="clickEffect" fill="hold">
                      <p:stCondLst>
                        <p:cond delay="indefinite"/>
                      </p:stCondLst>
                      <p:childTnLst>
                        <p:par>
                          <p:cTn id="29" dur="indefinite" nodeType="withEffect" fill="hold">
                            <p:stCondLst>
                              <p:cond delay="0"/>
                            </p:stCondLst>
                            <p:childTnLst>
                              <p:par>
                                <p:cTn id="30" dur="indefinite" nodeType="clickEffect" fill="hold" presetClass="entr" presetID="51">
                                  <p:stCondLst>
                                    <p:cond delay="0"/>
                                  </p:stCondLst>
                                  <p:childTnLst>
                                    <p:set>
                                      <p:cBhvr>
                                        <p:cTn id="31" dur="1" fill="hold">
                                          <p:stCondLst>
                                            <p:cond delay="0"/>
                                          </p:stCondLst>
                                        </p:cTn>
                                        <p:tgtEl>
                                          <p:spTgt spid="103"/>
                                        </p:tgtEl>
                                        <p:attrNameLst>
                                          <p:attrName>style.visibility</p:attrName>
                                        </p:attrNameLst>
                                      </p:cBhvr>
                                      <p:to>
                                        <p:strVal val="visible"/>
                                      </p:to>
                                    </p:set>
                                    <p:animEffect filter="fade" transition="in">
                                      <p:cBhvr additive="repl">
                                        <p:cTn id="32" dur="770"/>
                                        <p:tgtEl>
                                          <p:spTgt spid="103"/>
                                        </p:tgtEl>
                                      </p:cBhvr>
                                    </p:animEffect>
                                    <p:animScale>
                                      <p:cBhvr>
                                        <p:cTn id="33" dur="770" fill="hold"/>
                                        <p:tgtEl>
                                          <p:spTgt spid="103"/>
                                        </p:tgtEl>
                                      </p:cBhvr>
                                      <p:from x="10000" y="10000"/>
                                      <p:to x="200000" y="450000"/>
                                    </p:animScale>
                                    <p:animScale>
                                      <p:cBhvr>
                                        <p:cTn id="34" dur="1230" fill="hold">
                                          <p:stCondLst>
                                            <p:cond delay="770"/>
                                          </p:stCondLst>
                                        </p:cTn>
                                        <p:tgtEl>
                                          <p:spTgt spid="103"/>
                                        </p:tgtEl>
                                      </p:cBhvr>
                                      <p:from x="200000" y="450000"/>
                                      <p:to x="100000" y="100000"/>
                                    </p:animScale>
                                    <p:set>
                                      <p:cBhvr>
                                        <p:cTn id="35" dur="770" fill="hold"/>
                                        <p:tgtEl>
                                          <p:spTgt spid="103"/>
                                        </p:tgtEl>
                                        <p:attrNameLst>
                                          <p:attrName>ppt_x</p:attrName>
                                        </p:attrNameLst>
                                      </p:cBhvr>
                                      <p:to>
                                        <p:strVal val="(0.5)"/>
                                      </p:to>
                                    </p:set>
                                    <p:anim calcmode="lin" valueType="num" from="(0.5)" to="(#ppt_x)">
                                      <p:cBhvr additive="repl">
                                        <p:cTn id="36" dur="1230" fill="hold">
                                          <p:stCondLst>
                                            <p:cond delay="770"/>
                                          </p:stCondLst>
                                        </p:cTn>
                                        <p:tgtEl>
                                          <p:spTgt spid="103"/>
                                        </p:tgtEl>
                                        <p:attrNameLst>
                                          <p:attrName>ppt_x</p:attrName>
                                        </p:attrNameLst>
                                      </p:cBhvr>
                                    </p:anim>
                                    <p:set>
                                      <p:cBhvr>
                                        <p:cTn id="37" dur="770" fill="hold"/>
                                        <p:tgtEl>
                                          <p:spTgt spid="103"/>
                                        </p:tgtEl>
                                        <p:attrNameLst>
                                          <p:attrName>ppt_y</p:attrName>
                                        </p:attrNameLst>
                                      </p:cBhvr>
                                      <p:to>
                                        <p:strVal val="(#ppt_y+0.4)"/>
                                      </p:to>
                                    </p:set>
                                    <p:anim calcmode="lin" valueType="num" from="(#ppt_y+0.4)" to="(#ppt_y)">
                                      <p:cBhvr additive="repl">
                                        <p:cTn id="38" dur="1230" fill="hold">
                                          <p:stCondLst>
                                            <p:cond delay="770"/>
                                          </p:stCondLst>
                                        </p:cTn>
                                        <p:tgtEl>
                                          <p:spTgt spid="103"/>
                                        </p:tgtEl>
                                        <p:attrNameLst>
                                          <p:attrName>ppt_y</p:attrName>
                                        </p:attrNameLst>
                                      </p:cBhvr>
                                    </p:anim>
                                  </p:childTnLst>
                                </p:cTn>
                              </p:par>
                            </p:childTnLst>
                          </p:cTn>
                        </p:par>
                      </p:childTnLst>
                    </p:cTn>
                  </p:par>
                  <p:par>
                    <p:cTn id="39" dur="indefinite" nodeType="clickEffect" fill="hold">
                      <p:stCondLst>
                        <p:cond delay="indefinite"/>
                      </p:stCondLst>
                      <p:childTnLst>
                        <p:par>
                          <p:cTn id="40" dur="indefinite" nodeType="withEffect" fill="hold">
                            <p:stCondLst>
                              <p:cond delay="0"/>
                            </p:stCondLst>
                            <p:childTnLst>
                              <p:par>
                                <p:cTn id="41" dur="indefinite" nodeType="clickEffect" fill="hold" presetClass="entr" presetID="3" presetSubtype="10">
                                  <p:stCondLst>
                                    <p:cond delay="0"/>
                                  </p:stCondLst>
                                  <p:childTnLst>
                                    <p:set>
                                      <p:cBhvr>
                                        <p:cTn id="42" dur="1" fill="hold">
                                          <p:stCondLst>
                                            <p:cond delay="0"/>
                                          </p:stCondLst>
                                        </p:cTn>
                                        <p:tgtEl>
                                          <p:spTgt spid="100"/>
                                        </p:tgtEl>
                                        <p:attrNameLst>
                                          <p:attrName>style.visibility</p:attrName>
                                        </p:attrNameLst>
                                      </p:cBhvr>
                                      <p:to>
                                        <p:strVal val="visible"/>
                                      </p:to>
                                    </p:set>
                                    <p:animEffect filter="blinds(horizontal)" transition="in">
                                      <p:cBhvr additive="repl">
                                        <p:cTn id="43" dur="500"/>
                                        <p:tgtEl>
                                          <p:spTgt spid="1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104" name=""/>
          <p:cNvSpPr/>
          <p:nvPr/>
        </p:nvSpPr>
        <p:spPr>
          <a:xfrm>
            <a:off x="838080" y="1066680"/>
            <a:ext cx="8229600" cy="762120"/>
          </a:xfrm>
          <a:prstGeom prst="rect">
            <a:avLst/>
          </a:prstGeom>
          <a:noFill/>
          <a:ln w="0">
            <a:noFill/>
          </a:ln>
        </p:spPr>
        <p:style>
          <a:lnRef idx="0"/>
          <a:fillRef idx="0"/>
          <a:effectRef idx="0"/>
          <a:fontRef idx="minor"/>
        </p:style>
        <p:txBody>
          <a:bodyPr lIns="95760" rIns="95760" tIns="47880" bIns="47880" anchor="ctr" anchorCtr="1">
            <a:noAutofit/>
          </a:bodyPr>
          <a:p>
            <a:pPr algn="ct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br>
              <a:rPr sz="4600"/>
            </a:br>
            <a:r>
              <a:rPr b="1" lang="en-US" sz="3200" strike="noStrike" u="none">
                <a:solidFill>
                  <a:srgbClr val="ffffff"/>
                </a:solidFill>
                <a:effectLst/>
                <a:uFillTx/>
                <a:latin typeface="Times New Roman"/>
                <a:ea typeface="Times New Roman"/>
              </a:rPr>
              <a:t>THỜI GIAN THỰC HIỆN MÔN HỌC</a:t>
            </a:r>
            <a:br>
              <a:rPr sz="3200"/>
            </a:br>
            <a:endParaRPr b="0" lang="en-US" sz="3200" strike="noStrike" u="none">
              <a:solidFill>
                <a:srgbClr val="ffffff"/>
              </a:solidFill>
              <a:effectLst/>
              <a:uFillTx/>
              <a:latin typeface="VNI-Times"/>
            </a:endParaRPr>
          </a:p>
        </p:txBody>
      </p:sp>
      <p:sp>
        <p:nvSpPr>
          <p:cNvPr id="105" name=""/>
          <p:cNvSpPr/>
          <p:nvPr/>
        </p:nvSpPr>
        <p:spPr>
          <a:xfrm>
            <a:off x="533520" y="2057400"/>
            <a:ext cx="8839080" cy="4572000"/>
          </a:xfrm>
          <a:prstGeom prst="rect">
            <a:avLst/>
          </a:prstGeom>
          <a:noFill/>
          <a:ln w="0">
            <a:noFill/>
          </a:ln>
        </p:spPr>
        <p:style>
          <a:lnRef idx="0"/>
          <a:fillRef idx="0"/>
          <a:effectRef idx="0"/>
          <a:fontRef idx="minor"/>
        </p:style>
        <p:txBody>
          <a:bodyPr lIns="95760" rIns="95760" tIns="47880" bIns="47880" anchor="t">
            <a:noAutofit/>
          </a:bodyPr>
          <a:p>
            <a:pPr>
              <a:lnSpc>
                <a:spcPct val="100000"/>
              </a:lnSpc>
              <a:spcBef>
                <a:spcPts val="88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i="1" lang="en-US" sz="3400" strike="noStrike" u="none">
                <a:solidFill>
                  <a:srgbClr val="ffffff"/>
                </a:solidFill>
                <a:effectLst/>
                <a:uFillTx/>
                <a:latin typeface="Arial"/>
              </a:rPr>
              <a:t>	</a:t>
            </a:r>
            <a:r>
              <a:rPr b="1" lang="en-US" sz="3400" strike="noStrike" u="none">
                <a:solidFill>
                  <a:srgbClr val="ffc000"/>
                </a:solidFill>
                <a:effectLst/>
                <a:uFillTx/>
                <a:latin typeface="Times New Roman"/>
                <a:ea typeface="Times New Roman"/>
              </a:rPr>
              <a:t>Tổng số tiết:</a:t>
            </a:r>
            <a:r>
              <a:rPr b="0" lang="en-US" sz="3400" strike="noStrike" u="none">
                <a:solidFill>
                  <a:srgbClr val="ffffff"/>
                </a:solidFill>
                <a:effectLst/>
                <a:uFillTx/>
                <a:latin typeface="Times New Roman"/>
                <a:ea typeface="Times New Roman"/>
              </a:rPr>
              <a:t> 30 tiết</a:t>
            </a:r>
            <a:endParaRPr b="0" lang="en-US" sz="3400" strike="noStrike" u="none">
              <a:solidFill>
                <a:srgbClr val="ffffff"/>
              </a:solidFill>
              <a:effectLst/>
              <a:uFillTx/>
              <a:latin typeface="VNI-Times"/>
            </a:endParaRPr>
          </a:p>
          <a:p>
            <a:pPr>
              <a:lnSpc>
                <a:spcPct val="100000"/>
              </a:lnSpc>
              <a:spcBef>
                <a:spcPts val="88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3400" strike="noStrike" u="none">
                <a:solidFill>
                  <a:srgbClr val="ffffff"/>
                </a:solidFill>
                <a:effectLst/>
                <a:uFillTx/>
                <a:latin typeface="Times New Roman"/>
                <a:ea typeface="Times New Roman"/>
              </a:rPr>
              <a:t>	</a:t>
            </a:r>
            <a:r>
              <a:rPr b="0" i="1" lang="vi-VN" sz="3400" strike="noStrike" u="none">
                <a:solidFill>
                  <a:srgbClr val="ffffff"/>
                </a:solidFill>
                <a:effectLst/>
                <a:uFillTx/>
                <a:latin typeface="Times New Roman"/>
                <a:ea typeface="Times New Roman"/>
              </a:rPr>
              <a:t>Tr</a:t>
            </a:r>
            <a:r>
              <a:rPr b="0" i="1" lang="en-US" sz="3400" strike="noStrike" u="none">
                <a:solidFill>
                  <a:srgbClr val="ffffff"/>
                </a:solidFill>
                <a:effectLst/>
                <a:uFillTx/>
                <a:latin typeface="Times New Roman"/>
                <a:ea typeface="Times New Roman"/>
              </a:rPr>
              <a:t>ong đó:</a:t>
            </a:r>
            <a:r>
              <a:rPr b="0" i="1" lang="vi-VN" sz="3400" strike="noStrike" u="none">
                <a:solidFill>
                  <a:srgbClr val="ffffff"/>
                </a:solidFill>
                <a:effectLst/>
                <a:uFillTx/>
                <a:latin typeface="Times New Roman"/>
                <a:ea typeface="Times New Roman"/>
              </a:rPr>
              <a:t> </a:t>
            </a:r>
            <a:endParaRPr b="0" lang="en-US" sz="3400" strike="noStrike" u="none">
              <a:solidFill>
                <a:srgbClr val="ffffff"/>
              </a:solidFill>
              <a:effectLst/>
              <a:uFillTx/>
              <a:latin typeface="VNI-Times"/>
            </a:endParaRPr>
          </a:p>
          <a:p>
            <a:pPr>
              <a:lnSpc>
                <a:spcPct val="100000"/>
              </a:lnSpc>
              <a:spcBef>
                <a:spcPts val="88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3400" strike="noStrike" u="none">
                <a:solidFill>
                  <a:srgbClr val="ffffff"/>
                </a:solidFill>
                <a:effectLst/>
                <a:uFillTx/>
                <a:latin typeface="Times New Roman"/>
                <a:ea typeface="Times New Roman"/>
              </a:rPr>
              <a:t>	</a:t>
            </a:r>
            <a:r>
              <a:rPr b="0" lang="vi-VN" sz="3400" strike="noStrike" u="none">
                <a:solidFill>
                  <a:srgbClr val="ffffff"/>
                </a:solidFill>
                <a:effectLst/>
                <a:uFillTx/>
                <a:latin typeface="Times New Roman"/>
                <a:ea typeface="Times New Roman"/>
              </a:rPr>
              <a:t>Lý thuyết: </a:t>
            </a:r>
            <a:r>
              <a:rPr b="0" lang="en-US" sz="3400" strike="noStrike" u="none">
                <a:solidFill>
                  <a:srgbClr val="ffffff"/>
                </a:solidFill>
                <a:effectLst/>
                <a:uFillTx/>
                <a:latin typeface="Times New Roman"/>
                <a:ea typeface="Times New Roman"/>
              </a:rPr>
              <a:t>15</a:t>
            </a:r>
            <a:endParaRPr b="0" lang="en-US" sz="3400" strike="noStrike" u="none">
              <a:solidFill>
                <a:srgbClr val="ffffff"/>
              </a:solidFill>
              <a:effectLst/>
              <a:uFillTx/>
              <a:latin typeface="VNI-Times"/>
            </a:endParaRPr>
          </a:p>
          <a:p>
            <a:pPr>
              <a:lnSpc>
                <a:spcPct val="100000"/>
              </a:lnSpc>
              <a:spcBef>
                <a:spcPts val="88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vi-VN" sz="3400" strike="noStrike" u="none">
                <a:solidFill>
                  <a:srgbClr val="ffffff"/>
                </a:solidFill>
                <a:effectLst/>
                <a:uFillTx/>
                <a:latin typeface="Times New Roman"/>
                <a:ea typeface="Times New Roman"/>
              </a:rPr>
              <a:t> </a:t>
            </a:r>
            <a:r>
              <a:rPr b="0" lang="en-US" sz="3400" strike="noStrike" u="none">
                <a:solidFill>
                  <a:srgbClr val="ffffff"/>
                </a:solidFill>
                <a:effectLst/>
                <a:uFillTx/>
                <a:latin typeface="Times New Roman"/>
                <a:ea typeface="Times New Roman"/>
              </a:rPr>
              <a:t>	</a:t>
            </a:r>
            <a:r>
              <a:rPr b="0" lang="vi-VN" sz="3400" strike="noStrike" u="none">
                <a:solidFill>
                  <a:srgbClr val="ffffff"/>
                </a:solidFill>
                <a:effectLst/>
                <a:uFillTx/>
                <a:latin typeface="Times New Roman"/>
                <a:ea typeface="Times New Roman"/>
              </a:rPr>
              <a:t>Th</a:t>
            </a:r>
            <a:r>
              <a:rPr b="0" lang="en-US" sz="3400" strike="noStrike" u="none">
                <a:solidFill>
                  <a:srgbClr val="ffffff"/>
                </a:solidFill>
                <a:effectLst/>
                <a:uFillTx/>
                <a:latin typeface="Times New Roman"/>
                <a:ea typeface="Times New Roman"/>
              </a:rPr>
              <a:t>ảo luận</a:t>
            </a:r>
            <a:r>
              <a:rPr b="0" lang="vi-VN" sz="3400" strike="noStrike" u="none">
                <a:solidFill>
                  <a:srgbClr val="ffffff"/>
                </a:solidFill>
                <a:effectLst/>
                <a:uFillTx/>
                <a:latin typeface="Times New Roman"/>
                <a:ea typeface="Times New Roman"/>
              </a:rPr>
              <a:t>: </a:t>
            </a:r>
            <a:r>
              <a:rPr b="0" lang="en-US" sz="3400" strike="noStrike" u="none">
                <a:solidFill>
                  <a:srgbClr val="ffffff"/>
                </a:solidFill>
                <a:effectLst/>
                <a:uFillTx/>
                <a:latin typeface="Times New Roman"/>
                <a:ea typeface="Times New Roman"/>
              </a:rPr>
              <a:t>13</a:t>
            </a:r>
            <a:endParaRPr b="0" lang="en-US" sz="3400" strike="noStrike" u="none">
              <a:solidFill>
                <a:srgbClr val="ffffff"/>
              </a:solidFill>
              <a:effectLst/>
              <a:uFillTx/>
              <a:latin typeface="VNI-Times"/>
            </a:endParaRPr>
          </a:p>
          <a:p>
            <a:pPr>
              <a:lnSpc>
                <a:spcPct val="100000"/>
              </a:lnSpc>
              <a:spcBef>
                <a:spcPts val="88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3400" strike="noStrike" u="none">
                <a:solidFill>
                  <a:srgbClr val="ffffff"/>
                </a:solidFill>
                <a:effectLst/>
                <a:uFillTx/>
                <a:latin typeface="Times New Roman"/>
                <a:ea typeface="Times New Roman"/>
              </a:rPr>
              <a:t>	</a:t>
            </a:r>
            <a:r>
              <a:rPr b="0" lang="en-US" sz="3400" strike="noStrike" u="none">
                <a:solidFill>
                  <a:srgbClr val="ffffff"/>
                </a:solidFill>
                <a:effectLst/>
                <a:uFillTx/>
                <a:latin typeface="Times New Roman"/>
                <a:ea typeface="Times New Roman"/>
              </a:rPr>
              <a:t>Kiểm tra: 2 tiết </a:t>
            </a:r>
            <a:endParaRPr b="0" lang="en-US" sz="3400" strike="noStrike" u="none">
              <a:solidFill>
                <a:srgbClr val="ffffff"/>
              </a:solidFill>
              <a:effectLst/>
              <a:uFillTx/>
              <a:latin typeface="VNI-Times"/>
            </a:endParaRPr>
          </a:p>
          <a:p>
            <a:pPr>
              <a:lnSpc>
                <a:spcPct val="100000"/>
              </a:lnSpc>
              <a:spcBef>
                <a:spcPts val="88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3400" strike="noStrike" u="none">
                <a:solidFill>
                  <a:srgbClr val="ffffff"/>
                </a:solidFill>
                <a:effectLst/>
                <a:uFillTx/>
                <a:latin typeface="Times New Roman"/>
                <a:ea typeface="Times New Roman"/>
              </a:rPr>
              <a:t>	</a:t>
            </a:r>
            <a:endParaRPr b="0" lang="en-US" sz="3400" strike="noStrike" u="none">
              <a:solidFill>
                <a:srgbClr val="ffffff"/>
              </a:solidFill>
              <a:effectLst/>
              <a:uFillTx/>
              <a:latin typeface="VNI-Times"/>
            </a:endParaRPr>
          </a:p>
        </p:txBody>
      </p:sp>
    </p:spTree>
  </p:cSld>
  <p:timing>
    <p:tnLst>
      <p:par>
        <p:cTn id="44" dur="indefinite" restart="never" nodeType="tmRoot">
          <p:childTnLst>
            <p:seq>
              <p:cTn id="45" dur="indefinite" nodeType="mainSeq">
                <p:childTnLst>
                  <p:par>
                    <p:cTn id="46" dur="indefinite" nodeType="clickEffect" fill="hold">
                      <p:stCondLst>
                        <p:cond delay="indefinite"/>
                      </p:stCondLst>
                      <p:childTnLst>
                        <p:par>
                          <p:cTn id="47" dur="indefinite" nodeType="withEffect" fill="hold">
                            <p:stCondLst>
                              <p:cond delay="0"/>
                            </p:stCondLst>
                            <p:childTnLst>
                              <p:par>
                                <p:cTn id="48" dur="indefinite" nodeType="clickEffect" fill="hold" presetClass="entr" presetID="10">
                                  <p:stCondLst>
                                    <p:cond delay="0"/>
                                  </p:stCondLst>
                                  <p:childTnLst>
                                    <p:set>
                                      <p:cBhvr>
                                        <p:cTn id="49" dur="1" fill="hold">
                                          <p:stCondLst>
                                            <p:cond delay="0"/>
                                          </p:stCondLst>
                                        </p:cTn>
                                        <p:tgtEl>
                                          <p:spTgt spid="104"/>
                                        </p:tgtEl>
                                        <p:attrNameLst>
                                          <p:attrName>style.visibility</p:attrName>
                                        </p:attrNameLst>
                                      </p:cBhvr>
                                      <p:to>
                                        <p:strVal val="visible"/>
                                      </p:to>
                                    </p:set>
                                    <p:animEffect filter="fade" transition="in">
                                      <p:cBhvr additive="repl">
                                        <p:cTn id="50" dur="500"/>
                                        <p:tgtEl>
                                          <p:spTgt spid="104"/>
                                        </p:tgtEl>
                                      </p:cBhvr>
                                    </p:animEffect>
                                  </p:childTnLst>
                                </p:cTn>
                              </p:par>
                            </p:childTnLst>
                          </p:cTn>
                        </p:par>
                      </p:childTnLst>
                    </p:cTn>
                  </p:par>
                  <p:par>
                    <p:cTn id="51" dur="indefinite" nodeType="clickEffect" fill="hold">
                      <p:stCondLst>
                        <p:cond delay="indefinite"/>
                      </p:stCondLst>
                      <p:childTnLst>
                        <p:par>
                          <p:cTn id="52" dur="indefinite" nodeType="withEffect" fill="hold">
                            <p:stCondLst>
                              <p:cond delay="0"/>
                            </p:stCondLst>
                            <p:childTnLst>
                              <p:par>
                                <p:cTn id="53" dur="indefinite" nodeType="clickEffect" fill="hold" presetClass="entr" presetID="10">
                                  <p:stCondLst>
                                    <p:cond delay="0"/>
                                  </p:stCondLst>
                                  <p:childTnLst>
                                    <p:set>
                                      <p:cBhvr>
                                        <p:cTn id="54" dur="1" fill="hold">
                                          <p:stCondLst>
                                            <p:cond delay="0"/>
                                          </p:stCondLst>
                                        </p:cTn>
                                        <p:tgtEl>
                                          <p:spTgt spid="105">
                                            <p:txEl>
                                              <p:pRg st="0" end="0"/>
                                            </p:txEl>
                                          </p:spTgt>
                                        </p:tgtEl>
                                        <p:attrNameLst>
                                          <p:attrName>style.visibility</p:attrName>
                                        </p:attrNameLst>
                                      </p:cBhvr>
                                      <p:to>
                                        <p:strVal val="visible"/>
                                      </p:to>
                                    </p:set>
                                    <p:animEffect filter="fade" transition="in">
                                      <p:cBhvr additive="repl">
                                        <p:cTn id="55" dur="500"/>
                                        <p:tgtEl>
                                          <p:spTgt spid="105">
                                            <p:txEl>
                                              <p:pRg st="0" end="0"/>
                                            </p:txEl>
                                          </p:spTgt>
                                        </p:tgtEl>
                                      </p:cBhvr>
                                    </p:animEffect>
                                  </p:childTnLst>
                                </p:cTn>
                              </p:par>
                            </p:childTnLst>
                          </p:cTn>
                        </p:par>
                      </p:childTnLst>
                    </p:cTn>
                  </p:par>
                  <p:par>
                    <p:cTn id="56" dur="indefinite" nodeType="clickEffect" fill="hold">
                      <p:stCondLst>
                        <p:cond delay="indefinite"/>
                      </p:stCondLst>
                      <p:childTnLst>
                        <p:par>
                          <p:cTn id="57" dur="indefinite" nodeType="withEffect" fill="hold">
                            <p:stCondLst>
                              <p:cond delay="0"/>
                            </p:stCondLst>
                            <p:childTnLst>
                              <p:par>
                                <p:cTn id="58" dur="indefinite" nodeType="clickEffect" fill="hold" presetClass="entr" presetID="10">
                                  <p:stCondLst>
                                    <p:cond delay="0"/>
                                  </p:stCondLst>
                                  <p:childTnLst>
                                    <p:set>
                                      <p:cBhvr>
                                        <p:cTn id="59" dur="1" fill="hold">
                                          <p:stCondLst>
                                            <p:cond delay="0"/>
                                          </p:stCondLst>
                                        </p:cTn>
                                        <p:tgtEl>
                                          <p:spTgt spid="105">
                                            <p:txEl>
                                              <p:pRg st="1" end="1"/>
                                            </p:txEl>
                                          </p:spTgt>
                                        </p:tgtEl>
                                        <p:attrNameLst>
                                          <p:attrName>style.visibility</p:attrName>
                                        </p:attrNameLst>
                                      </p:cBhvr>
                                      <p:to>
                                        <p:strVal val="visible"/>
                                      </p:to>
                                    </p:set>
                                    <p:animEffect filter="fade" transition="in">
                                      <p:cBhvr additive="repl">
                                        <p:cTn id="60" dur="500"/>
                                        <p:tgtEl>
                                          <p:spTgt spid="105">
                                            <p:txEl>
                                              <p:pRg st="1" end="1"/>
                                            </p:txEl>
                                          </p:spTgt>
                                        </p:tgtEl>
                                      </p:cBhvr>
                                    </p:animEffect>
                                  </p:childTnLst>
                                </p:cTn>
                              </p:par>
                            </p:childTnLst>
                          </p:cTn>
                        </p:par>
                      </p:childTnLst>
                    </p:cTn>
                  </p:par>
                  <p:par>
                    <p:cTn id="61" dur="indefinite" nodeType="clickEffect" fill="hold">
                      <p:stCondLst>
                        <p:cond delay="indefinite"/>
                      </p:stCondLst>
                      <p:childTnLst>
                        <p:par>
                          <p:cTn id="62" dur="indefinite" nodeType="withEffect" fill="hold">
                            <p:stCondLst>
                              <p:cond delay="0"/>
                            </p:stCondLst>
                            <p:childTnLst>
                              <p:par>
                                <p:cTn id="63" dur="indefinite" nodeType="clickEffect" fill="hold" presetClass="entr" presetID="10">
                                  <p:stCondLst>
                                    <p:cond delay="0"/>
                                  </p:stCondLst>
                                  <p:childTnLst>
                                    <p:set>
                                      <p:cBhvr>
                                        <p:cTn id="64" dur="1" fill="hold">
                                          <p:stCondLst>
                                            <p:cond delay="0"/>
                                          </p:stCondLst>
                                        </p:cTn>
                                        <p:tgtEl>
                                          <p:spTgt spid="105">
                                            <p:txEl>
                                              <p:pRg st="2" end="2"/>
                                            </p:txEl>
                                          </p:spTgt>
                                        </p:tgtEl>
                                        <p:attrNameLst>
                                          <p:attrName>style.visibility</p:attrName>
                                        </p:attrNameLst>
                                      </p:cBhvr>
                                      <p:to>
                                        <p:strVal val="visible"/>
                                      </p:to>
                                    </p:set>
                                    <p:animEffect filter="fade" transition="in">
                                      <p:cBhvr additive="repl">
                                        <p:cTn id="65" dur="500"/>
                                        <p:tgtEl>
                                          <p:spTgt spid="105">
                                            <p:txEl>
                                              <p:pRg st="2" end="2"/>
                                            </p:txEl>
                                          </p:spTgt>
                                        </p:tgtEl>
                                      </p:cBhvr>
                                    </p:animEffect>
                                  </p:childTnLst>
                                </p:cTn>
                              </p:par>
                            </p:childTnLst>
                          </p:cTn>
                        </p:par>
                      </p:childTnLst>
                    </p:cTn>
                  </p:par>
                  <p:par>
                    <p:cTn id="66" dur="indefinite" nodeType="clickEffect" fill="hold">
                      <p:stCondLst>
                        <p:cond delay="indefinite"/>
                      </p:stCondLst>
                      <p:childTnLst>
                        <p:par>
                          <p:cTn id="67" dur="indefinite" nodeType="withEffect" fill="hold">
                            <p:stCondLst>
                              <p:cond delay="0"/>
                            </p:stCondLst>
                            <p:childTnLst>
                              <p:par>
                                <p:cTn id="68" dur="indefinite" nodeType="clickEffect" fill="hold" presetClass="entr" presetID="10">
                                  <p:stCondLst>
                                    <p:cond delay="0"/>
                                  </p:stCondLst>
                                  <p:childTnLst>
                                    <p:set>
                                      <p:cBhvr>
                                        <p:cTn id="69" dur="1" fill="hold">
                                          <p:stCondLst>
                                            <p:cond delay="0"/>
                                          </p:stCondLst>
                                        </p:cTn>
                                        <p:tgtEl>
                                          <p:spTgt spid="105">
                                            <p:txEl>
                                              <p:pRg st="3" end="3"/>
                                            </p:txEl>
                                          </p:spTgt>
                                        </p:tgtEl>
                                        <p:attrNameLst>
                                          <p:attrName>style.visibility</p:attrName>
                                        </p:attrNameLst>
                                      </p:cBhvr>
                                      <p:to>
                                        <p:strVal val="visible"/>
                                      </p:to>
                                    </p:set>
                                    <p:animEffect filter="fade" transition="in">
                                      <p:cBhvr additive="repl">
                                        <p:cTn id="70" dur="500"/>
                                        <p:tgtEl>
                                          <p:spTgt spid="105">
                                            <p:txEl>
                                              <p:pRg st="3" end="3"/>
                                            </p:txEl>
                                          </p:spTgt>
                                        </p:tgtEl>
                                      </p:cBhvr>
                                    </p:animEffect>
                                  </p:childTnLst>
                                </p:cTn>
                              </p:par>
                            </p:childTnLst>
                          </p:cTn>
                        </p:par>
                      </p:childTnLst>
                    </p:cTn>
                  </p:par>
                  <p:par>
                    <p:cTn id="71" dur="indefinite" nodeType="clickEffect" fill="hold">
                      <p:stCondLst>
                        <p:cond delay="indefinite"/>
                      </p:stCondLst>
                      <p:childTnLst>
                        <p:par>
                          <p:cTn id="72" dur="indefinite" nodeType="withEffect" fill="hold">
                            <p:stCondLst>
                              <p:cond delay="0"/>
                            </p:stCondLst>
                            <p:childTnLst>
                              <p:par>
                                <p:cTn id="73" dur="indefinite" nodeType="clickEffect" fill="hold" presetClass="entr" presetID="10">
                                  <p:stCondLst>
                                    <p:cond delay="0"/>
                                  </p:stCondLst>
                                  <p:childTnLst>
                                    <p:set>
                                      <p:cBhvr>
                                        <p:cTn id="74" dur="1" fill="hold">
                                          <p:stCondLst>
                                            <p:cond delay="0"/>
                                          </p:stCondLst>
                                        </p:cTn>
                                        <p:tgtEl>
                                          <p:spTgt spid="105">
                                            <p:txEl>
                                              <p:pRg st="4" end="4"/>
                                            </p:txEl>
                                          </p:spTgt>
                                        </p:tgtEl>
                                        <p:attrNameLst>
                                          <p:attrName>style.visibility</p:attrName>
                                        </p:attrNameLst>
                                      </p:cBhvr>
                                      <p:to>
                                        <p:strVal val="visible"/>
                                      </p:to>
                                    </p:set>
                                    <p:animEffect filter="fade" transition="in">
                                      <p:cBhvr additive="repl">
                                        <p:cTn id="75" dur="500"/>
                                        <p:tgtEl>
                                          <p:spTgt spid="105">
                                            <p:txEl>
                                              <p:pRg st="4" end="4"/>
                                            </p:txEl>
                                          </p:spTgt>
                                        </p:tgtEl>
                                      </p:cBhvr>
                                    </p:animEffect>
                                  </p:childTnLst>
                                </p:cTn>
                              </p:par>
                            </p:childTnLst>
                          </p:cTn>
                        </p:par>
                      </p:childTnLst>
                    </p:cTn>
                  </p:par>
                  <p:par>
                    <p:cTn id="76" dur="indefinite" nodeType="clickEffect" fill="hold">
                      <p:stCondLst>
                        <p:cond delay="indefinite"/>
                      </p:stCondLst>
                      <p:childTnLst>
                        <p:par>
                          <p:cTn id="77" dur="indefinite" nodeType="withEffect" fill="hold">
                            <p:stCondLst>
                              <p:cond delay="0"/>
                            </p:stCondLst>
                            <p:childTnLst>
                              <p:par>
                                <p:cTn id="78" dur="indefinite" nodeType="clickEffect" fill="hold" presetClass="entr" presetID="10">
                                  <p:stCondLst>
                                    <p:cond delay="0"/>
                                  </p:stCondLst>
                                  <p:childTnLst>
                                    <p:set>
                                      <p:cBhvr>
                                        <p:cTn id="79" dur="1" fill="hold">
                                          <p:stCondLst>
                                            <p:cond delay="0"/>
                                          </p:stCondLst>
                                        </p:cTn>
                                        <p:tgtEl>
                                          <p:spTgt spid="105">
                                            <p:txEl>
                                              <p:pRg st="5" end="5"/>
                                            </p:txEl>
                                          </p:spTgt>
                                        </p:tgtEl>
                                        <p:attrNameLst>
                                          <p:attrName>style.visibility</p:attrName>
                                        </p:attrNameLst>
                                      </p:cBhvr>
                                      <p:to>
                                        <p:strVal val="visible"/>
                                      </p:to>
                                    </p:set>
                                    <p:animEffect filter="fade" transition="in">
                                      <p:cBhvr additive="repl">
                                        <p:cTn id="80" dur="500"/>
                                        <p:tgtEl>
                                          <p:spTgt spid="105">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106" name=""/>
          <p:cNvSpPr/>
          <p:nvPr/>
        </p:nvSpPr>
        <p:spPr>
          <a:xfrm>
            <a:off x="838080" y="457200"/>
            <a:ext cx="8229600" cy="762120"/>
          </a:xfrm>
          <a:prstGeom prst="rect">
            <a:avLst/>
          </a:prstGeom>
          <a:noFill/>
          <a:ln w="0">
            <a:noFill/>
          </a:ln>
        </p:spPr>
        <p:style>
          <a:lnRef idx="0"/>
          <a:fillRef idx="0"/>
          <a:effectRef idx="0"/>
          <a:fontRef idx="minor"/>
        </p:style>
        <p:txBody>
          <a:bodyPr lIns="95760" rIns="95760" tIns="47880" bIns="47880" anchor="ctr" anchorCtr="1">
            <a:noAutofit/>
          </a:bodyPr>
          <a:p>
            <a:pPr algn="ct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br>
              <a:rPr sz="4600"/>
            </a:br>
            <a:r>
              <a:rPr b="1" lang="en-US" sz="4000" strike="noStrike" u="none">
                <a:solidFill>
                  <a:srgbClr val="ffffff"/>
                </a:solidFill>
                <a:effectLst/>
                <a:uFillTx/>
                <a:latin typeface="Arial"/>
              </a:rPr>
              <a:t>MỤC TIÊU HỌC TẬP BÀI HỌC</a:t>
            </a:r>
            <a:br>
              <a:rPr sz="4000"/>
            </a:br>
            <a:endParaRPr b="0" lang="en-US" sz="4000" strike="noStrike" u="none">
              <a:solidFill>
                <a:srgbClr val="ffffff"/>
              </a:solidFill>
              <a:effectLst/>
              <a:uFillTx/>
              <a:latin typeface="VNI-Times"/>
            </a:endParaRPr>
          </a:p>
        </p:txBody>
      </p:sp>
      <p:sp>
        <p:nvSpPr>
          <p:cNvPr id="107" name=""/>
          <p:cNvSpPr/>
          <p:nvPr/>
        </p:nvSpPr>
        <p:spPr>
          <a:xfrm>
            <a:off x="533520" y="1523880"/>
            <a:ext cx="8839080" cy="5105520"/>
          </a:xfrm>
          <a:prstGeom prst="rect">
            <a:avLst/>
          </a:prstGeom>
          <a:noFill/>
          <a:ln w="0">
            <a:noFill/>
          </a:ln>
        </p:spPr>
        <p:style>
          <a:lnRef idx="0"/>
          <a:fillRef idx="0"/>
          <a:effectRef idx="0"/>
          <a:fontRef idx="minor"/>
        </p:style>
        <p:txBody>
          <a:bodyPr lIns="95760" rIns="95760" tIns="47880" bIns="47880" anchor="t">
            <a:noAutofit/>
          </a:bodyPr>
          <a:p>
            <a:pPr>
              <a:lnSpc>
                <a:spcPct val="100000"/>
              </a:lnSpc>
              <a:spcBef>
                <a:spcPts val="88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i="1" lang="en-US" sz="3400" strike="noStrike" u="none">
                <a:solidFill>
                  <a:srgbClr val="ffffff"/>
                </a:solidFill>
                <a:effectLst/>
                <a:uFillTx/>
                <a:latin typeface="Arial"/>
              </a:rPr>
              <a:t>	</a:t>
            </a:r>
            <a:r>
              <a:rPr b="0" i="1" lang="vi-VN" sz="3400" strike="noStrike" u="none">
                <a:solidFill>
                  <a:srgbClr val="ffffff"/>
                </a:solidFill>
                <a:effectLst/>
                <a:uFillTx/>
                <a:latin typeface="Arial"/>
              </a:rPr>
              <a:t>Sau khi học xong bài này, người học đạt được:</a:t>
            </a:r>
            <a:endParaRPr b="0" lang="en-US" sz="3400" strike="noStrike" u="none">
              <a:solidFill>
                <a:srgbClr val="ffffff"/>
              </a:solidFill>
              <a:effectLst/>
              <a:uFillTx/>
              <a:latin typeface="VNI-Times"/>
            </a:endParaRPr>
          </a:p>
          <a:p>
            <a:pPr>
              <a:lnSpc>
                <a:spcPct val="100000"/>
              </a:lnSpc>
              <a:spcBef>
                <a:spcPts val="88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3400" strike="noStrike" u="none">
                <a:solidFill>
                  <a:srgbClr val="ffffff"/>
                </a:solidFill>
                <a:effectLst/>
                <a:uFillTx/>
                <a:latin typeface="Arial"/>
              </a:rPr>
              <a:t>	</a:t>
            </a:r>
            <a:r>
              <a:rPr b="0" lang="vi-VN" sz="3400" strike="noStrike" u="none">
                <a:solidFill>
                  <a:srgbClr val="ffffff"/>
                </a:solidFill>
                <a:effectLst/>
                <a:uFillTx/>
                <a:latin typeface="Arial"/>
              </a:rPr>
              <a:t>Trình bày được vị trí, </a:t>
            </a:r>
            <a:endParaRPr b="0" lang="en-US" sz="3400" strike="noStrike" u="none">
              <a:solidFill>
                <a:srgbClr val="ffffff"/>
              </a:solidFill>
              <a:effectLst/>
              <a:uFillTx/>
              <a:latin typeface="VNI-Times"/>
            </a:endParaRPr>
          </a:p>
          <a:p>
            <a:pPr>
              <a:lnSpc>
                <a:spcPct val="100000"/>
              </a:lnSpc>
              <a:spcBef>
                <a:spcPts val="88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3400" strike="noStrike" u="none">
                <a:solidFill>
                  <a:srgbClr val="ffffff"/>
                </a:solidFill>
                <a:effectLst/>
                <a:uFillTx/>
                <a:latin typeface="Arial"/>
              </a:rPr>
              <a:t>	</a:t>
            </a:r>
            <a:r>
              <a:rPr b="0" lang="vi-VN" sz="3400" strike="noStrike" u="none">
                <a:solidFill>
                  <a:srgbClr val="ffffff"/>
                </a:solidFill>
                <a:effectLst/>
                <a:uFillTx/>
                <a:latin typeface="Arial"/>
              </a:rPr>
              <a:t>tính chất,</a:t>
            </a:r>
            <a:endParaRPr b="0" lang="en-US" sz="3400" strike="noStrike" u="none">
              <a:solidFill>
                <a:srgbClr val="ffffff"/>
              </a:solidFill>
              <a:effectLst/>
              <a:uFillTx/>
              <a:latin typeface="VNI-Times"/>
            </a:endParaRPr>
          </a:p>
          <a:p>
            <a:pPr>
              <a:lnSpc>
                <a:spcPct val="100000"/>
              </a:lnSpc>
              <a:spcBef>
                <a:spcPts val="88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vi-VN" sz="3400" strike="noStrike" u="none">
                <a:solidFill>
                  <a:srgbClr val="ffffff"/>
                </a:solidFill>
                <a:effectLst/>
                <a:uFillTx/>
                <a:latin typeface="Arial"/>
              </a:rPr>
              <a:t> </a:t>
            </a:r>
            <a:r>
              <a:rPr b="0" lang="en-US" sz="3400" strike="noStrike" u="none">
                <a:solidFill>
                  <a:srgbClr val="ffffff"/>
                </a:solidFill>
                <a:effectLst/>
                <a:uFillTx/>
                <a:latin typeface="Arial"/>
              </a:rPr>
              <a:t>	</a:t>
            </a:r>
            <a:r>
              <a:rPr b="0" lang="vi-VN" sz="3400" strike="noStrike" u="none">
                <a:solidFill>
                  <a:srgbClr val="ffffff"/>
                </a:solidFill>
                <a:effectLst/>
                <a:uFillTx/>
                <a:latin typeface="Arial"/>
              </a:rPr>
              <a:t>mục tiêu, </a:t>
            </a:r>
            <a:endParaRPr b="0" lang="en-US" sz="3400" strike="noStrike" u="none">
              <a:solidFill>
                <a:srgbClr val="ffffff"/>
              </a:solidFill>
              <a:effectLst/>
              <a:uFillTx/>
              <a:latin typeface="VNI-Times"/>
            </a:endParaRPr>
          </a:p>
          <a:p>
            <a:pPr>
              <a:lnSpc>
                <a:spcPct val="100000"/>
              </a:lnSpc>
              <a:spcBef>
                <a:spcPts val="88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3400" strike="noStrike" u="none">
                <a:solidFill>
                  <a:srgbClr val="ffffff"/>
                </a:solidFill>
                <a:effectLst/>
                <a:uFillTx/>
                <a:latin typeface="Arial"/>
              </a:rPr>
              <a:t>	</a:t>
            </a:r>
            <a:r>
              <a:rPr b="0" lang="vi-VN" sz="3400" strike="noStrike" u="none">
                <a:solidFill>
                  <a:srgbClr val="ffffff"/>
                </a:solidFill>
                <a:effectLst/>
                <a:uFillTx/>
                <a:latin typeface="Arial"/>
              </a:rPr>
              <a:t>nội dung chính, </a:t>
            </a:r>
            <a:endParaRPr b="0" lang="en-US" sz="3400" strike="noStrike" u="none">
              <a:solidFill>
                <a:srgbClr val="ffffff"/>
              </a:solidFill>
              <a:effectLst/>
              <a:uFillTx/>
              <a:latin typeface="VNI-Times"/>
            </a:endParaRPr>
          </a:p>
          <a:p>
            <a:pPr>
              <a:lnSpc>
                <a:spcPct val="100000"/>
              </a:lnSpc>
              <a:spcBef>
                <a:spcPts val="88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3400" strike="noStrike" u="none">
                <a:solidFill>
                  <a:srgbClr val="ffffff"/>
                </a:solidFill>
                <a:effectLst/>
                <a:uFillTx/>
                <a:latin typeface="Arial"/>
              </a:rPr>
              <a:t>	</a:t>
            </a:r>
            <a:r>
              <a:rPr b="0" lang="vi-VN" sz="3400" strike="noStrike" u="none">
                <a:solidFill>
                  <a:srgbClr val="ffffff"/>
                </a:solidFill>
                <a:effectLst/>
                <a:uFillTx/>
                <a:latin typeface="Arial"/>
              </a:rPr>
              <a:t>phương pháp dạy học và đánh giá môn học.</a:t>
            </a:r>
            <a:endParaRPr b="0" lang="en-US" sz="3400" strike="noStrike" u="none">
              <a:solidFill>
                <a:srgbClr val="ffffff"/>
              </a:solidFill>
              <a:effectLst/>
              <a:uFillTx/>
              <a:latin typeface="VNI-Times"/>
            </a:endParaRPr>
          </a:p>
        </p:txBody>
      </p:sp>
    </p:spTree>
  </p:cSld>
  <p:timing>
    <p:tnLst>
      <p:par>
        <p:cTn id="81" dur="indefinite" restart="never" nodeType="tmRoot">
          <p:childTnLst>
            <p:seq>
              <p:cTn id="82" dur="indefinite" nodeType="mainSeq">
                <p:childTnLst>
                  <p:par>
                    <p:cTn id="83" dur="indefinite" nodeType="clickEffect" fill="hold">
                      <p:stCondLst>
                        <p:cond delay="indefinite"/>
                      </p:stCondLst>
                      <p:childTnLst>
                        <p:par>
                          <p:cTn id="84" dur="indefinite" nodeType="withEffect" fill="hold">
                            <p:stCondLst>
                              <p:cond delay="0"/>
                            </p:stCondLst>
                            <p:childTnLst>
                              <p:par>
                                <p:cTn id="85" dur="indefinite" nodeType="clickEffect" fill="hold" presetClass="entr" presetID="10">
                                  <p:stCondLst>
                                    <p:cond delay="0"/>
                                  </p:stCondLst>
                                  <p:childTnLst>
                                    <p:set>
                                      <p:cBhvr>
                                        <p:cTn id="86" dur="1" fill="hold">
                                          <p:stCondLst>
                                            <p:cond delay="0"/>
                                          </p:stCondLst>
                                        </p:cTn>
                                        <p:tgtEl>
                                          <p:spTgt spid="106"/>
                                        </p:tgtEl>
                                        <p:attrNameLst>
                                          <p:attrName>style.visibility</p:attrName>
                                        </p:attrNameLst>
                                      </p:cBhvr>
                                      <p:to>
                                        <p:strVal val="visible"/>
                                      </p:to>
                                    </p:set>
                                    <p:animEffect filter="fade" transition="in">
                                      <p:cBhvr additive="repl">
                                        <p:cTn id="87" dur="500"/>
                                        <p:tgtEl>
                                          <p:spTgt spid="106"/>
                                        </p:tgtEl>
                                      </p:cBhvr>
                                    </p:animEffect>
                                  </p:childTnLst>
                                </p:cTn>
                              </p:par>
                            </p:childTnLst>
                          </p:cTn>
                        </p:par>
                      </p:childTnLst>
                    </p:cTn>
                  </p:par>
                  <p:par>
                    <p:cTn id="88" dur="indefinite" nodeType="clickEffect" fill="hold">
                      <p:stCondLst>
                        <p:cond delay="indefinite"/>
                      </p:stCondLst>
                      <p:childTnLst>
                        <p:par>
                          <p:cTn id="89" dur="indefinite" nodeType="withEffect" fill="hold">
                            <p:stCondLst>
                              <p:cond delay="0"/>
                            </p:stCondLst>
                            <p:childTnLst>
                              <p:par>
                                <p:cTn id="90" dur="indefinite" nodeType="clickEffect" fill="hold" presetClass="entr" presetID="10">
                                  <p:stCondLst>
                                    <p:cond delay="0"/>
                                  </p:stCondLst>
                                  <p:childTnLst>
                                    <p:set>
                                      <p:cBhvr>
                                        <p:cTn id="91" dur="1" fill="hold">
                                          <p:stCondLst>
                                            <p:cond delay="0"/>
                                          </p:stCondLst>
                                        </p:cTn>
                                        <p:tgtEl>
                                          <p:spTgt spid="107">
                                            <p:txEl>
                                              <p:pRg st="0" end="0"/>
                                            </p:txEl>
                                          </p:spTgt>
                                        </p:tgtEl>
                                        <p:attrNameLst>
                                          <p:attrName>style.visibility</p:attrName>
                                        </p:attrNameLst>
                                      </p:cBhvr>
                                      <p:to>
                                        <p:strVal val="visible"/>
                                      </p:to>
                                    </p:set>
                                    <p:animEffect filter="fade" transition="in">
                                      <p:cBhvr additive="repl">
                                        <p:cTn id="92" dur="500"/>
                                        <p:tgtEl>
                                          <p:spTgt spid="107">
                                            <p:txEl>
                                              <p:pRg st="0" end="0"/>
                                            </p:txEl>
                                          </p:spTgt>
                                        </p:tgtEl>
                                      </p:cBhvr>
                                    </p:animEffect>
                                  </p:childTnLst>
                                </p:cTn>
                              </p:par>
                            </p:childTnLst>
                          </p:cTn>
                        </p:par>
                      </p:childTnLst>
                    </p:cTn>
                  </p:par>
                  <p:par>
                    <p:cTn id="93" dur="indefinite" nodeType="clickEffect" fill="hold">
                      <p:stCondLst>
                        <p:cond delay="indefinite"/>
                      </p:stCondLst>
                      <p:childTnLst>
                        <p:par>
                          <p:cTn id="94" dur="indefinite" nodeType="withEffect" fill="hold">
                            <p:stCondLst>
                              <p:cond delay="0"/>
                            </p:stCondLst>
                            <p:childTnLst>
                              <p:par>
                                <p:cTn id="95" dur="indefinite" nodeType="clickEffect" fill="hold" presetClass="entr" presetID="10">
                                  <p:stCondLst>
                                    <p:cond delay="0"/>
                                  </p:stCondLst>
                                  <p:childTnLst>
                                    <p:set>
                                      <p:cBhvr>
                                        <p:cTn id="96" dur="1" fill="hold">
                                          <p:stCondLst>
                                            <p:cond delay="0"/>
                                          </p:stCondLst>
                                        </p:cTn>
                                        <p:tgtEl>
                                          <p:spTgt spid="107">
                                            <p:txEl>
                                              <p:pRg st="1" end="1"/>
                                            </p:txEl>
                                          </p:spTgt>
                                        </p:tgtEl>
                                        <p:attrNameLst>
                                          <p:attrName>style.visibility</p:attrName>
                                        </p:attrNameLst>
                                      </p:cBhvr>
                                      <p:to>
                                        <p:strVal val="visible"/>
                                      </p:to>
                                    </p:set>
                                    <p:animEffect filter="fade" transition="in">
                                      <p:cBhvr additive="repl">
                                        <p:cTn id="97" dur="500"/>
                                        <p:tgtEl>
                                          <p:spTgt spid="107">
                                            <p:txEl>
                                              <p:pRg st="1" end="1"/>
                                            </p:txEl>
                                          </p:spTgt>
                                        </p:tgtEl>
                                      </p:cBhvr>
                                    </p:animEffect>
                                  </p:childTnLst>
                                </p:cTn>
                              </p:par>
                            </p:childTnLst>
                          </p:cTn>
                        </p:par>
                      </p:childTnLst>
                    </p:cTn>
                  </p:par>
                  <p:par>
                    <p:cTn id="98" dur="indefinite" nodeType="clickEffect" fill="hold">
                      <p:stCondLst>
                        <p:cond delay="indefinite"/>
                      </p:stCondLst>
                      <p:childTnLst>
                        <p:par>
                          <p:cTn id="99" dur="indefinite" nodeType="withEffect" fill="hold">
                            <p:stCondLst>
                              <p:cond delay="0"/>
                            </p:stCondLst>
                            <p:childTnLst>
                              <p:par>
                                <p:cTn id="100" dur="indefinite" nodeType="clickEffect" fill="hold" presetClass="entr" presetID="10">
                                  <p:stCondLst>
                                    <p:cond delay="0"/>
                                  </p:stCondLst>
                                  <p:childTnLst>
                                    <p:set>
                                      <p:cBhvr>
                                        <p:cTn id="101" dur="1" fill="hold">
                                          <p:stCondLst>
                                            <p:cond delay="0"/>
                                          </p:stCondLst>
                                        </p:cTn>
                                        <p:tgtEl>
                                          <p:spTgt spid="107">
                                            <p:txEl>
                                              <p:pRg st="2" end="2"/>
                                            </p:txEl>
                                          </p:spTgt>
                                        </p:tgtEl>
                                        <p:attrNameLst>
                                          <p:attrName>style.visibility</p:attrName>
                                        </p:attrNameLst>
                                      </p:cBhvr>
                                      <p:to>
                                        <p:strVal val="visible"/>
                                      </p:to>
                                    </p:set>
                                    <p:animEffect filter="fade" transition="in">
                                      <p:cBhvr additive="repl">
                                        <p:cTn id="102" dur="500"/>
                                        <p:tgtEl>
                                          <p:spTgt spid="107">
                                            <p:txEl>
                                              <p:pRg st="2" end="2"/>
                                            </p:txEl>
                                          </p:spTgt>
                                        </p:tgtEl>
                                      </p:cBhvr>
                                    </p:animEffect>
                                  </p:childTnLst>
                                </p:cTn>
                              </p:par>
                            </p:childTnLst>
                          </p:cTn>
                        </p:par>
                      </p:childTnLst>
                    </p:cTn>
                  </p:par>
                  <p:par>
                    <p:cTn id="103" dur="indefinite" nodeType="clickEffect" fill="hold">
                      <p:stCondLst>
                        <p:cond delay="indefinite"/>
                      </p:stCondLst>
                      <p:childTnLst>
                        <p:par>
                          <p:cTn id="104" dur="indefinite" nodeType="withEffect" fill="hold">
                            <p:stCondLst>
                              <p:cond delay="0"/>
                            </p:stCondLst>
                            <p:childTnLst>
                              <p:par>
                                <p:cTn id="105" dur="indefinite" nodeType="clickEffect" fill="hold" presetClass="entr" presetID="10">
                                  <p:stCondLst>
                                    <p:cond delay="0"/>
                                  </p:stCondLst>
                                  <p:childTnLst>
                                    <p:set>
                                      <p:cBhvr>
                                        <p:cTn id="106" dur="1" fill="hold">
                                          <p:stCondLst>
                                            <p:cond delay="0"/>
                                          </p:stCondLst>
                                        </p:cTn>
                                        <p:tgtEl>
                                          <p:spTgt spid="107">
                                            <p:txEl>
                                              <p:pRg st="3" end="3"/>
                                            </p:txEl>
                                          </p:spTgt>
                                        </p:tgtEl>
                                        <p:attrNameLst>
                                          <p:attrName>style.visibility</p:attrName>
                                        </p:attrNameLst>
                                      </p:cBhvr>
                                      <p:to>
                                        <p:strVal val="visible"/>
                                      </p:to>
                                    </p:set>
                                    <p:animEffect filter="fade" transition="in">
                                      <p:cBhvr additive="repl">
                                        <p:cTn id="107" dur="500"/>
                                        <p:tgtEl>
                                          <p:spTgt spid="107">
                                            <p:txEl>
                                              <p:pRg st="3" end="3"/>
                                            </p:txEl>
                                          </p:spTgt>
                                        </p:tgtEl>
                                      </p:cBhvr>
                                    </p:animEffect>
                                  </p:childTnLst>
                                </p:cTn>
                              </p:par>
                            </p:childTnLst>
                          </p:cTn>
                        </p:par>
                      </p:childTnLst>
                    </p:cTn>
                  </p:par>
                  <p:par>
                    <p:cTn id="108" dur="indefinite" nodeType="clickEffect" fill="hold">
                      <p:stCondLst>
                        <p:cond delay="indefinite"/>
                      </p:stCondLst>
                      <p:childTnLst>
                        <p:par>
                          <p:cTn id="109" dur="indefinite" nodeType="withEffect" fill="hold">
                            <p:stCondLst>
                              <p:cond delay="0"/>
                            </p:stCondLst>
                            <p:childTnLst>
                              <p:par>
                                <p:cTn id="110" dur="indefinite" nodeType="clickEffect" fill="hold" presetClass="entr" presetID="10">
                                  <p:stCondLst>
                                    <p:cond delay="0"/>
                                  </p:stCondLst>
                                  <p:childTnLst>
                                    <p:set>
                                      <p:cBhvr>
                                        <p:cTn id="111" dur="1" fill="hold">
                                          <p:stCondLst>
                                            <p:cond delay="0"/>
                                          </p:stCondLst>
                                        </p:cTn>
                                        <p:tgtEl>
                                          <p:spTgt spid="107">
                                            <p:txEl>
                                              <p:pRg st="4" end="4"/>
                                            </p:txEl>
                                          </p:spTgt>
                                        </p:tgtEl>
                                        <p:attrNameLst>
                                          <p:attrName>style.visibility</p:attrName>
                                        </p:attrNameLst>
                                      </p:cBhvr>
                                      <p:to>
                                        <p:strVal val="visible"/>
                                      </p:to>
                                    </p:set>
                                    <p:animEffect filter="fade" transition="in">
                                      <p:cBhvr additive="repl">
                                        <p:cTn id="112" dur="500"/>
                                        <p:tgtEl>
                                          <p:spTgt spid="107">
                                            <p:txEl>
                                              <p:pRg st="4" end="4"/>
                                            </p:txEl>
                                          </p:spTgt>
                                        </p:tgtEl>
                                      </p:cBhvr>
                                    </p:animEffect>
                                  </p:childTnLst>
                                </p:cTn>
                              </p:par>
                            </p:childTnLst>
                          </p:cTn>
                        </p:par>
                      </p:childTnLst>
                    </p:cTn>
                  </p:par>
                  <p:par>
                    <p:cTn id="113" dur="indefinite" nodeType="clickEffect" fill="hold">
                      <p:stCondLst>
                        <p:cond delay="indefinite"/>
                      </p:stCondLst>
                      <p:childTnLst>
                        <p:par>
                          <p:cTn id="114" dur="indefinite" nodeType="withEffect" fill="hold">
                            <p:stCondLst>
                              <p:cond delay="0"/>
                            </p:stCondLst>
                            <p:childTnLst>
                              <p:par>
                                <p:cTn id="115" dur="indefinite" nodeType="clickEffect" fill="hold" presetClass="entr" presetID="10">
                                  <p:stCondLst>
                                    <p:cond delay="0"/>
                                  </p:stCondLst>
                                  <p:childTnLst>
                                    <p:set>
                                      <p:cBhvr>
                                        <p:cTn id="116" dur="1" fill="hold">
                                          <p:stCondLst>
                                            <p:cond delay="0"/>
                                          </p:stCondLst>
                                        </p:cTn>
                                        <p:tgtEl>
                                          <p:spTgt spid="107">
                                            <p:txEl>
                                              <p:pRg st="5" end="5"/>
                                            </p:txEl>
                                          </p:spTgt>
                                        </p:tgtEl>
                                        <p:attrNameLst>
                                          <p:attrName>style.visibility</p:attrName>
                                        </p:attrNameLst>
                                      </p:cBhvr>
                                      <p:to>
                                        <p:strVal val="visible"/>
                                      </p:to>
                                    </p:set>
                                    <p:animEffect filter="fade" transition="in">
                                      <p:cBhvr additive="repl">
                                        <p:cTn id="117" dur="500"/>
                                        <p:tgtEl>
                                          <p:spTgt spid="107">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108" name=""/>
          <p:cNvSpPr/>
          <p:nvPr/>
        </p:nvSpPr>
        <p:spPr>
          <a:xfrm>
            <a:off x="7099200" y="6246720"/>
            <a:ext cx="2311560" cy="453960"/>
          </a:xfrm>
          <a:prstGeom prst="rect">
            <a:avLst/>
          </a:prstGeom>
          <a:noFill/>
          <a:ln w="0">
            <a:noFill/>
          </a:ln>
        </p:spPr>
        <p:style>
          <a:lnRef idx="0"/>
          <a:fillRef idx="0"/>
          <a:effectRef idx="0"/>
          <a:fontRef idx="minor"/>
        </p:style>
        <p:txBody>
          <a:bodyPr lIns="95760" rIns="95760" tIns="47880" bIns="47880" anchor="b">
            <a:noAutofit/>
          </a:bodyPr>
          <a:p>
            <a:pPr algn="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fld id="{CA4886BB-EA1A-48D9-AC10-0D6BD1A70ED3}" type="slidenum">
              <a:rPr b="0" lang="en-US" sz="1200" strike="noStrike" u="none">
                <a:solidFill>
                  <a:srgbClr val="ffffff"/>
                </a:solidFill>
                <a:effectLst/>
                <a:uFillTx/>
                <a:latin typeface="Arial"/>
              </a:rPr>
              <a:t>&lt;number&gt;</a:t>
            </a:fld>
            <a:endParaRPr b="0" lang="en-US" sz="1200" strike="noStrike" u="none">
              <a:solidFill>
                <a:srgbClr val="ffffff"/>
              </a:solidFill>
              <a:effectLst/>
              <a:uFillTx/>
              <a:latin typeface="VNI-Times"/>
            </a:endParaRPr>
          </a:p>
        </p:txBody>
      </p:sp>
      <p:sp>
        <p:nvSpPr>
          <p:cNvPr id="109" name=""/>
          <p:cNvSpPr/>
          <p:nvPr/>
        </p:nvSpPr>
        <p:spPr>
          <a:xfrm>
            <a:off x="228600" y="228600"/>
            <a:ext cx="9448920" cy="6629400"/>
          </a:xfrm>
          <a:prstGeom prst="rect">
            <a:avLst/>
          </a:prstGeom>
          <a:noFill/>
          <a:ln w="0">
            <a:noFill/>
          </a:ln>
        </p:spPr>
        <p:style>
          <a:lnRef idx="0"/>
          <a:fillRef idx="0"/>
          <a:effectRef idx="0"/>
          <a:fontRef idx="minor"/>
        </p:style>
        <p:txBody>
          <a:bodyPr lIns="95760" rIns="95760" tIns="47880" bIns="47880" anchor="t">
            <a:noAutofit/>
          </a:bodyPr>
          <a:p>
            <a:pPr>
              <a:lnSpc>
                <a:spcPct val="100000"/>
              </a:lnSpc>
              <a:spcBef>
                <a:spcPts val="88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en-US" sz="3200" strike="noStrike" u="none">
                <a:solidFill>
                  <a:srgbClr val="ffffff"/>
                </a:solidFill>
                <a:effectLst/>
                <a:uFillTx/>
                <a:latin typeface="Arial"/>
              </a:rPr>
              <a:t> </a:t>
            </a:r>
            <a:r>
              <a:rPr b="1" lang="en-US" sz="3400" strike="noStrike" u="none">
                <a:solidFill>
                  <a:srgbClr val="ffffff"/>
                </a:solidFill>
                <a:effectLst/>
                <a:uFillTx/>
                <a:latin typeface="Arial"/>
              </a:rPr>
              <a:t>1. </a:t>
            </a:r>
            <a:r>
              <a:rPr b="1" lang="vi-VN" sz="3400" strike="noStrike" u="none">
                <a:solidFill>
                  <a:srgbClr val="ffffff"/>
                </a:solidFill>
                <a:effectLst/>
                <a:uFillTx/>
                <a:latin typeface="Arial"/>
              </a:rPr>
              <a:t>Vị trí, tính chất môn họ</a:t>
            </a:r>
            <a:r>
              <a:rPr b="1" lang="en-US" sz="3400" strike="noStrike" u="none">
                <a:solidFill>
                  <a:srgbClr val="ffffff"/>
                </a:solidFill>
                <a:effectLst/>
                <a:uFillTx/>
                <a:latin typeface="Arial"/>
              </a:rPr>
              <a:t>c</a:t>
            </a:r>
            <a:endParaRPr b="0" lang="en-US" sz="3400" strike="noStrike" u="none">
              <a:solidFill>
                <a:srgbClr val="ffffff"/>
              </a:solidFill>
              <a:effectLst/>
              <a:uFillTx/>
              <a:latin typeface="VNI-Times"/>
            </a:endParaRPr>
          </a:p>
          <a:p>
            <a:pPr>
              <a:lnSpc>
                <a:spcPct val="100000"/>
              </a:lnSpc>
              <a:spcBef>
                <a:spcPts val="88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3400" strike="noStrike" u="none">
              <a:solidFill>
                <a:srgbClr val="ffffff"/>
              </a:solidFill>
              <a:effectLst/>
              <a:uFillTx/>
              <a:latin typeface="VNI-Times"/>
            </a:endParaRPr>
          </a:p>
        </p:txBody>
      </p:sp>
      <p:sp>
        <p:nvSpPr>
          <p:cNvPr id="110" name=""/>
          <p:cNvSpPr/>
          <p:nvPr/>
        </p:nvSpPr>
        <p:spPr>
          <a:xfrm>
            <a:off x="3200400" y="990720"/>
            <a:ext cx="2895480" cy="609480"/>
          </a:xfrm>
          <a:prstGeom prst="rect">
            <a:avLst/>
          </a:prstGeom>
          <a:solidFill>
            <a:srgbClr val="3366ff"/>
          </a:solidFill>
          <a:ln w="9360">
            <a:solidFill>
              <a:srgbClr val="ff0000"/>
            </a:solidFill>
            <a:round/>
          </a:ln>
        </p:spPr>
        <p:style>
          <a:lnRef idx="0"/>
          <a:fillRef idx="0"/>
          <a:effectRef idx="0"/>
          <a:fontRef idx="minor"/>
        </p:style>
        <p:txBody>
          <a:bodyPr lIns="90000" rIns="90000" tIns="46800" bIns="46800" anchor="t">
            <a:noAutofit/>
          </a:bodyPr>
          <a:p>
            <a:pP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3200" strike="noStrike" u="none">
                <a:solidFill>
                  <a:srgbClr val="ffffff"/>
                </a:solidFill>
                <a:effectLst/>
                <a:uFillTx/>
                <a:latin typeface="Times New Roman"/>
                <a:ea typeface="Times New Roman"/>
              </a:rPr>
              <a:t> 1.1. </a:t>
            </a:r>
            <a:r>
              <a:rPr b="1" i="1" lang="nl-NL" sz="3400" strike="noStrike" u="none">
                <a:solidFill>
                  <a:srgbClr val="ffffff"/>
                </a:solidFill>
                <a:effectLst/>
                <a:uFillTx/>
                <a:latin typeface="Arial"/>
              </a:rPr>
              <a:t>Vị trí</a:t>
            </a:r>
            <a:endParaRPr b="0" lang="en-US" sz="3400" strike="noStrike" u="none">
              <a:solidFill>
                <a:srgbClr val="ffffff"/>
              </a:solidFill>
              <a:effectLst/>
              <a:uFillTx/>
              <a:latin typeface="VNI-Times"/>
            </a:endParaRPr>
          </a:p>
        </p:txBody>
      </p:sp>
      <p:sp>
        <p:nvSpPr>
          <p:cNvPr id="111" name=""/>
          <p:cNvSpPr/>
          <p:nvPr/>
        </p:nvSpPr>
        <p:spPr>
          <a:xfrm>
            <a:off x="290520" y="1905120"/>
            <a:ext cx="5638680" cy="4800600"/>
          </a:xfrm>
          <a:prstGeom prst="rect">
            <a:avLst/>
          </a:prstGeom>
          <a:solidFill>
            <a:srgbClr val="7b46d0"/>
          </a:solidFill>
          <a:ln w="9360">
            <a:solidFill>
              <a:srgbClr val="ffffff"/>
            </a:solidFill>
            <a:round/>
          </a:ln>
        </p:spPr>
        <p:style>
          <a:lnRef idx="0"/>
          <a:fillRef idx="0"/>
          <a:effectRef idx="0"/>
          <a:fontRef idx="minor"/>
        </p:style>
        <p:txBody>
          <a:bodyPr lIns="90000" rIns="90000" tIns="46800" bIns="46800" anchor="t">
            <a:noAutofit/>
          </a:bodyPr>
          <a:p>
            <a:pP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i="1" lang="de-DE" sz="3200" strike="noStrike" u="none">
                <a:solidFill>
                  <a:srgbClr val="ffffff"/>
                </a:solidFill>
                <a:effectLst/>
                <a:uFillTx/>
                <a:latin typeface="Times New Roman"/>
                <a:ea typeface="Times New Roman"/>
              </a:rPr>
              <a:t>Chính trị</a:t>
            </a:r>
            <a:r>
              <a:rPr b="0" i="1" lang="de-DE" sz="3200" strike="noStrike" u="none">
                <a:solidFill>
                  <a:srgbClr val="ffffff"/>
                </a:solidFill>
                <a:effectLst/>
                <a:uFillTx/>
                <a:latin typeface="Times New Roman"/>
                <a:ea typeface="Times New Roman"/>
              </a:rPr>
              <a:t>:</a:t>
            </a:r>
            <a:endParaRPr b="0" lang="en-US" sz="3200" strike="noStrike" u="none">
              <a:solidFill>
                <a:srgbClr val="ffffff"/>
              </a:solidFill>
              <a:effectLst/>
              <a:uFillTx/>
              <a:latin typeface="VNI-Times"/>
            </a:endParaRPr>
          </a:p>
          <a:p>
            <a:pP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de-DE" sz="3200" strike="noStrike" u="none">
                <a:solidFill>
                  <a:srgbClr val="ffffff"/>
                </a:solidFill>
                <a:effectLst/>
                <a:uFillTx/>
                <a:latin typeface="Times New Roman"/>
                <a:ea typeface="Times New Roman"/>
              </a:rPr>
              <a:t> Là toàn bộ những hoạt động có liên quan đến mối quan hệ giữa các: giai cấp,  dân tộc, quốc gia, lực lượng xã hội; mà cốt lõi là giành, giữ và thực thi quyền lực nhà nước; xác định hình thức tổ chức, nhiệm vụ, nội dung hoạt động của nhà nước.</a:t>
            </a:r>
            <a:r>
              <a:rPr b="0" lang="pl-PL" sz="3200" strike="noStrike" u="none">
                <a:solidFill>
                  <a:srgbClr val="ffffff"/>
                </a:solidFill>
                <a:effectLst/>
                <a:uFillTx/>
                <a:latin typeface="Times New Roman"/>
                <a:ea typeface="Times New Roman"/>
              </a:rPr>
              <a:t> </a:t>
            </a:r>
            <a:endParaRPr b="0" lang="en-US" sz="3200" strike="noStrike" u="none">
              <a:solidFill>
                <a:srgbClr val="ffffff"/>
              </a:solidFill>
              <a:effectLst/>
              <a:uFillTx/>
              <a:latin typeface="VNI-Times"/>
            </a:endParaRPr>
          </a:p>
        </p:txBody>
      </p:sp>
      <p:sp>
        <p:nvSpPr>
          <p:cNvPr id="112" name=""/>
          <p:cNvSpPr/>
          <p:nvPr/>
        </p:nvSpPr>
        <p:spPr>
          <a:xfrm>
            <a:off x="6400800" y="1976400"/>
            <a:ext cx="3276720" cy="4724280"/>
          </a:xfrm>
          <a:prstGeom prst="rect">
            <a:avLst/>
          </a:prstGeom>
          <a:solidFill>
            <a:srgbClr val="000080"/>
          </a:solidFill>
          <a:ln w="9360">
            <a:solidFill>
              <a:srgbClr val="ffffff"/>
            </a:solidFill>
            <a:round/>
          </a:ln>
        </p:spPr>
        <p:style>
          <a:lnRef idx="0"/>
          <a:fillRef idx="0"/>
          <a:effectRef idx="0"/>
          <a:fontRef idx="minor"/>
        </p:style>
        <p:txBody>
          <a:bodyPr lIns="90000" rIns="90000" tIns="46800" bIns="46800" anchor="t">
            <a:noAutofit/>
          </a:bodyPr>
          <a:p>
            <a:pPr>
              <a:lnSpc>
                <a:spcPct val="100000"/>
              </a:lnSpc>
              <a:spcBef>
                <a:spcPts val="836"/>
              </a:spcBef>
              <a:spcAft>
                <a:spcPts val="37"/>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r>
              <a:rPr b="0" lang="pl-PL" sz="3200" strike="noStrike" u="none">
                <a:solidFill>
                  <a:srgbClr val="ffffff"/>
                </a:solidFill>
                <a:effectLst/>
                <a:uFillTx/>
                <a:latin typeface="Times New Roman"/>
                <a:ea typeface="Times New Roman"/>
              </a:rPr>
              <a:t>Môn học </a:t>
            </a:r>
            <a:r>
              <a:rPr b="0" lang="en-US" sz="3200" strike="noStrike" u="none">
                <a:solidFill>
                  <a:srgbClr val="ffffff"/>
                </a:solidFill>
                <a:effectLst/>
                <a:uFillTx/>
                <a:latin typeface="Times New Roman"/>
                <a:ea typeface="Times New Roman"/>
              </a:rPr>
              <a:t>GDCT</a:t>
            </a:r>
            <a:endParaRPr b="0" lang="en-US" sz="3200" strike="noStrike" u="none">
              <a:solidFill>
                <a:srgbClr val="ffffff"/>
              </a:solidFill>
              <a:effectLst/>
              <a:uFillTx/>
              <a:latin typeface="VNI-Times"/>
            </a:endParaRPr>
          </a:p>
          <a:p>
            <a:pPr>
              <a:lnSpc>
                <a:spcPct val="100000"/>
              </a:lnSpc>
              <a:spcBef>
                <a:spcPts val="737"/>
              </a:spcBef>
              <a:spcAft>
                <a:spcPts val="37"/>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r>
              <a:rPr b="0" lang="pl-PL" sz="3200" strike="noStrike" u="none">
                <a:solidFill>
                  <a:srgbClr val="ffffff"/>
                </a:solidFill>
                <a:effectLst/>
                <a:uFillTx/>
                <a:latin typeface="Times New Roman"/>
                <a:ea typeface="Times New Roman"/>
              </a:rPr>
              <a:t>là môn học bắt buộc thuộc khối các môn học chung trong chương trình đào tạo trình độ </a:t>
            </a:r>
            <a:r>
              <a:rPr b="0" lang="en-US" sz="3200" strike="noStrike" u="none">
                <a:solidFill>
                  <a:srgbClr val="ffffff"/>
                </a:solidFill>
                <a:effectLst/>
                <a:uFillTx/>
                <a:latin typeface="Times New Roman"/>
                <a:ea typeface="Times New Roman"/>
              </a:rPr>
              <a:t>trung cấp</a:t>
            </a:r>
            <a:r>
              <a:rPr b="0" lang="pl-PL" sz="2800" strike="noStrike" u="none">
                <a:solidFill>
                  <a:srgbClr val="ffffff"/>
                </a:solidFill>
                <a:effectLst/>
                <a:uFillTx/>
                <a:latin typeface="Times New Roman"/>
                <a:ea typeface="Times New Roman"/>
              </a:rPr>
              <a:t>.</a:t>
            </a:r>
            <a:endParaRPr b="0" lang="en-US" sz="2800" strike="noStrike" u="none">
              <a:solidFill>
                <a:srgbClr val="ffffff"/>
              </a:solidFill>
              <a:effectLst/>
              <a:uFillTx/>
              <a:latin typeface="VNI-Times"/>
            </a:endParaRPr>
          </a:p>
        </p:txBody>
      </p:sp>
      <p:cxnSp>
        <p:nvCxnSpPr>
          <p:cNvPr id="113" name=""/>
          <p:cNvCxnSpPr>
            <a:stCxn id="110" idx="2"/>
            <a:endCxn id="112" idx="0"/>
          </p:cNvCxnSpPr>
          <p:nvPr/>
        </p:nvCxnSpPr>
        <p:spPr>
          <a:xfrm>
            <a:off x="4647960" y="1599840"/>
            <a:ext cx="3391560" cy="376920"/>
          </a:xfrm>
          <a:prstGeom prst="straightConnector1">
            <a:avLst/>
          </a:prstGeom>
          <a:ln w="38160">
            <a:solidFill>
              <a:srgbClr val="ffffff"/>
            </a:solidFill>
            <a:miter/>
            <a:tailEnd len="med" type="arrow" w="med"/>
          </a:ln>
        </p:spPr>
      </p:cxnSp>
      <p:cxnSp>
        <p:nvCxnSpPr>
          <p:cNvPr id="114" name=""/>
          <p:cNvCxnSpPr>
            <a:endCxn id="111" idx="0"/>
          </p:cNvCxnSpPr>
          <p:nvPr/>
        </p:nvCxnSpPr>
        <p:spPr>
          <a:xfrm flipH="1">
            <a:off x="3109680" y="1599840"/>
            <a:ext cx="1676880" cy="306720"/>
          </a:xfrm>
          <a:prstGeom prst="straightConnector1">
            <a:avLst/>
          </a:prstGeom>
          <a:ln w="38160">
            <a:solidFill>
              <a:srgbClr val="ffffff"/>
            </a:solidFill>
            <a:miter/>
            <a:tailEnd len="med" type="arrow" w="med"/>
          </a:ln>
        </p:spPr>
      </p:cxnSp>
    </p:spTree>
  </p:cSld>
  <p:timing>
    <p:tnLst>
      <p:par>
        <p:cTn id="118" dur="indefinite" restart="never" nodeType="tmRoot">
          <p:childTnLst>
            <p:seq>
              <p:cTn id="119" dur="indefinite" nodeType="mainSeq">
                <p:childTnLst>
                  <p:par>
                    <p:cTn id="120" dur="indefinite" nodeType="clickEffect" fill="hold">
                      <p:stCondLst>
                        <p:cond delay="indefinite"/>
                      </p:stCondLst>
                      <p:childTnLst>
                        <p:par>
                          <p:cTn id="121" dur="indefinite" nodeType="withEffect" fill="hold">
                            <p:stCondLst>
                              <p:cond delay="0"/>
                            </p:stCondLst>
                            <p:childTnLst>
                              <p:par>
                                <p:cTn id="122" dur="indefinite" nodeType="clickEffect" fill="hold" presetClass="entr" presetID="26">
                                  <p:stCondLst>
                                    <p:cond delay="0"/>
                                  </p:stCondLst>
                                  <p:childTnLst>
                                    <p:set>
                                      <p:cBhvr>
                                        <p:cTn id="123" dur="1" fill="hold">
                                          <p:stCondLst>
                                            <p:cond delay="0"/>
                                          </p:stCondLst>
                                        </p:cTn>
                                        <p:tgtEl>
                                          <p:spTgt spid="109">
                                            <p:txEl>
                                              <p:pRg st="0" end="0"/>
                                            </p:txEl>
                                          </p:spTgt>
                                        </p:tgtEl>
                                        <p:attrNameLst>
                                          <p:attrName>style.visibility</p:attrName>
                                        </p:attrNameLst>
                                      </p:cBhvr>
                                      <p:to>
                                        <p:strVal val="visible"/>
                                      </p:to>
                                    </p:set>
                                    <p:animEffect filter="wipe(down)" transition="in">
                                      <p:cBhvr additive="repl">
                                        <p:cTn id="124" dur="580">
                                          <p:stCondLst>
                                            <p:cond delay="0"/>
                                          </p:stCondLst>
                                        </p:cTn>
                                        <p:tgtEl>
                                          <p:spTgt spid="109">
                                            <p:txEl>
                                              <p:pRg st="0" end="0"/>
                                            </p:txEl>
                                          </p:spTgt>
                                        </p:tgtEl>
                                      </p:cBhvr>
                                    </p:animEffect>
                                    <p:anim calcmode="lin" valueType="num">
                                      <p:cBhvr additive="repl">
                                        <p:cTn id="125" dur="1822">
                                          <p:stCondLst>
                                            <p:cond delay="0"/>
                                          </p:stCondLst>
                                        </p:cTn>
                                        <p:tgtEl>
                                          <p:spTgt spid="109">
                                            <p:txEl>
                                              <p:pRg st="0" end="0"/>
                                            </p:txEl>
                                          </p:spTgt>
                                        </p:tgtEl>
                                        <p:attrNameLst>
                                          <p:attrName>ppt_x</p:attrName>
                                        </p:attrNameLst>
                                      </p:cBhvr>
                                      <p:tavLst>
                                        <p:tav tm="0">
                                          <p:val>
                                            <p:strVal val="#ppt_x-0.25"/>
                                          </p:val>
                                        </p:tav>
                                        <p:tav tm="100000">
                                          <p:val>
                                            <p:strVal val="#ppt_x"/>
                                          </p:val>
                                        </p:tav>
                                      </p:tavLst>
                                    </p:anim>
                                    <p:anim calcmode="lin" valueType="num">
                                      <p:cBhvr additive="repl">
                                        <p:cTn id="126" dur="664">
                                          <p:stCondLst>
                                            <p:cond delay="0"/>
                                          </p:stCondLst>
                                        </p:cTn>
                                        <p:tgtEl>
                                          <p:spTgt spid="109">
                                            <p:txEl>
                                              <p:pRg st="0" end="0"/>
                                            </p:txEl>
                                          </p:spTgt>
                                        </p:tgtEl>
                                        <p:attrNameLst>
                                          <p:attrName>ppt_y</p:attrName>
                                        </p:attrNameLst>
                                      </p:cBhvr>
                                      <p:tavLst>
                                        <p:tav fmla="y-sin(pi*$)/3" tm="0">
                                          <p:val>
                                            <p:fltVal val="0.5"/>
                                          </p:val>
                                        </p:tav>
                                        <p:tav fmla="y-sin(pi*$)/3" tm="100000">
                                          <p:val>
                                            <p:fltVal val="1"/>
                                          </p:val>
                                        </p:tav>
                                      </p:tavLst>
                                    </p:anim>
                                    <p:anim calcmode="lin" valueType="num">
                                      <p:cBhvr additive="repl">
                                        <p:cTn id="127" dur="664">
                                          <p:stCondLst>
                                            <p:cond delay="664"/>
                                          </p:stCondLst>
                                        </p:cTn>
                                        <p:tgtEl>
                                          <p:spTgt spid="109">
                                            <p:txEl>
                                              <p:pRg st="0" end="0"/>
                                            </p:txEl>
                                          </p:spTgt>
                                        </p:tgtEl>
                                        <p:attrNameLst>
                                          <p:attrName>ppt_y</p:attrName>
                                        </p:attrNameLst>
                                      </p:cBhvr>
                                      <p:tavLst>
                                        <p:tav fmla="y-sin(pi*$)/9" tm="0">
                                          <p:val>
                                            <p:fltVal val="0"/>
                                          </p:val>
                                        </p:tav>
                                        <p:tav fmla="y-sin(pi*$)/9" tm="100000">
                                          <p:val>
                                            <p:fltVal val="1"/>
                                          </p:val>
                                        </p:tav>
                                      </p:tavLst>
                                    </p:anim>
                                    <p:anim calcmode="lin" valueType="num">
                                      <p:cBhvr additive="repl">
                                        <p:cTn id="128" dur="332">
                                          <p:stCondLst>
                                            <p:cond delay="1324"/>
                                          </p:stCondLst>
                                        </p:cTn>
                                        <p:tgtEl>
                                          <p:spTgt spid="109">
                                            <p:txEl>
                                              <p:pRg st="0" end="0"/>
                                            </p:txEl>
                                          </p:spTgt>
                                        </p:tgtEl>
                                        <p:attrNameLst>
                                          <p:attrName>ppt_y</p:attrName>
                                        </p:attrNameLst>
                                      </p:cBhvr>
                                      <p:tavLst>
                                        <p:tav fmla="y-sin(pi*$)/27" tm="0">
                                          <p:val>
                                            <p:fltVal val="0"/>
                                          </p:val>
                                        </p:tav>
                                        <p:tav fmla="y-sin(pi*$)/27" tm="100000">
                                          <p:val>
                                            <p:fltVal val="1"/>
                                          </p:val>
                                        </p:tav>
                                      </p:tavLst>
                                    </p:anim>
                                    <p:anim calcmode="lin" valueType="num">
                                      <p:cBhvr additive="repl">
                                        <p:cTn id="129" dur="164">
                                          <p:stCondLst>
                                            <p:cond delay="1656"/>
                                          </p:stCondLst>
                                        </p:cTn>
                                        <p:tgtEl>
                                          <p:spTgt spid="109">
                                            <p:txEl>
                                              <p:pRg st="0" end="0"/>
                                            </p:txEl>
                                          </p:spTgt>
                                        </p:tgtEl>
                                        <p:attrNameLst>
                                          <p:attrName>ppt_y</p:attrName>
                                        </p:attrNameLst>
                                      </p:cBhvr>
                                      <p:tavLst>
                                        <p:tav fmla="y-sin(pi*$)/81" tm="0">
                                          <p:val>
                                            <p:fltVal val="0"/>
                                          </p:val>
                                        </p:tav>
                                        <p:tav fmla="y-sin(pi*$)/81" tm="100000">
                                          <p:val>
                                            <p:fltVal val="1"/>
                                          </p:val>
                                        </p:tav>
                                      </p:tavLst>
                                    </p:anim>
                                    <p:animScale>
                                      <p:cBhvr>
                                        <p:cTn id="130" dur="26" fill="hold">
                                          <p:stCondLst>
                                            <p:cond delay="650"/>
                                          </p:stCondLst>
                                        </p:cTn>
                                        <p:tgtEl>
                                          <p:spTgt spid="109">
                                            <p:txEl>
                                              <p:pRg st="0" end="0"/>
                                            </p:txEl>
                                          </p:spTgt>
                                        </p:tgtEl>
                                      </p:cBhvr>
                                      <p:to x="100000" y="60000"/>
                                    </p:animScale>
                                    <p:animScale>
                                      <p:cBhvr>
                                        <p:cTn id="131" dur="166" fill="hold">
                                          <p:stCondLst>
                                            <p:cond delay="676"/>
                                          </p:stCondLst>
                                        </p:cTn>
                                        <p:tgtEl>
                                          <p:spTgt spid="109">
                                            <p:txEl>
                                              <p:pRg st="0" end="0"/>
                                            </p:txEl>
                                          </p:spTgt>
                                        </p:tgtEl>
                                      </p:cBhvr>
                                      <p:to x="100000" y="100000"/>
                                    </p:animScale>
                                    <p:animScale>
                                      <p:cBhvr>
                                        <p:cTn id="132" dur="26" fill="hold">
                                          <p:stCondLst>
                                            <p:cond delay="1312"/>
                                          </p:stCondLst>
                                        </p:cTn>
                                        <p:tgtEl>
                                          <p:spTgt spid="109">
                                            <p:txEl>
                                              <p:pRg st="0" end="0"/>
                                            </p:txEl>
                                          </p:spTgt>
                                        </p:tgtEl>
                                      </p:cBhvr>
                                      <p:to x="100000" y="80000"/>
                                    </p:animScale>
                                    <p:animScale>
                                      <p:cBhvr>
                                        <p:cTn id="133" dur="166" fill="hold">
                                          <p:stCondLst>
                                            <p:cond delay="1338"/>
                                          </p:stCondLst>
                                        </p:cTn>
                                        <p:tgtEl>
                                          <p:spTgt spid="109">
                                            <p:txEl>
                                              <p:pRg st="0" end="0"/>
                                            </p:txEl>
                                          </p:spTgt>
                                        </p:tgtEl>
                                      </p:cBhvr>
                                      <p:to x="100000" y="100000"/>
                                    </p:animScale>
                                    <p:animScale>
                                      <p:cBhvr>
                                        <p:cTn id="134" dur="26" fill="hold">
                                          <p:stCondLst>
                                            <p:cond delay="1642"/>
                                          </p:stCondLst>
                                        </p:cTn>
                                        <p:tgtEl>
                                          <p:spTgt spid="109">
                                            <p:txEl>
                                              <p:pRg st="0" end="0"/>
                                            </p:txEl>
                                          </p:spTgt>
                                        </p:tgtEl>
                                      </p:cBhvr>
                                      <p:to x="100000" y="90000"/>
                                    </p:animScale>
                                    <p:animScale>
                                      <p:cBhvr>
                                        <p:cTn id="135" dur="166" fill="hold">
                                          <p:stCondLst>
                                            <p:cond delay="1668"/>
                                          </p:stCondLst>
                                        </p:cTn>
                                        <p:tgtEl>
                                          <p:spTgt spid="109">
                                            <p:txEl>
                                              <p:pRg st="0" end="0"/>
                                            </p:txEl>
                                          </p:spTgt>
                                        </p:tgtEl>
                                      </p:cBhvr>
                                      <p:to x="100000" y="100000"/>
                                    </p:animScale>
                                    <p:animScale>
                                      <p:cBhvr>
                                        <p:cTn id="136" dur="26" fill="hold">
                                          <p:stCondLst>
                                            <p:cond delay="1808"/>
                                          </p:stCondLst>
                                        </p:cTn>
                                        <p:tgtEl>
                                          <p:spTgt spid="109">
                                            <p:txEl>
                                              <p:pRg st="0" end="0"/>
                                            </p:txEl>
                                          </p:spTgt>
                                        </p:tgtEl>
                                      </p:cBhvr>
                                      <p:to x="100000" y="95000"/>
                                    </p:animScale>
                                    <p:animScale>
                                      <p:cBhvr>
                                        <p:cTn id="137" dur="166" fill="hold">
                                          <p:stCondLst>
                                            <p:cond delay="1834"/>
                                          </p:stCondLst>
                                        </p:cTn>
                                        <p:tgtEl>
                                          <p:spTgt spid="109">
                                            <p:txEl>
                                              <p:pRg st="0" end="0"/>
                                            </p:txEl>
                                          </p:spTgt>
                                        </p:tgtEl>
                                      </p:cBhvr>
                                      <p:to x="100000" y="100000"/>
                                    </p:animScale>
                                  </p:childTnLst>
                                </p:cTn>
                              </p:par>
                            </p:childTnLst>
                          </p:cTn>
                        </p:par>
                      </p:childTnLst>
                    </p:cTn>
                  </p:par>
                  <p:par>
                    <p:cTn id="138" dur="indefinite" nodeType="clickEffect" fill="hold">
                      <p:stCondLst>
                        <p:cond delay="indefinite"/>
                      </p:stCondLst>
                      <p:childTnLst>
                        <p:par>
                          <p:cTn id="139" dur="indefinite" nodeType="withEffect" fill="hold">
                            <p:stCondLst>
                              <p:cond delay="0"/>
                            </p:stCondLst>
                            <p:childTnLst>
                              <p:par>
                                <p:cTn id="140" dur="indefinite" nodeType="clickEffect" fill="hold" presetClass="entr" presetID="25">
                                  <p:stCondLst>
                                    <p:cond delay="0"/>
                                  </p:stCondLst>
                                  <p:childTnLst>
                                    <p:set>
                                      <p:cBhvr>
                                        <p:cTn id="141" dur="1" fill="hold">
                                          <p:stCondLst>
                                            <p:cond delay="0"/>
                                          </p:stCondLst>
                                        </p:cTn>
                                        <p:tgtEl>
                                          <p:spTgt spid="110"/>
                                        </p:tgtEl>
                                        <p:attrNameLst>
                                          <p:attrName>style.visibility</p:attrName>
                                        </p:attrNameLst>
                                      </p:cBhvr>
                                      <p:to>
                                        <p:strVal val="visible"/>
                                      </p:to>
                                    </p:set>
                                    <p:anim calcmode="lin" valueType="num">
                                      <p:cBhvr additive="repl">
                                        <p:cTn id="142" dur="500" fill="hold">
                                          <p:stCondLst>
                                            <p:cond delay="0"/>
                                          </p:stCondLst>
                                        </p:cTn>
                                        <p:tgtEl>
                                          <p:spTgt spid="110"/>
                                        </p:tgtEl>
                                        <p:attrNameLst>
                                          <p:attrName>r</p:attrName>
                                        </p:attrNameLst>
                                      </p:cBhvr>
                                      <p:tavLst>
                                        <p:tav tm="0">
                                          <p:val>
                                            <p:strVal val="-90"/>
                                          </p:val>
                                        </p:tav>
                                        <p:tav tm="100000">
                                          <p:val>
                                            <p:strVal val="0"/>
                                          </p:val>
                                        </p:tav>
                                      </p:tavLst>
                                    </p:anim>
                                    <p:anim calcmode="lin" valueType="num">
                                      <p:cBhvr additive="repl">
                                        <p:cTn id="143" dur="500" fill="hold">
                                          <p:stCondLst>
                                            <p:cond delay="0"/>
                                          </p:stCondLst>
                                        </p:cTn>
                                        <p:tgtEl>
                                          <p:spTgt spid="110"/>
                                        </p:tgtEl>
                                        <p:attrNameLst>
                                          <p:attrName>ppt_w</p:attrName>
                                        </p:attrNameLst>
                                      </p:cBhvr>
                                      <p:tavLst>
                                        <p:tav tm="0">
                                          <p:val>
                                            <p:strVal val="#ppt_w"/>
                                          </p:val>
                                        </p:tav>
                                        <p:tav tm="100000">
                                          <p:val>
                                            <p:strVal val="#ppt_w*.05"/>
                                          </p:val>
                                        </p:tav>
                                      </p:tavLst>
                                    </p:anim>
                                    <p:anim calcmode="lin" valueType="num">
                                      <p:cBhvr additive="repl">
                                        <p:cTn id="144" dur="500" fill="hold">
                                          <p:stCondLst>
                                            <p:cond delay="500"/>
                                          </p:stCondLst>
                                        </p:cTn>
                                        <p:tgtEl>
                                          <p:spTgt spid="110"/>
                                        </p:tgtEl>
                                        <p:attrNameLst>
                                          <p:attrName>ppt_w</p:attrName>
                                        </p:attrNameLst>
                                      </p:cBhvr>
                                      <p:tavLst>
                                        <p:tav tm="0">
                                          <p:val>
                                            <p:strVal val="#ppt_w*.05"/>
                                          </p:val>
                                        </p:tav>
                                        <p:tav tm="100000">
                                          <p:val>
                                            <p:strVal val="#ppt_w"/>
                                          </p:val>
                                        </p:tav>
                                      </p:tavLst>
                                    </p:anim>
                                    <p:anim calcmode="lin" valueType="num">
                                      <p:cBhvr additive="repl">
                                        <p:cTn id="145" dur="1000" fill="hold"/>
                                        <p:tgtEl>
                                          <p:spTgt spid="110"/>
                                        </p:tgtEl>
                                        <p:attrNameLst>
                                          <p:attrName>ppt_h</p:attrName>
                                        </p:attrNameLst>
                                      </p:cBhvr>
                                      <p:tavLst>
                                        <p:tav tm="0">
                                          <p:val>
                                            <p:strVal val="#ppt_h"/>
                                          </p:val>
                                        </p:tav>
                                        <p:tav tm="100000">
                                          <p:val>
                                            <p:strVal val="#ppt_h"/>
                                          </p:val>
                                        </p:tav>
                                      </p:tavLst>
                                    </p:anim>
                                    <p:anim calcmode="lin" valueType="num">
                                      <p:cBhvr additive="repl">
                                        <p:cTn id="146" dur="500" fill="hold">
                                          <p:stCondLst>
                                            <p:cond delay="0"/>
                                          </p:stCondLst>
                                        </p:cTn>
                                        <p:tgtEl>
                                          <p:spTgt spid="110"/>
                                        </p:tgtEl>
                                        <p:attrNameLst>
                                          <p:attrName>ppt_x</p:attrName>
                                        </p:attrNameLst>
                                      </p:cBhvr>
                                      <p:tavLst>
                                        <p:tav tm="0">
                                          <p:val>
                                            <p:strVal val="#ppt_x+.4"/>
                                          </p:val>
                                        </p:tav>
                                        <p:tav tm="100000">
                                          <p:val>
                                            <p:strVal val="#ppt_x"/>
                                          </p:val>
                                        </p:tav>
                                      </p:tavLst>
                                    </p:anim>
                                    <p:anim calcmode="lin" valueType="num">
                                      <p:cBhvr additive="repl">
                                        <p:cTn id="147" dur="500" fill="hold">
                                          <p:stCondLst>
                                            <p:cond delay="0"/>
                                          </p:stCondLst>
                                        </p:cTn>
                                        <p:tgtEl>
                                          <p:spTgt spid="110"/>
                                        </p:tgtEl>
                                        <p:attrNameLst>
                                          <p:attrName>ppt_y</p:attrName>
                                        </p:attrNameLst>
                                      </p:cBhvr>
                                      <p:tavLst>
                                        <p:tav tm="0">
                                          <p:val>
                                            <p:strVal val="#ppt_y-.2"/>
                                          </p:val>
                                        </p:tav>
                                        <p:tav tm="100000">
                                          <p:val>
                                            <p:strVal val="#ppt_y+.1"/>
                                          </p:val>
                                        </p:tav>
                                      </p:tavLst>
                                    </p:anim>
                                    <p:anim calcmode="lin" valueType="num">
                                      <p:cBhvr additive="repl">
                                        <p:cTn id="148" dur="500" fill="hold">
                                          <p:stCondLst>
                                            <p:cond delay="500"/>
                                          </p:stCondLst>
                                        </p:cTn>
                                        <p:tgtEl>
                                          <p:spTgt spid="110"/>
                                        </p:tgtEl>
                                        <p:attrNameLst>
                                          <p:attrName>ppt_y</p:attrName>
                                        </p:attrNameLst>
                                      </p:cBhvr>
                                      <p:tavLst>
                                        <p:tav tm="0">
                                          <p:val>
                                            <p:strVal val="#ppt_y+.1"/>
                                          </p:val>
                                        </p:tav>
                                        <p:tav tm="100000">
                                          <p:val>
                                            <p:strVal val="#ppt_y"/>
                                          </p:val>
                                        </p:tav>
                                      </p:tavLst>
                                    </p:anim>
                                    <p:animEffect filter="fade" transition="in">
                                      <p:cBhvr additive="repl">
                                        <p:cTn id="149" dur="1000">
                                          <p:stCondLst>
                                            <p:cond delay="0"/>
                                          </p:stCondLst>
                                        </p:cTn>
                                        <p:tgtEl>
                                          <p:spTgt spid="110"/>
                                        </p:tgtEl>
                                      </p:cBhvr>
                                    </p:animEffect>
                                  </p:childTnLst>
                                </p:cTn>
                              </p:par>
                            </p:childTnLst>
                          </p:cTn>
                        </p:par>
                      </p:childTnLst>
                    </p:cTn>
                  </p:par>
                  <p:par>
                    <p:cTn id="150" dur="indefinite" nodeType="clickEffect" fill="hold">
                      <p:stCondLst>
                        <p:cond delay="indefinite"/>
                      </p:stCondLst>
                      <p:childTnLst>
                        <p:par>
                          <p:cTn id="151" dur="indefinite" nodeType="withEffect" fill="hold">
                            <p:stCondLst>
                              <p:cond delay="0"/>
                            </p:stCondLst>
                            <p:childTnLst>
                              <p:par>
                                <p:cTn id="152" dur="indefinite" nodeType="clickEffect" fill="hold" presetClass="entr" presetID="3" presetSubtype="10">
                                  <p:stCondLst>
                                    <p:cond delay="0"/>
                                  </p:stCondLst>
                                  <p:childTnLst>
                                    <p:set>
                                      <p:cBhvr>
                                        <p:cTn id="153" dur="1" fill="hold">
                                          <p:stCondLst>
                                            <p:cond delay="0"/>
                                          </p:stCondLst>
                                        </p:cTn>
                                        <p:tgtEl>
                                          <p:spTgt spid="114"/>
                                        </p:tgtEl>
                                        <p:attrNameLst>
                                          <p:attrName>style.visibility</p:attrName>
                                        </p:attrNameLst>
                                      </p:cBhvr>
                                      <p:to>
                                        <p:strVal val="visible"/>
                                      </p:to>
                                    </p:set>
                                    <p:animEffect filter="blinds(horizontal)" transition="in">
                                      <p:cBhvr additive="repl">
                                        <p:cTn id="154" dur="500"/>
                                        <p:tgtEl>
                                          <p:spTgt spid="114"/>
                                        </p:tgtEl>
                                      </p:cBhvr>
                                    </p:animEffect>
                                  </p:childTnLst>
                                </p:cTn>
                              </p:par>
                            </p:childTnLst>
                          </p:cTn>
                        </p:par>
                      </p:childTnLst>
                    </p:cTn>
                  </p:par>
                  <p:par>
                    <p:cTn id="155" dur="indefinite" nodeType="clickEffect" fill="hold">
                      <p:stCondLst>
                        <p:cond delay="indefinite"/>
                      </p:stCondLst>
                      <p:childTnLst>
                        <p:par>
                          <p:cTn id="156" dur="indefinite" nodeType="withEffect" fill="hold">
                            <p:stCondLst>
                              <p:cond delay="0"/>
                            </p:stCondLst>
                            <p:childTnLst>
                              <p:par>
                                <p:cTn id="157" dur="indefinite" nodeType="clickEffect" fill="hold" presetClass="entr" presetID="26">
                                  <p:stCondLst>
                                    <p:cond delay="0"/>
                                  </p:stCondLst>
                                  <p:childTnLst>
                                    <p:set>
                                      <p:cBhvr>
                                        <p:cTn id="158" dur="1" fill="hold">
                                          <p:stCondLst>
                                            <p:cond delay="0"/>
                                          </p:stCondLst>
                                        </p:cTn>
                                        <p:tgtEl>
                                          <p:spTgt spid="111"/>
                                        </p:tgtEl>
                                        <p:attrNameLst>
                                          <p:attrName>style.visibility</p:attrName>
                                        </p:attrNameLst>
                                      </p:cBhvr>
                                      <p:to>
                                        <p:strVal val="visible"/>
                                      </p:to>
                                    </p:set>
                                    <p:animEffect filter="wipe(down)" transition="in">
                                      <p:cBhvr additive="repl">
                                        <p:cTn id="159" dur="580">
                                          <p:stCondLst>
                                            <p:cond delay="0"/>
                                          </p:stCondLst>
                                        </p:cTn>
                                        <p:tgtEl>
                                          <p:spTgt spid="111"/>
                                        </p:tgtEl>
                                      </p:cBhvr>
                                    </p:animEffect>
                                    <p:anim calcmode="lin" valueType="num">
                                      <p:cBhvr additive="repl">
                                        <p:cTn id="160" dur="1822">
                                          <p:stCondLst>
                                            <p:cond delay="0"/>
                                          </p:stCondLst>
                                        </p:cTn>
                                        <p:tgtEl>
                                          <p:spTgt spid="111"/>
                                        </p:tgtEl>
                                        <p:attrNameLst>
                                          <p:attrName>ppt_x</p:attrName>
                                        </p:attrNameLst>
                                      </p:cBhvr>
                                      <p:tavLst>
                                        <p:tav tm="0">
                                          <p:val>
                                            <p:strVal val="#ppt_x-0.25"/>
                                          </p:val>
                                        </p:tav>
                                        <p:tav tm="100000">
                                          <p:val>
                                            <p:strVal val="#ppt_x"/>
                                          </p:val>
                                        </p:tav>
                                      </p:tavLst>
                                    </p:anim>
                                    <p:anim calcmode="lin" valueType="num">
                                      <p:cBhvr additive="repl">
                                        <p:cTn id="161" dur="664">
                                          <p:stCondLst>
                                            <p:cond delay="0"/>
                                          </p:stCondLst>
                                        </p:cTn>
                                        <p:tgtEl>
                                          <p:spTgt spid="111"/>
                                        </p:tgtEl>
                                        <p:attrNameLst>
                                          <p:attrName>ppt_y</p:attrName>
                                        </p:attrNameLst>
                                      </p:cBhvr>
                                      <p:tavLst>
                                        <p:tav fmla="y-sin(pi*$)/3" tm="0">
                                          <p:val>
                                            <p:fltVal val="0.5"/>
                                          </p:val>
                                        </p:tav>
                                        <p:tav fmla="y-sin(pi*$)/3" tm="100000">
                                          <p:val>
                                            <p:fltVal val="1"/>
                                          </p:val>
                                        </p:tav>
                                      </p:tavLst>
                                    </p:anim>
                                    <p:anim calcmode="lin" valueType="num">
                                      <p:cBhvr additive="repl">
                                        <p:cTn id="162" dur="664">
                                          <p:stCondLst>
                                            <p:cond delay="664"/>
                                          </p:stCondLst>
                                        </p:cTn>
                                        <p:tgtEl>
                                          <p:spTgt spid="111"/>
                                        </p:tgtEl>
                                        <p:attrNameLst>
                                          <p:attrName>ppt_y</p:attrName>
                                        </p:attrNameLst>
                                      </p:cBhvr>
                                      <p:tavLst>
                                        <p:tav fmla="y-sin(pi*$)/9" tm="0">
                                          <p:val>
                                            <p:fltVal val="0"/>
                                          </p:val>
                                        </p:tav>
                                        <p:tav fmla="y-sin(pi*$)/9" tm="100000">
                                          <p:val>
                                            <p:fltVal val="1"/>
                                          </p:val>
                                        </p:tav>
                                      </p:tavLst>
                                    </p:anim>
                                    <p:anim calcmode="lin" valueType="num">
                                      <p:cBhvr additive="repl">
                                        <p:cTn id="163" dur="332">
                                          <p:stCondLst>
                                            <p:cond delay="1324"/>
                                          </p:stCondLst>
                                        </p:cTn>
                                        <p:tgtEl>
                                          <p:spTgt spid="111"/>
                                        </p:tgtEl>
                                        <p:attrNameLst>
                                          <p:attrName>ppt_y</p:attrName>
                                        </p:attrNameLst>
                                      </p:cBhvr>
                                      <p:tavLst>
                                        <p:tav fmla="y-sin(pi*$)/27" tm="0">
                                          <p:val>
                                            <p:fltVal val="0"/>
                                          </p:val>
                                        </p:tav>
                                        <p:tav fmla="y-sin(pi*$)/27" tm="100000">
                                          <p:val>
                                            <p:fltVal val="1"/>
                                          </p:val>
                                        </p:tav>
                                      </p:tavLst>
                                    </p:anim>
                                    <p:anim calcmode="lin" valueType="num">
                                      <p:cBhvr additive="repl">
                                        <p:cTn id="164" dur="164">
                                          <p:stCondLst>
                                            <p:cond delay="1656"/>
                                          </p:stCondLst>
                                        </p:cTn>
                                        <p:tgtEl>
                                          <p:spTgt spid="111"/>
                                        </p:tgtEl>
                                        <p:attrNameLst>
                                          <p:attrName>ppt_y</p:attrName>
                                        </p:attrNameLst>
                                      </p:cBhvr>
                                      <p:tavLst>
                                        <p:tav fmla="y-sin(pi*$)/81" tm="0">
                                          <p:val>
                                            <p:fltVal val="0"/>
                                          </p:val>
                                        </p:tav>
                                        <p:tav fmla="y-sin(pi*$)/81" tm="100000">
                                          <p:val>
                                            <p:fltVal val="1"/>
                                          </p:val>
                                        </p:tav>
                                      </p:tavLst>
                                    </p:anim>
                                    <p:animScale>
                                      <p:cBhvr>
                                        <p:cTn id="165" dur="26" fill="hold">
                                          <p:stCondLst>
                                            <p:cond delay="650"/>
                                          </p:stCondLst>
                                        </p:cTn>
                                        <p:tgtEl>
                                          <p:spTgt spid="111"/>
                                        </p:tgtEl>
                                      </p:cBhvr>
                                      <p:to x="100000" y="60000"/>
                                    </p:animScale>
                                    <p:animScale>
                                      <p:cBhvr>
                                        <p:cTn id="166" dur="166" fill="hold">
                                          <p:stCondLst>
                                            <p:cond delay="676"/>
                                          </p:stCondLst>
                                        </p:cTn>
                                        <p:tgtEl>
                                          <p:spTgt spid="111"/>
                                        </p:tgtEl>
                                      </p:cBhvr>
                                      <p:to x="100000" y="100000"/>
                                    </p:animScale>
                                    <p:animScale>
                                      <p:cBhvr>
                                        <p:cTn id="167" dur="26" fill="hold">
                                          <p:stCondLst>
                                            <p:cond delay="1312"/>
                                          </p:stCondLst>
                                        </p:cTn>
                                        <p:tgtEl>
                                          <p:spTgt spid="111"/>
                                        </p:tgtEl>
                                      </p:cBhvr>
                                      <p:to x="100000" y="80000"/>
                                    </p:animScale>
                                    <p:animScale>
                                      <p:cBhvr>
                                        <p:cTn id="168" dur="166" fill="hold">
                                          <p:stCondLst>
                                            <p:cond delay="1338"/>
                                          </p:stCondLst>
                                        </p:cTn>
                                        <p:tgtEl>
                                          <p:spTgt spid="111"/>
                                        </p:tgtEl>
                                      </p:cBhvr>
                                      <p:to x="100000" y="100000"/>
                                    </p:animScale>
                                    <p:animScale>
                                      <p:cBhvr>
                                        <p:cTn id="169" dur="26" fill="hold">
                                          <p:stCondLst>
                                            <p:cond delay="1642"/>
                                          </p:stCondLst>
                                        </p:cTn>
                                        <p:tgtEl>
                                          <p:spTgt spid="111"/>
                                        </p:tgtEl>
                                      </p:cBhvr>
                                      <p:to x="100000" y="90000"/>
                                    </p:animScale>
                                    <p:animScale>
                                      <p:cBhvr>
                                        <p:cTn id="170" dur="166" fill="hold">
                                          <p:stCondLst>
                                            <p:cond delay="1668"/>
                                          </p:stCondLst>
                                        </p:cTn>
                                        <p:tgtEl>
                                          <p:spTgt spid="111"/>
                                        </p:tgtEl>
                                      </p:cBhvr>
                                      <p:to x="100000" y="100000"/>
                                    </p:animScale>
                                    <p:animScale>
                                      <p:cBhvr>
                                        <p:cTn id="171" dur="26" fill="hold">
                                          <p:stCondLst>
                                            <p:cond delay="1808"/>
                                          </p:stCondLst>
                                        </p:cTn>
                                        <p:tgtEl>
                                          <p:spTgt spid="111"/>
                                        </p:tgtEl>
                                      </p:cBhvr>
                                      <p:to x="100000" y="95000"/>
                                    </p:animScale>
                                    <p:animScale>
                                      <p:cBhvr>
                                        <p:cTn id="172" dur="166" fill="hold">
                                          <p:stCondLst>
                                            <p:cond delay="1834"/>
                                          </p:stCondLst>
                                        </p:cTn>
                                        <p:tgtEl>
                                          <p:spTgt spid="111"/>
                                        </p:tgtEl>
                                      </p:cBhvr>
                                      <p:to x="100000" y="100000"/>
                                    </p:animScale>
                                  </p:childTnLst>
                                </p:cTn>
                              </p:par>
                            </p:childTnLst>
                          </p:cTn>
                        </p:par>
                      </p:childTnLst>
                    </p:cTn>
                  </p:par>
                  <p:par>
                    <p:cTn id="173" dur="indefinite" nodeType="clickEffect" fill="hold">
                      <p:stCondLst>
                        <p:cond delay="indefinite"/>
                      </p:stCondLst>
                      <p:childTnLst>
                        <p:par>
                          <p:cTn id="174" dur="indefinite" nodeType="withEffect" fill="hold">
                            <p:stCondLst>
                              <p:cond delay="0"/>
                            </p:stCondLst>
                            <p:childTnLst>
                              <p:par>
                                <p:cTn id="175" dur="indefinite" nodeType="clickEffect" fill="hold" presetClass="entr" presetID="3" presetSubtype="10">
                                  <p:stCondLst>
                                    <p:cond delay="0"/>
                                  </p:stCondLst>
                                  <p:childTnLst>
                                    <p:set>
                                      <p:cBhvr>
                                        <p:cTn id="176" dur="1" fill="hold">
                                          <p:stCondLst>
                                            <p:cond delay="0"/>
                                          </p:stCondLst>
                                        </p:cTn>
                                        <p:tgtEl>
                                          <p:spTgt spid="113"/>
                                        </p:tgtEl>
                                        <p:attrNameLst>
                                          <p:attrName>style.visibility</p:attrName>
                                        </p:attrNameLst>
                                      </p:cBhvr>
                                      <p:to>
                                        <p:strVal val="visible"/>
                                      </p:to>
                                    </p:set>
                                    <p:animEffect filter="blinds(horizontal)" transition="in">
                                      <p:cBhvr additive="repl">
                                        <p:cTn id="177" dur="500"/>
                                        <p:tgtEl>
                                          <p:spTgt spid="113"/>
                                        </p:tgtEl>
                                      </p:cBhvr>
                                    </p:animEffect>
                                  </p:childTnLst>
                                </p:cTn>
                              </p:par>
                            </p:childTnLst>
                          </p:cTn>
                        </p:par>
                      </p:childTnLst>
                    </p:cTn>
                  </p:par>
                  <p:par>
                    <p:cTn id="178" dur="indefinite" nodeType="clickEffect" fill="hold">
                      <p:stCondLst>
                        <p:cond delay="indefinite"/>
                      </p:stCondLst>
                      <p:childTnLst>
                        <p:par>
                          <p:cTn id="179" dur="indefinite" nodeType="withEffect" fill="hold">
                            <p:stCondLst>
                              <p:cond delay="0"/>
                            </p:stCondLst>
                            <p:childTnLst>
                              <p:par>
                                <p:cTn id="180" dur="indefinite" nodeType="clickEffect" fill="hold" presetClass="entr" presetID="25">
                                  <p:stCondLst>
                                    <p:cond delay="0"/>
                                  </p:stCondLst>
                                  <p:childTnLst>
                                    <p:set>
                                      <p:cBhvr>
                                        <p:cTn id="181" dur="1" fill="hold">
                                          <p:stCondLst>
                                            <p:cond delay="0"/>
                                          </p:stCondLst>
                                        </p:cTn>
                                        <p:tgtEl>
                                          <p:spTgt spid="112"/>
                                        </p:tgtEl>
                                        <p:attrNameLst>
                                          <p:attrName>style.visibility</p:attrName>
                                        </p:attrNameLst>
                                      </p:cBhvr>
                                      <p:to>
                                        <p:strVal val="visible"/>
                                      </p:to>
                                    </p:set>
                                    <p:anim calcmode="lin" valueType="num">
                                      <p:cBhvr additive="repl">
                                        <p:cTn id="182" dur="500" fill="hold">
                                          <p:stCondLst>
                                            <p:cond delay="0"/>
                                          </p:stCondLst>
                                        </p:cTn>
                                        <p:tgtEl>
                                          <p:spTgt spid="112"/>
                                        </p:tgtEl>
                                        <p:attrNameLst>
                                          <p:attrName>r</p:attrName>
                                        </p:attrNameLst>
                                      </p:cBhvr>
                                      <p:tavLst>
                                        <p:tav tm="0">
                                          <p:val>
                                            <p:strVal val="-90"/>
                                          </p:val>
                                        </p:tav>
                                        <p:tav tm="100000">
                                          <p:val>
                                            <p:strVal val="0"/>
                                          </p:val>
                                        </p:tav>
                                      </p:tavLst>
                                    </p:anim>
                                    <p:anim calcmode="lin" valueType="num">
                                      <p:cBhvr additive="repl">
                                        <p:cTn id="183" dur="500" fill="hold">
                                          <p:stCondLst>
                                            <p:cond delay="0"/>
                                          </p:stCondLst>
                                        </p:cTn>
                                        <p:tgtEl>
                                          <p:spTgt spid="112"/>
                                        </p:tgtEl>
                                        <p:attrNameLst>
                                          <p:attrName>ppt_w</p:attrName>
                                        </p:attrNameLst>
                                      </p:cBhvr>
                                      <p:tavLst>
                                        <p:tav tm="0">
                                          <p:val>
                                            <p:strVal val="#ppt_w"/>
                                          </p:val>
                                        </p:tav>
                                        <p:tav tm="100000">
                                          <p:val>
                                            <p:strVal val="#ppt_w*.05"/>
                                          </p:val>
                                        </p:tav>
                                      </p:tavLst>
                                    </p:anim>
                                    <p:anim calcmode="lin" valueType="num">
                                      <p:cBhvr additive="repl">
                                        <p:cTn id="184" dur="500" fill="hold">
                                          <p:stCondLst>
                                            <p:cond delay="500"/>
                                          </p:stCondLst>
                                        </p:cTn>
                                        <p:tgtEl>
                                          <p:spTgt spid="112"/>
                                        </p:tgtEl>
                                        <p:attrNameLst>
                                          <p:attrName>ppt_w</p:attrName>
                                        </p:attrNameLst>
                                      </p:cBhvr>
                                      <p:tavLst>
                                        <p:tav tm="0">
                                          <p:val>
                                            <p:strVal val="#ppt_w*.05"/>
                                          </p:val>
                                        </p:tav>
                                        <p:tav tm="100000">
                                          <p:val>
                                            <p:strVal val="#ppt_w"/>
                                          </p:val>
                                        </p:tav>
                                      </p:tavLst>
                                    </p:anim>
                                    <p:anim calcmode="lin" valueType="num">
                                      <p:cBhvr additive="repl">
                                        <p:cTn id="185" dur="1000" fill="hold"/>
                                        <p:tgtEl>
                                          <p:spTgt spid="112"/>
                                        </p:tgtEl>
                                        <p:attrNameLst>
                                          <p:attrName>ppt_h</p:attrName>
                                        </p:attrNameLst>
                                      </p:cBhvr>
                                      <p:tavLst>
                                        <p:tav tm="0">
                                          <p:val>
                                            <p:strVal val="#ppt_h"/>
                                          </p:val>
                                        </p:tav>
                                        <p:tav tm="100000">
                                          <p:val>
                                            <p:strVal val="#ppt_h"/>
                                          </p:val>
                                        </p:tav>
                                      </p:tavLst>
                                    </p:anim>
                                    <p:anim calcmode="lin" valueType="num">
                                      <p:cBhvr additive="repl">
                                        <p:cTn id="186" dur="500" fill="hold">
                                          <p:stCondLst>
                                            <p:cond delay="0"/>
                                          </p:stCondLst>
                                        </p:cTn>
                                        <p:tgtEl>
                                          <p:spTgt spid="112"/>
                                        </p:tgtEl>
                                        <p:attrNameLst>
                                          <p:attrName>ppt_x</p:attrName>
                                        </p:attrNameLst>
                                      </p:cBhvr>
                                      <p:tavLst>
                                        <p:tav tm="0">
                                          <p:val>
                                            <p:strVal val="#ppt_x+.4"/>
                                          </p:val>
                                        </p:tav>
                                        <p:tav tm="100000">
                                          <p:val>
                                            <p:strVal val="#ppt_x"/>
                                          </p:val>
                                        </p:tav>
                                      </p:tavLst>
                                    </p:anim>
                                    <p:anim calcmode="lin" valueType="num">
                                      <p:cBhvr additive="repl">
                                        <p:cTn id="187" dur="500" fill="hold">
                                          <p:stCondLst>
                                            <p:cond delay="0"/>
                                          </p:stCondLst>
                                        </p:cTn>
                                        <p:tgtEl>
                                          <p:spTgt spid="112"/>
                                        </p:tgtEl>
                                        <p:attrNameLst>
                                          <p:attrName>ppt_y</p:attrName>
                                        </p:attrNameLst>
                                      </p:cBhvr>
                                      <p:tavLst>
                                        <p:tav tm="0">
                                          <p:val>
                                            <p:strVal val="#ppt_y-.2"/>
                                          </p:val>
                                        </p:tav>
                                        <p:tav tm="100000">
                                          <p:val>
                                            <p:strVal val="#ppt_y+.1"/>
                                          </p:val>
                                        </p:tav>
                                      </p:tavLst>
                                    </p:anim>
                                    <p:anim calcmode="lin" valueType="num">
                                      <p:cBhvr additive="repl">
                                        <p:cTn id="188" dur="500" fill="hold">
                                          <p:stCondLst>
                                            <p:cond delay="500"/>
                                          </p:stCondLst>
                                        </p:cTn>
                                        <p:tgtEl>
                                          <p:spTgt spid="112"/>
                                        </p:tgtEl>
                                        <p:attrNameLst>
                                          <p:attrName>ppt_y</p:attrName>
                                        </p:attrNameLst>
                                      </p:cBhvr>
                                      <p:tavLst>
                                        <p:tav tm="0">
                                          <p:val>
                                            <p:strVal val="#ppt_y+.1"/>
                                          </p:val>
                                        </p:tav>
                                        <p:tav tm="100000">
                                          <p:val>
                                            <p:strVal val="#ppt_y"/>
                                          </p:val>
                                        </p:tav>
                                      </p:tavLst>
                                    </p:anim>
                                    <p:animEffect filter="fade" transition="in">
                                      <p:cBhvr additive="repl">
                                        <p:cTn id="189" dur="1000">
                                          <p:stCondLst>
                                            <p:cond delay="0"/>
                                          </p:stCondLst>
                                        </p:cTn>
                                        <p:tgtEl>
                                          <p:spTgt spid="1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115" name=""/>
          <p:cNvSpPr/>
          <p:nvPr/>
        </p:nvSpPr>
        <p:spPr>
          <a:xfrm>
            <a:off x="7099200" y="6246720"/>
            <a:ext cx="2311560" cy="453960"/>
          </a:xfrm>
          <a:prstGeom prst="rect">
            <a:avLst/>
          </a:prstGeom>
          <a:noFill/>
          <a:ln w="0">
            <a:noFill/>
          </a:ln>
        </p:spPr>
        <p:style>
          <a:lnRef idx="0"/>
          <a:fillRef idx="0"/>
          <a:effectRef idx="0"/>
          <a:fontRef idx="minor"/>
        </p:style>
        <p:txBody>
          <a:bodyPr lIns="95760" rIns="95760" tIns="47880" bIns="47880" anchor="b">
            <a:noAutofit/>
          </a:bodyPr>
          <a:p>
            <a:pPr algn="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fld id="{CDCABB10-83E9-45F5-ACAF-286067035055}" type="slidenum">
              <a:rPr b="0" lang="en-US" sz="1200" strike="noStrike" u="none">
                <a:solidFill>
                  <a:srgbClr val="ffffff"/>
                </a:solidFill>
                <a:effectLst/>
                <a:uFillTx/>
                <a:latin typeface="Arial"/>
              </a:rPr>
              <a:t>&lt;number&gt;</a:t>
            </a:fld>
            <a:endParaRPr b="0" lang="en-US" sz="1200" strike="noStrike" u="none">
              <a:solidFill>
                <a:srgbClr val="ffffff"/>
              </a:solidFill>
              <a:effectLst/>
              <a:uFillTx/>
              <a:latin typeface="VNI-Times"/>
            </a:endParaRPr>
          </a:p>
        </p:txBody>
      </p:sp>
      <p:sp>
        <p:nvSpPr>
          <p:cNvPr id="116" name=""/>
          <p:cNvSpPr/>
          <p:nvPr/>
        </p:nvSpPr>
        <p:spPr>
          <a:xfrm>
            <a:off x="304920" y="152280"/>
            <a:ext cx="9372600" cy="6324840"/>
          </a:xfrm>
          <a:prstGeom prst="rect">
            <a:avLst/>
          </a:prstGeom>
          <a:noFill/>
          <a:ln w="0">
            <a:noFill/>
          </a:ln>
        </p:spPr>
        <p:style>
          <a:lnRef idx="0"/>
          <a:fillRef idx="0"/>
          <a:effectRef idx="0"/>
          <a:fontRef idx="minor"/>
        </p:style>
        <p:txBody>
          <a:bodyPr wrap="none" lIns="90000" rIns="90000" tIns="46800" bIns="46800" anchor="ctr">
            <a:noAutofit/>
          </a:bodyPr>
          <a:p>
            <a:endParaRPr b="0" lang="en-US" sz="1900" strike="noStrike" u="none">
              <a:solidFill>
                <a:srgbClr val="ffffff"/>
              </a:solidFill>
              <a:effectLst/>
              <a:uFillTx/>
              <a:latin typeface="VNI-Times"/>
            </a:endParaRPr>
          </a:p>
        </p:txBody>
      </p:sp>
      <p:sp>
        <p:nvSpPr>
          <p:cNvPr id="117" name=""/>
          <p:cNvSpPr/>
          <p:nvPr/>
        </p:nvSpPr>
        <p:spPr>
          <a:xfrm>
            <a:off x="2438280" y="457200"/>
            <a:ext cx="6629400" cy="914400"/>
          </a:xfrm>
          <a:prstGeom prst="rect">
            <a:avLst/>
          </a:prstGeom>
          <a:solidFill>
            <a:srgbClr val="000080"/>
          </a:solidFill>
          <a:ln w="9360">
            <a:solidFill>
              <a:srgbClr val="ffffff"/>
            </a:solidFill>
            <a:round/>
          </a:ln>
        </p:spPr>
        <p:style>
          <a:lnRef idx="0"/>
          <a:fillRef idx="0"/>
          <a:effectRef idx="0"/>
          <a:fontRef idx="minor"/>
        </p:style>
        <p:txBody>
          <a:bodyPr lIns="90000" rIns="90000" tIns="46800" bIns="46800" anchor="t">
            <a:noAutofit/>
          </a:bodyPr>
          <a:p>
            <a:pP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1900" strike="noStrike" u="none">
                <a:solidFill>
                  <a:srgbClr val="ffffff"/>
                </a:solidFill>
                <a:effectLst/>
                <a:uFillTx/>
                <a:latin typeface="Times New Roman"/>
                <a:ea typeface="Times New Roman"/>
              </a:rPr>
              <a:t> </a:t>
            </a:r>
            <a:r>
              <a:rPr b="1" i="1" lang="pl-PL" sz="3400" strike="noStrike" u="none">
                <a:solidFill>
                  <a:srgbClr val="ffffff"/>
                </a:solidFill>
                <a:effectLst/>
                <a:uFillTx/>
                <a:latin typeface="Arial"/>
              </a:rPr>
              <a:t>1.2. Tính chất môn học</a:t>
            </a:r>
            <a:endParaRPr b="0" lang="en-US" sz="3400" strike="noStrike" u="none">
              <a:solidFill>
                <a:srgbClr val="ffffff"/>
              </a:solidFill>
              <a:effectLst/>
              <a:uFillTx/>
              <a:latin typeface="VNI-Times"/>
            </a:endParaRPr>
          </a:p>
        </p:txBody>
      </p:sp>
      <p:sp>
        <p:nvSpPr>
          <p:cNvPr id="118" name=""/>
          <p:cNvSpPr/>
          <p:nvPr/>
        </p:nvSpPr>
        <p:spPr>
          <a:xfrm>
            <a:off x="192240" y="2133720"/>
            <a:ext cx="2684160" cy="4114800"/>
          </a:xfrm>
          <a:prstGeom prst="rect">
            <a:avLst/>
          </a:prstGeom>
          <a:solidFill>
            <a:srgbClr val="3366ff"/>
          </a:solidFill>
          <a:ln w="9360">
            <a:solidFill>
              <a:srgbClr val="ffffff"/>
            </a:solidFill>
            <a:round/>
          </a:ln>
        </p:spPr>
        <p:style>
          <a:lnRef idx="0"/>
          <a:fillRef idx="0"/>
          <a:effectRef idx="0"/>
          <a:fontRef idx="minor"/>
        </p:style>
        <p:txBody>
          <a:bodyPr lIns="90000" rIns="90000" tIns="46800" bIns="46800" anchor="t">
            <a:noAutofit/>
          </a:bodyPr>
          <a:p>
            <a:pPr algn="ct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en-US" sz="2400" strike="noStrike" u="none">
                <a:solidFill>
                  <a:srgbClr val="ffffff"/>
                </a:solidFill>
                <a:effectLst/>
                <a:uFillTx/>
                <a:latin typeface="Arial"/>
              </a:rPr>
              <a:t>L</a:t>
            </a:r>
            <a:r>
              <a:rPr b="1" lang="pl-PL" sz="2400" strike="noStrike" u="none">
                <a:solidFill>
                  <a:srgbClr val="ffffff"/>
                </a:solidFill>
                <a:effectLst/>
                <a:uFillTx/>
                <a:latin typeface="Arial"/>
              </a:rPr>
              <a:t>à bộ phận</a:t>
            </a:r>
            <a:r>
              <a:rPr b="0" lang="en-US" sz="2400" strike="noStrike" u="none">
                <a:solidFill>
                  <a:srgbClr val="ffffff"/>
                </a:solidFill>
                <a:effectLst/>
                <a:uFillTx/>
                <a:latin typeface="Arial"/>
              </a:rPr>
              <a:t> </a:t>
            </a:r>
            <a:r>
              <a:rPr b="0" lang="pl-PL" sz="2400" strike="noStrike" u="none">
                <a:solidFill>
                  <a:srgbClr val="ffffff"/>
                </a:solidFill>
                <a:effectLst/>
                <a:uFillTx/>
                <a:latin typeface="Arial"/>
              </a:rPr>
              <a:t>công tác tư tưởng, có nội dung chủ yếu là giáo dục </a:t>
            </a:r>
            <a:r>
              <a:rPr b="0" lang="en-US" sz="2400" strike="noStrike" u="none">
                <a:solidFill>
                  <a:srgbClr val="ffffff"/>
                </a:solidFill>
                <a:effectLst/>
                <a:uFillTx/>
                <a:latin typeface="Arial"/>
              </a:rPr>
              <a:t>CNMLN, TT HCM, </a:t>
            </a:r>
            <a:r>
              <a:rPr b="0" lang="pl-PL" sz="2400" strike="noStrike" u="none">
                <a:solidFill>
                  <a:srgbClr val="ffffff"/>
                </a:solidFill>
                <a:effectLst/>
                <a:uFillTx/>
                <a:latin typeface="Arial"/>
              </a:rPr>
              <a:t>Cương lĩnh, đường lối của Đảng, pháp luật của Nhà </a:t>
            </a:r>
            <a:r>
              <a:rPr b="0" lang="en-US" sz="2400" strike="noStrike" u="none">
                <a:solidFill>
                  <a:srgbClr val="ffffff"/>
                </a:solidFill>
                <a:effectLst/>
                <a:uFillTx/>
                <a:latin typeface="Arial"/>
              </a:rPr>
              <a:t> nước</a:t>
            </a:r>
            <a:r>
              <a:rPr b="0" lang="de-DE" sz="2400" strike="noStrike" u="none">
                <a:solidFill>
                  <a:srgbClr val="ffffff"/>
                </a:solidFill>
                <a:effectLst/>
                <a:uFillTx/>
                <a:latin typeface="Times New Roman"/>
                <a:ea typeface="Times New Roman"/>
              </a:rPr>
              <a:t>.</a:t>
            </a:r>
            <a:endParaRPr b="0" lang="en-US" sz="2400" strike="noStrike" u="none">
              <a:solidFill>
                <a:srgbClr val="ffffff"/>
              </a:solidFill>
              <a:effectLst/>
              <a:uFillTx/>
              <a:latin typeface="VNI-Times"/>
            </a:endParaRPr>
          </a:p>
        </p:txBody>
      </p:sp>
      <p:sp>
        <p:nvSpPr>
          <p:cNvPr id="119" name=""/>
          <p:cNvSpPr/>
          <p:nvPr/>
        </p:nvSpPr>
        <p:spPr>
          <a:xfrm>
            <a:off x="2975040" y="2133720"/>
            <a:ext cx="3543120" cy="4267080"/>
          </a:xfrm>
          <a:prstGeom prst="rect">
            <a:avLst/>
          </a:prstGeom>
          <a:solidFill>
            <a:srgbClr val="000080"/>
          </a:solidFill>
          <a:ln w="9360">
            <a:solidFill>
              <a:srgbClr val="ffffff"/>
            </a:solidFill>
            <a:round/>
          </a:ln>
        </p:spPr>
        <p:style>
          <a:lnRef idx="0"/>
          <a:fillRef idx="0"/>
          <a:effectRef idx="0"/>
          <a:fontRef idx="minor"/>
        </p:style>
        <p:txBody>
          <a:bodyPr lIns="90000" rIns="90000" tIns="46800" bIns="46800" anchor="t">
            <a:noAutofit/>
          </a:bodyPr>
          <a:p>
            <a:pPr algn="ctr">
              <a:lnSpc>
                <a:spcPct val="100000"/>
              </a:lnSpc>
              <a:spcBef>
                <a:spcPts val="638"/>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nl-NL" sz="2400" strike="noStrike" u="none">
                <a:solidFill>
                  <a:srgbClr val="ffffff"/>
                </a:solidFill>
                <a:effectLst/>
                <a:uFillTx/>
                <a:latin typeface="Arial"/>
              </a:rPr>
              <a:t>Có ý nghĩa quan trọng hàng đầu </a:t>
            </a:r>
            <a:r>
              <a:rPr b="0" lang="nl-NL" sz="2400" strike="noStrike" u="none">
                <a:solidFill>
                  <a:srgbClr val="ffffff"/>
                </a:solidFill>
                <a:effectLst/>
                <a:uFillTx/>
                <a:latin typeface="Arial"/>
              </a:rPr>
              <a:t>giúp cho mỗi người học hiểu biết được </a:t>
            </a:r>
            <a:r>
              <a:rPr b="0" lang="pl-PL" sz="2400" strike="noStrike" u="none">
                <a:solidFill>
                  <a:srgbClr val="ffffff"/>
                </a:solidFill>
                <a:effectLst/>
                <a:uFillTx/>
                <a:latin typeface="Arial"/>
              </a:rPr>
              <a:t>nội dung cơ bản về </a:t>
            </a:r>
            <a:r>
              <a:rPr b="0" lang="en-US" sz="2400" strike="noStrike" u="none">
                <a:solidFill>
                  <a:srgbClr val="ffffff"/>
                </a:solidFill>
                <a:effectLst/>
                <a:uFillTx/>
                <a:latin typeface="Arial"/>
              </a:rPr>
              <a:t>CNMLN, TT HCM, </a:t>
            </a:r>
            <a:r>
              <a:rPr b="0" lang="pl-PL" sz="2400" strike="noStrike" u="none">
                <a:solidFill>
                  <a:srgbClr val="ffffff"/>
                </a:solidFill>
                <a:effectLst/>
                <a:uFillTx/>
                <a:latin typeface="Arial"/>
              </a:rPr>
              <a:t> sự ra đời của Đảng và những thắng lợi to lớn của cách mạng Việt Nam dưới sự lãnh đạo của Đảng</a:t>
            </a:r>
            <a:endParaRPr b="0" lang="en-US" sz="2400" strike="noStrike" u="none">
              <a:solidFill>
                <a:srgbClr val="ffffff"/>
              </a:solidFill>
              <a:effectLst/>
              <a:uFillTx/>
              <a:latin typeface="VNI-Times"/>
            </a:endParaRPr>
          </a:p>
        </p:txBody>
      </p:sp>
      <p:cxnSp>
        <p:nvCxnSpPr>
          <p:cNvPr id="120" name=""/>
          <p:cNvCxnSpPr>
            <a:stCxn id="117" idx="2"/>
            <a:endCxn id="118" idx="0"/>
          </p:cNvCxnSpPr>
          <p:nvPr/>
        </p:nvCxnSpPr>
        <p:spPr>
          <a:xfrm flipH="1">
            <a:off x="1534320" y="1371240"/>
            <a:ext cx="4218840" cy="762840"/>
          </a:xfrm>
          <a:prstGeom prst="straightConnector1">
            <a:avLst/>
          </a:prstGeom>
          <a:ln w="38160">
            <a:solidFill>
              <a:srgbClr val="ffffff"/>
            </a:solidFill>
            <a:miter/>
            <a:tailEnd len="med" type="arrow" w="med"/>
          </a:ln>
        </p:spPr>
      </p:cxnSp>
      <p:cxnSp>
        <p:nvCxnSpPr>
          <p:cNvPr id="121" name=""/>
          <p:cNvCxnSpPr/>
          <p:nvPr/>
        </p:nvCxnSpPr>
        <p:spPr>
          <a:xfrm flipH="1">
            <a:off x="4714200" y="1371240"/>
            <a:ext cx="1151640" cy="764280"/>
          </a:xfrm>
          <a:prstGeom prst="straightConnector1">
            <a:avLst/>
          </a:prstGeom>
          <a:ln w="38160">
            <a:solidFill>
              <a:srgbClr val="ffffff"/>
            </a:solidFill>
            <a:miter/>
            <a:tailEnd len="med" type="arrow" w="med"/>
          </a:ln>
        </p:spPr>
      </p:cxnSp>
      <p:sp>
        <p:nvSpPr>
          <p:cNvPr id="122" name=""/>
          <p:cNvSpPr/>
          <p:nvPr/>
        </p:nvSpPr>
        <p:spPr>
          <a:xfrm>
            <a:off x="6705720" y="2241720"/>
            <a:ext cx="3084480" cy="4114800"/>
          </a:xfrm>
          <a:prstGeom prst="rect">
            <a:avLst/>
          </a:prstGeom>
          <a:solidFill>
            <a:srgbClr val="3366ff"/>
          </a:solidFill>
          <a:ln w="9360">
            <a:solidFill>
              <a:srgbClr val="ffffff"/>
            </a:solidFill>
            <a:round/>
          </a:ln>
        </p:spPr>
        <p:style>
          <a:lnRef idx="0"/>
          <a:fillRef idx="0"/>
          <a:effectRef idx="0"/>
          <a:fontRef idx="minor"/>
        </p:style>
        <p:txBody>
          <a:bodyPr lIns="90000" rIns="90000" tIns="46800" bIns="46800" anchor="t">
            <a:noAutofit/>
          </a:bodyPr>
          <a:p>
            <a:pP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en-US" sz="2400" strike="noStrike" u="none">
                <a:solidFill>
                  <a:srgbClr val="ffffff"/>
                </a:solidFill>
                <a:effectLst/>
                <a:uFillTx/>
                <a:latin typeface="Arial"/>
              </a:rPr>
              <a:t>G</a:t>
            </a:r>
            <a:r>
              <a:rPr b="1" lang="nl-NL" sz="2400" strike="noStrike" u="none">
                <a:solidFill>
                  <a:srgbClr val="ffffff"/>
                </a:solidFill>
                <a:effectLst/>
                <a:uFillTx/>
                <a:latin typeface="Arial"/>
              </a:rPr>
              <a:t>ắn bó chặt chẽ với đường lối của Đảng, </a:t>
            </a:r>
            <a:r>
              <a:rPr b="0" lang="nl-NL" sz="2400" strike="noStrike" u="none">
                <a:solidFill>
                  <a:srgbClr val="ffffff"/>
                </a:solidFill>
                <a:effectLst/>
                <a:uFillTx/>
                <a:latin typeface="Arial"/>
              </a:rPr>
              <a:t>chính sách, pháp luật của Nhà nước, gắn với thực tiễn đất nước</a:t>
            </a:r>
            <a:endParaRPr b="0" lang="en-US" sz="2400" strike="noStrike" u="none">
              <a:solidFill>
                <a:srgbClr val="ffffff"/>
              </a:solidFill>
              <a:effectLst/>
              <a:uFillTx/>
              <a:latin typeface="VNI-Times"/>
            </a:endParaRPr>
          </a:p>
        </p:txBody>
      </p:sp>
      <p:cxnSp>
        <p:nvCxnSpPr>
          <p:cNvPr id="123" name=""/>
          <p:cNvCxnSpPr>
            <a:endCxn id="122" idx="0"/>
          </p:cNvCxnSpPr>
          <p:nvPr/>
        </p:nvCxnSpPr>
        <p:spPr>
          <a:xfrm>
            <a:off x="5753160" y="1371240"/>
            <a:ext cx="2496240" cy="872280"/>
          </a:xfrm>
          <a:prstGeom prst="straightConnector1">
            <a:avLst/>
          </a:prstGeom>
          <a:ln w="38160">
            <a:solidFill>
              <a:srgbClr val="ffffff"/>
            </a:solidFill>
            <a:miter/>
            <a:tailEnd len="med" type="arrow" w="med"/>
          </a:ln>
        </p:spPr>
      </p:cxnSp>
    </p:spTree>
  </p:cSld>
  <p:timing>
    <p:tnLst>
      <p:par>
        <p:cTn id="190" dur="indefinite" restart="never" nodeType="tmRoot">
          <p:childTnLst>
            <p:seq>
              <p:cTn id="191" dur="indefinite" nodeType="mainSeq">
                <p:childTnLst>
                  <p:par>
                    <p:cTn id="192" dur="indefinite" nodeType="clickEffect" fill="hold">
                      <p:stCondLst>
                        <p:cond delay="indefinite"/>
                      </p:stCondLst>
                      <p:childTnLst>
                        <p:par>
                          <p:cTn id="193" dur="indefinite" nodeType="withEffect" fill="hold">
                            <p:stCondLst>
                              <p:cond delay="0"/>
                            </p:stCondLst>
                            <p:childTnLst>
                              <p:par>
                                <p:cTn id="194" dur="indefinite" nodeType="clickEffect" fill="hold" presetClass="entr" presetID="43">
                                  <p:stCondLst>
                                    <p:cond delay="0"/>
                                  </p:stCondLst>
                                  <p:childTnLst>
                                    <p:set>
                                      <p:cBhvr>
                                        <p:cTn id="195" dur="1" fill="hold">
                                          <p:stCondLst>
                                            <p:cond delay="0"/>
                                          </p:stCondLst>
                                        </p:cTn>
                                        <p:tgtEl>
                                          <p:spTgt spid="117"/>
                                        </p:tgtEl>
                                        <p:attrNameLst>
                                          <p:attrName>style.visibility</p:attrName>
                                        </p:attrNameLst>
                                      </p:cBhvr>
                                      <p:to>
                                        <p:strVal val="visible"/>
                                      </p:to>
                                    </p:set>
                                    <p:animEffect filter="fade" transition="in">
                                      <p:cBhvr additive="repl">
                                        <p:cTn id="196" dur="100"/>
                                        <p:tgtEl>
                                          <p:spTgt spid="117"/>
                                        </p:tgtEl>
                                      </p:cBhvr>
                                    </p:animEffect>
                                    <p:anim calcmode="lin" valueType="num">
                                      <p:cBhvr additive="repl">
                                        <p:cTn id="197" dur="400" fill="hold"/>
                                        <p:tgtEl>
                                          <p:spTgt spid="117"/>
                                        </p:tgtEl>
                                        <p:attrNameLst>
                                          <p:attrName>ppt_x</p:attrName>
                                        </p:attrNameLst>
                                      </p:cBhvr>
                                      <p:tavLst>
                                        <p:tav tm="0">
                                          <p:val>
                                            <p:strVal val="#ppt_x"/>
                                          </p:val>
                                        </p:tav>
                                        <p:tav tm="100000">
                                          <p:val>
                                            <p:strVal val="#ppt_x"/>
                                          </p:val>
                                        </p:tav>
                                      </p:tavLst>
                                    </p:anim>
                                    <p:anim calcmode="lin" valueType="num">
                                      <p:cBhvr additive="repl">
                                        <p:cTn id="198" dur="400" fill="hold"/>
                                        <p:tgtEl>
                                          <p:spTgt spid="117"/>
                                        </p:tgtEl>
                                        <p:attrNameLst>
                                          <p:attrName>ppt_y</p:attrName>
                                        </p:attrNameLst>
                                      </p:cBhvr>
                                      <p:tavLst>
                                        <p:tav tm="0">
                                          <p:val>
                                            <p:strVal val="#ppt_y+0.31"/>
                                          </p:val>
                                        </p:tav>
                                        <p:tav tm="100000">
                                          <p:val>
                                            <p:strVal val="#ppt_y+0.31"/>
                                          </p:val>
                                        </p:tav>
                                      </p:tavLst>
                                    </p:anim>
                                    <p:anim calcmode="lin" valueType="num">
                                      <p:cBhvr additive="repl">
                                        <p:cTn id="199" dur="600" fill="hold">
                                          <p:stCondLst>
                                            <p:cond delay="400"/>
                                          </p:stCondLst>
                                        </p:cTn>
                                        <p:tgtEl>
                                          <p:spTgt spid="117"/>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additive="repl">
                                        <p:cTn id="200" dur="600" fill="hold">
                                          <p:stCondLst>
                                            <p:cond delay="400"/>
                                          </p:stCondLst>
                                        </p:cTn>
                                        <p:tgtEl>
                                          <p:spTgt spid="117"/>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201" dur="indefinite" nodeType="clickEffect" fill="hold">
                      <p:stCondLst>
                        <p:cond delay="indefinite"/>
                      </p:stCondLst>
                      <p:childTnLst>
                        <p:par>
                          <p:cTn id="202" dur="indefinite" nodeType="withEffect" fill="hold">
                            <p:stCondLst>
                              <p:cond delay="0"/>
                            </p:stCondLst>
                            <p:childTnLst>
                              <p:par>
                                <p:cTn id="203" dur="indefinite" nodeType="clickEffect" fill="hold" presetClass="entr" presetID="3" presetSubtype="10">
                                  <p:stCondLst>
                                    <p:cond delay="0"/>
                                  </p:stCondLst>
                                  <p:childTnLst>
                                    <p:set>
                                      <p:cBhvr>
                                        <p:cTn id="204" dur="1" fill="hold">
                                          <p:stCondLst>
                                            <p:cond delay="0"/>
                                          </p:stCondLst>
                                        </p:cTn>
                                        <p:tgtEl>
                                          <p:spTgt spid="120"/>
                                        </p:tgtEl>
                                        <p:attrNameLst>
                                          <p:attrName>style.visibility</p:attrName>
                                        </p:attrNameLst>
                                      </p:cBhvr>
                                      <p:to>
                                        <p:strVal val="visible"/>
                                      </p:to>
                                    </p:set>
                                    <p:animEffect filter="blinds(horizontal)" transition="in">
                                      <p:cBhvr additive="repl">
                                        <p:cTn id="205" dur="500"/>
                                        <p:tgtEl>
                                          <p:spTgt spid="120"/>
                                        </p:tgtEl>
                                      </p:cBhvr>
                                    </p:animEffect>
                                  </p:childTnLst>
                                </p:cTn>
                              </p:par>
                            </p:childTnLst>
                          </p:cTn>
                        </p:par>
                      </p:childTnLst>
                    </p:cTn>
                  </p:par>
                  <p:par>
                    <p:cTn id="206" dur="indefinite" nodeType="clickEffect" fill="hold">
                      <p:stCondLst>
                        <p:cond delay="indefinite"/>
                      </p:stCondLst>
                      <p:childTnLst>
                        <p:par>
                          <p:cTn id="207" dur="indefinite" nodeType="withEffect" fill="hold">
                            <p:stCondLst>
                              <p:cond delay="0"/>
                            </p:stCondLst>
                            <p:childTnLst>
                              <p:par>
                                <p:cTn id="208" dur="indefinite" nodeType="clickEffect" fill="hold" presetClass="entr" presetID="21" presetSubtype="1">
                                  <p:stCondLst>
                                    <p:cond delay="0"/>
                                  </p:stCondLst>
                                  <p:childTnLst>
                                    <p:set>
                                      <p:cBhvr>
                                        <p:cTn id="209" dur="1" fill="hold">
                                          <p:stCondLst>
                                            <p:cond delay="0"/>
                                          </p:stCondLst>
                                        </p:cTn>
                                        <p:tgtEl>
                                          <p:spTgt spid="118"/>
                                        </p:tgtEl>
                                        <p:attrNameLst>
                                          <p:attrName>style.visibility</p:attrName>
                                        </p:attrNameLst>
                                      </p:cBhvr>
                                      <p:to>
                                        <p:strVal val="visible"/>
                                      </p:to>
                                    </p:set>
                                    <p:animEffect filter="wheel(1)" transition="in">
                                      <p:cBhvr additive="repl">
                                        <p:cTn id="210" dur="2000"/>
                                        <p:tgtEl>
                                          <p:spTgt spid="118"/>
                                        </p:tgtEl>
                                      </p:cBhvr>
                                    </p:animEffect>
                                  </p:childTnLst>
                                </p:cTn>
                              </p:par>
                            </p:childTnLst>
                          </p:cTn>
                        </p:par>
                      </p:childTnLst>
                    </p:cTn>
                  </p:par>
                  <p:par>
                    <p:cTn id="211" dur="indefinite" nodeType="clickEffect" fill="hold">
                      <p:stCondLst>
                        <p:cond delay="indefinite"/>
                      </p:stCondLst>
                      <p:childTnLst>
                        <p:par>
                          <p:cTn id="212" dur="indefinite" nodeType="withEffect" fill="hold">
                            <p:stCondLst>
                              <p:cond delay="0"/>
                            </p:stCondLst>
                            <p:childTnLst>
                              <p:par>
                                <p:cTn id="213" dur="indefinite" nodeType="clickEffect" fill="hold" presetClass="entr" presetID="37">
                                  <p:stCondLst>
                                    <p:cond delay="0"/>
                                  </p:stCondLst>
                                  <p:childTnLst>
                                    <p:set>
                                      <p:cBhvr>
                                        <p:cTn id="214" dur="1" fill="hold">
                                          <p:stCondLst>
                                            <p:cond delay="0"/>
                                          </p:stCondLst>
                                        </p:cTn>
                                        <p:tgtEl>
                                          <p:spTgt spid="121"/>
                                        </p:tgtEl>
                                        <p:attrNameLst>
                                          <p:attrName>style.visibility</p:attrName>
                                        </p:attrNameLst>
                                      </p:cBhvr>
                                      <p:to>
                                        <p:strVal val="visible"/>
                                      </p:to>
                                    </p:set>
                                    <p:animEffect filter="fade" transition="in">
                                      <p:cBhvr additive="repl">
                                        <p:cTn id="215" dur="1000"/>
                                        <p:tgtEl>
                                          <p:spTgt spid="121"/>
                                        </p:tgtEl>
                                      </p:cBhvr>
                                    </p:animEffect>
                                    <p:anim calcmode="lin" valueType="num">
                                      <p:cBhvr additive="repl">
                                        <p:cTn id="216" dur="1000" fill="hold"/>
                                        <p:tgtEl>
                                          <p:spTgt spid="121"/>
                                        </p:tgtEl>
                                        <p:attrNameLst>
                                          <p:attrName>ppt_x</p:attrName>
                                        </p:attrNameLst>
                                      </p:cBhvr>
                                      <p:tavLst>
                                        <p:tav tm="0">
                                          <p:val>
                                            <p:strVal val="#ppt_x"/>
                                          </p:val>
                                        </p:tav>
                                        <p:tav tm="100000">
                                          <p:val>
                                            <p:strVal val="#ppt_x"/>
                                          </p:val>
                                        </p:tav>
                                      </p:tavLst>
                                    </p:anim>
                                    <p:anim calcmode="lin" valueType="num">
                                      <p:cBhvr additive="repl">
                                        <p:cTn id="217" dur="900" fill="hold"/>
                                        <p:tgtEl>
                                          <p:spTgt spid="121"/>
                                        </p:tgtEl>
                                        <p:attrNameLst>
                                          <p:attrName>ppt_y</p:attrName>
                                        </p:attrNameLst>
                                      </p:cBhvr>
                                      <p:tavLst>
                                        <p:tav tm="0">
                                          <p:val>
                                            <p:strVal val="#ppt_y+1"/>
                                          </p:val>
                                        </p:tav>
                                        <p:tav tm="100000">
                                          <p:val>
                                            <p:strVal val="#ppt_y-.03"/>
                                          </p:val>
                                        </p:tav>
                                      </p:tavLst>
                                    </p:anim>
                                    <p:anim calcmode="lin" valueType="num">
                                      <p:cBhvr additive="repl">
                                        <p:cTn id="218" dur="100" fill="hold">
                                          <p:stCondLst>
                                            <p:cond delay="900"/>
                                          </p:stCondLst>
                                        </p:cTn>
                                        <p:tgtEl>
                                          <p:spTgt spid="121"/>
                                        </p:tgtEl>
                                        <p:attrNameLst>
                                          <p:attrName>ppt_y</p:attrName>
                                        </p:attrNameLst>
                                      </p:cBhvr>
                                      <p:tavLst>
                                        <p:tav tm="0">
                                          <p:val>
                                            <p:strVal val="#ppt_y-.03"/>
                                          </p:val>
                                        </p:tav>
                                        <p:tav tm="100000">
                                          <p:val>
                                            <p:strVal val="#ppt_y"/>
                                          </p:val>
                                        </p:tav>
                                      </p:tavLst>
                                    </p:anim>
                                  </p:childTnLst>
                                </p:cTn>
                              </p:par>
                            </p:childTnLst>
                          </p:cTn>
                        </p:par>
                      </p:childTnLst>
                    </p:cTn>
                  </p:par>
                  <p:par>
                    <p:cTn id="219" dur="indefinite" nodeType="clickEffect" fill="hold">
                      <p:stCondLst>
                        <p:cond delay="indefinite"/>
                      </p:stCondLst>
                      <p:childTnLst>
                        <p:par>
                          <p:cTn id="220" dur="indefinite" nodeType="withEffect" fill="hold">
                            <p:stCondLst>
                              <p:cond delay="0"/>
                            </p:stCondLst>
                            <p:childTnLst>
                              <p:par>
                                <p:cTn id="221" dur="indefinite" nodeType="clickEffect" fill="hold" presetClass="entr" presetID="43">
                                  <p:stCondLst>
                                    <p:cond delay="0"/>
                                  </p:stCondLst>
                                  <p:childTnLst>
                                    <p:set>
                                      <p:cBhvr>
                                        <p:cTn id="222" dur="1" fill="hold">
                                          <p:stCondLst>
                                            <p:cond delay="0"/>
                                          </p:stCondLst>
                                        </p:cTn>
                                        <p:tgtEl>
                                          <p:spTgt spid="119"/>
                                        </p:tgtEl>
                                        <p:attrNameLst>
                                          <p:attrName>style.visibility</p:attrName>
                                        </p:attrNameLst>
                                      </p:cBhvr>
                                      <p:to>
                                        <p:strVal val="visible"/>
                                      </p:to>
                                    </p:set>
                                    <p:animEffect filter="fade" transition="in">
                                      <p:cBhvr additive="repl">
                                        <p:cTn id="223" dur="100"/>
                                        <p:tgtEl>
                                          <p:spTgt spid="119"/>
                                        </p:tgtEl>
                                      </p:cBhvr>
                                    </p:animEffect>
                                    <p:anim calcmode="lin" valueType="num">
                                      <p:cBhvr additive="repl">
                                        <p:cTn id="224" dur="400" fill="hold"/>
                                        <p:tgtEl>
                                          <p:spTgt spid="119"/>
                                        </p:tgtEl>
                                        <p:attrNameLst>
                                          <p:attrName>ppt_x</p:attrName>
                                        </p:attrNameLst>
                                      </p:cBhvr>
                                      <p:tavLst>
                                        <p:tav tm="0">
                                          <p:val>
                                            <p:strVal val="#ppt_x"/>
                                          </p:val>
                                        </p:tav>
                                        <p:tav tm="100000">
                                          <p:val>
                                            <p:strVal val="#ppt_x"/>
                                          </p:val>
                                        </p:tav>
                                      </p:tavLst>
                                    </p:anim>
                                    <p:anim calcmode="lin" valueType="num">
                                      <p:cBhvr additive="repl">
                                        <p:cTn id="225" dur="400" fill="hold"/>
                                        <p:tgtEl>
                                          <p:spTgt spid="119"/>
                                        </p:tgtEl>
                                        <p:attrNameLst>
                                          <p:attrName>ppt_y</p:attrName>
                                        </p:attrNameLst>
                                      </p:cBhvr>
                                      <p:tavLst>
                                        <p:tav tm="0">
                                          <p:val>
                                            <p:strVal val="#ppt_y+0.31"/>
                                          </p:val>
                                        </p:tav>
                                        <p:tav tm="100000">
                                          <p:val>
                                            <p:strVal val="#ppt_y+0.31"/>
                                          </p:val>
                                        </p:tav>
                                      </p:tavLst>
                                    </p:anim>
                                    <p:anim calcmode="lin" valueType="num">
                                      <p:cBhvr additive="repl">
                                        <p:cTn id="226" dur="600" fill="hold">
                                          <p:stCondLst>
                                            <p:cond delay="400"/>
                                          </p:stCondLst>
                                        </p:cTn>
                                        <p:tgtEl>
                                          <p:spTgt spid="119"/>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additive="repl">
                                        <p:cTn id="227" dur="600" fill="hold">
                                          <p:stCondLst>
                                            <p:cond delay="400"/>
                                          </p:stCondLst>
                                        </p:cTn>
                                        <p:tgtEl>
                                          <p:spTgt spid="119"/>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228" dur="indefinite" nodeType="clickEffect" fill="hold">
                      <p:stCondLst>
                        <p:cond delay="indefinite"/>
                      </p:stCondLst>
                      <p:childTnLst>
                        <p:par>
                          <p:cTn id="229" dur="indefinite" nodeType="withEffect" fill="hold">
                            <p:stCondLst>
                              <p:cond delay="0"/>
                            </p:stCondLst>
                            <p:childTnLst>
                              <p:par>
                                <p:cTn id="230" dur="indefinite" nodeType="clickEffect" fill="hold" presetClass="entr" presetID="37">
                                  <p:stCondLst>
                                    <p:cond delay="0"/>
                                  </p:stCondLst>
                                  <p:childTnLst>
                                    <p:set>
                                      <p:cBhvr>
                                        <p:cTn id="231" dur="1" fill="hold">
                                          <p:stCondLst>
                                            <p:cond delay="0"/>
                                          </p:stCondLst>
                                        </p:cTn>
                                        <p:tgtEl>
                                          <p:spTgt spid="123"/>
                                        </p:tgtEl>
                                        <p:attrNameLst>
                                          <p:attrName>style.visibility</p:attrName>
                                        </p:attrNameLst>
                                      </p:cBhvr>
                                      <p:to>
                                        <p:strVal val="visible"/>
                                      </p:to>
                                    </p:set>
                                    <p:animEffect filter="fade" transition="in">
                                      <p:cBhvr additive="repl">
                                        <p:cTn id="232" dur="1000"/>
                                        <p:tgtEl>
                                          <p:spTgt spid="123"/>
                                        </p:tgtEl>
                                      </p:cBhvr>
                                    </p:animEffect>
                                    <p:anim calcmode="lin" valueType="num">
                                      <p:cBhvr additive="repl">
                                        <p:cTn id="233" dur="1000" fill="hold"/>
                                        <p:tgtEl>
                                          <p:spTgt spid="123"/>
                                        </p:tgtEl>
                                        <p:attrNameLst>
                                          <p:attrName>ppt_x</p:attrName>
                                        </p:attrNameLst>
                                      </p:cBhvr>
                                      <p:tavLst>
                                        <p:tav tm="0">
                                          <p:val>
                                            <p:strVal val="#ppt_x"/>
                                          </p:val>
                                        </p:tav>
                                        <p:tav tm="100000">
                                          <p:val>
                                            <p:strVal val="#ppt_x"/>
                                          </p:val>
                                        </p:tav>
                                      </p:tavLst>
                                    </p:anim>
                                    <p:anim calcmode="lin" valueType="num">
                                      <p:cBhvr additive="repl">
                                        <p:cTn id="234" dur="900" fill="hold"/>
                                        <p:tgtEl>
                                          <p:spTgt spid="123"/>
                                        </p:tgtEl>
                                        <p:attrNameLst>
                                          <p:attrName>ppt_y</p:attrName>
                                        </p:attrNameLst>
                                      </p:cBhvr>
                                      <p:tavLst>
                                        <p:tav tm="0">
                                          <p:val>
                                            <p:strVal val="#ppt_y+1"/>
                                          </p:val>
                                        </p:tav>
                                        <p:tav tm="100000">
                                          <p:val>
                                            <p:strVal val="#ppt_y-.03"/>
                                          </p:val>
                                        </p:tav>
                                      </p:tavLst>
                                    </p:anim>
                                    <p:anim calcmode="lin" valueType="num">
                                      <p:cBhvr additive="repl">
                                        <p:cTn id="235" dur="100" fill="hold">
                                          <p:stCondLst>
                                            <p:cond delay="900"/>
                                          </p:stCondLst>
                                        </p:cTn>
                                        <p:tgtEl>
                                          <p:spTgt spid="123"/>
                                        </p:tgtEl>
                                        <p:attrNameLst>
                                          <p:attrName>ppt_y</p:attrName>
                                        </p:attrNameLst>
                                      </p:cBhvr>
                                      <p:tavLst>
                                        <p:tav tm="0">
                                          <p:val>
                                            <p:strVal val="#ppt_y-.03"/>
                                          </p:val>
                                        </p:tav>
                                        <p:tav tm="100000">
                                          <p:val>
                                            <p:strVal val="#ppt_y"/>
                                          </p:val>
                                        </p:tav>
                                      </p:tavLst>
                                    </p:anim>
                                  </p:childTnLst>
                                </p:cTn>
                              </p:par>
                            </p:childTnLst>
                          </p:cTn>
                        </p:par>
                      </p:childTnLst>
                    </p:cTn>
                  </p:par>
                  <p:par>
                    <p:cTn id="236" dur="indefinite" nodeType="clickEffect" fill="hold">
                      <p:stCondLst>
                        <p:cond delay="indefinite"/>
                      </p:stCondLst>
                      <p:childTnLst>
                        <p:par>
                          <p:cTn id="237" dur="indefinite" nodeType="withEffect" fill="hold">
                            <p:stCondLst>
                              <p:cond delay="0"/>
                            </p:stCondLst>
                            <p:childTnLst>
                              <p:par>
                                <p:cTn id="238" dur="indefinite" nodeType="clickEffect" fill="hold" presetClass="entr" presetID="43">
                                  <p:stCondLst>
                                    <p:cond delay="0"/>
                                  </p:stCondLst>
                                  <p:childTnLst>
                                    <p:set>
                                      <p:cBhvr>
                                        <p:cTn id="239" dur="1" fill="hold">
                                          <p:stCondLst>
                                            <p:cond delay="0"/>
                                          </p:stCondLst>
                                        </p:cTn>
                                        <p:tgtEl>
                                          <p:spTgt spid="122"/>
                                        </p:tgtEl>
                                        <p:attrNameLst>
                                          <p:attrName>style.visibility</p:attrName>
                                        </p:attrNameLst>
                                      </p:cBhvr>
                                      <p:to>
                                        <p:strVal val="visible"/>
                                      </p:to>
                                    </p:set>
                                    <p:animEffect filter="fade" transition="in">
                                      <p:cBhvr additive="repl">
                                        <p:cTn id="240" dur="100"/>
                                        <p:tgtEl>
                                          <p:spTgt spid="122"/>
                                        </p:tgtEl>
                                      </p:cBhvr>
                                    </p:animEffect>
                                    <p:anim calcmode="lin" valueType="num">
                                      <p:cBhvr additive="repl">
                                        <p:cTn id="241" dur="400" fill="hold"/>
                                        <p:tgtEl>
                                          <p:spTgt spid="122"/>
                                        </p:tgtEl>
                                        <p:attrNameLst>
                                          <p:attrName>ppt_x</p:attrName>
                                        </p:attrNameLst>
                                      </p:cBhvr>
                                      <p:tavLst>
                                        <p:tav tm="0">
                                          <p:val>
                                            <p:strVal val="#ppt_x"/>
                                          </p:val>
                                        </p:tav>
                                        <p:tav tm="100000">
                                          <p:val>
                                            <p:strVal val="#ppt_x"/>
                                          </p:val>
                                        </p:tav>
                                      </p:tavLst>
                                    </p:anim>
                                    <p:anim calcmode="lin" valueType="num">
                                      <p:cBhvr additive="repl">
                                        <p:cTn id="242" dur="400" fill="hold"/>
                                        <p:tgtEl>
                                          <p:spTgt spid="122"/>
                                        </p:tgtEl>
                                        <p:attrNameLst>
                                          <p:attrName>ppt_y</p:attrName>
                                        </p:attrNameLst>
                                      </p:cBhvr>
                                      <p:tavLst>
                                        <p:tav tm="0">
                                          <p:val>
                                            <p:strVal val="#ppt_y+0.31"/>
                                          </p:val>
                                        </p:tav>
                                        <p:tav tm="100000">
                                          <p:val>
                                            <p:strVal val="#ppt_y+0.31"/>
                                          </p:val>
                                        </p:tav>
                                      </p:tavLst>
                                    </p:anim>
                                    <p:anim calcmode="lin" valueType="num">
                                      <p:cBhvr additive="repl">
                                        <p:cTn id="243" dur="600" fill="hold">
                                          <p:stCondLst>
                                            <p:cond delay="400"/>
                                          </p:stCondLst>
                                        </p:cTn>
                                        <p:tgtEl>
                                          <p:spTgt spid="122"/>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additive="repl">
                                        <p:cTn id="244" dur="600" fill="hold">
                                          <p:stCondLst>
                                            <p:cond delay="400"/>
                                          </p:stCondLst>
                                        </p:cTn>
                                        <p:tgtEl>
                                          <p:spTgt spid="122"/>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124" name=""/>
          <p:cNvSpPr/>
          <p:nvPr/>
        </p:nvSpPr>
        <p:spPr>
          <a:xfrm>
            <a:off x="7099200" y="6246720"/>
            <a:ext cx="2311560" cy="453960"/>
          </a:xfrm>
          <a:prstGeom prst="rect">
            <a:avLst/>
          </a:prstGeom>
          <a:noFill/>
          <a:ln w="0">
            <a:noFill/>
          </a:ln>
        </p:spPr>
        <p:style>
          <a:lnRef idx="0"/>
          <a:fillRef idx="0"/>
          <a:effectRef idx="0"/>
          <a:fontRef idx="minor"/>
        </p:style>
        <p:txBody>
          <a:bodyPr lIns="95760" rIns="95760" tIns="47880" bIns="47880" anchor="b">
            <a:noAutofit/>
          </a:bodyPr>
          <a:p>
            <a:pPr algn="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fld id="{EC08771C-FADF-449B-B169-71C1A7786E50}" type="slidenum">
              <a:rPr b="0" lang="en-US" sz="4000" strike="noStrike" u="none">
                <a:solidFill>
                  <a:srgbClr val="ffffff"/>
                </a:solidFill>
                <a:effectLst/>
                <a:uFillTx/>
                <a:latin typeface="Arial"/>
              </a:rPr>
              <a:t>&lt;number&gt;</a:t>
            </a:fld>
            <a:endParaRPr b="0" lang="en-US" sz="4000" strike="noStrike" u="none">
              <a:solidFill>
                <a:srgbClr val="ffffff"/>
              </a:solidFill>
              <a:effectLst/>
              <a:uFillTx/>
              <a:latin typeface="VNI-Times"/>
            </a:endParaRPr>
          </a:p>
        </p:txBody>
      </p:sp>
      <p:sp>
        <p:nvSpPr>
          <p:cNvPr id="125" name=""/>
          <p:cNvSpPr/>
          <p:nvPr/>
        </p:nvSpPr>
        <p:spPr>
          <a:xfrm>
            <a:off x="0" y="-419040"/>
            <a:ext cx="9448920" cy="838080"/>
          </a:xfrm>
          <a:prstGeom prst="rect">
            <a:avLst/>
          </a:prstGeom>
          <a:noFill/>
          <a:ln w="0">
            <a:noFill/>
          </a:ln>
        </p:spPr>
        <p:style>
          <a:lnRef idx="0"/>
          <a:fillRef idx="0"/>
          <a:effectRef idx="0"/>
          <a:fontRef idx="minor"/>
        </p:style>
        <p:txBody>
          <a:bodyPr lIns="95760" rIns="95760" tIns="47880" bIns="47880" anchor="ctr">
            <a:noAutofit/>
          </a:bodyPr>
          <a:p>
            <a:pP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br>
              <a:rPr sz="4000"/>
            </a:br>
            <a:br>
              <a:rPr sz="4000"/>
            </a:br>
            <a:br>
              <a:rPr sz="4000"/>
            </a:br>
            <a:br>
              <a:rPr sz="4000"/>
            </a:br>
            <a:br>
              <a:rPr sz="4000"/>
            </a:br>
            <a:br>
              <a:rPr sz="4000"/>
            </a:br>
            <a:endParaRPr b="0" lang="en-US" sz="4000" strike="noStrike" u="none">
              <a:solidFill>
                <a:srgbClr val="ffffff"/>
              </a:solidFill>
              <a:effectLst/>
              <a:uFillTx/>
              <a:latin typeface="VNI-Times"/>
            </a:endParaRPr>
          </a:p>
        </p:txBody>
      </p:sp>
      <p:sp>
        <p:nvSpPr>
          <p:cNvPr id="126" name=""/>
          <p:cNvSpPr/>
          <p:nvPr/>
        </p:nvSpPr>
        <p:spPr>
          <a:xfrm>
            <a:off x="0" y="0"/>
            <a:ext cx="9906120" cy="6553080"/>
          </a:xfrm>
          <a:prstGeom prst="rect">
            <a:avLst/>
          </a:prstGeom>
          <a:noFill/>
          <a:ln w="0">
            <a:noFill/>
          </a:ln>
        </p:spPr>
        <p:style>
          <a:lnRef idx="0"/>
          <a:fillRef idx="0"/>
          <a:effectRef idx="0"/>
          <a:fontRef idx="minor"/>
        </p:style>
        <p:txBody>
          <a:bodyPr lIns="95760" rIns="95760" tIns="47880" bIns="47880" anchor="t">
            <a:noAutofit/>
          </a:bodyPr>
          <a:p>
            <a:pPr marL="358920" indent="-358920">
              <a:lnSpc>
                <a:spcPct val="100000"/>
              </a:lnSpc>
              <a:spcBef>
                <a:spcPts val="10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4000" strike="noStrike" u="none">
              <a:solidFill>
                <a:srgbClr val="ffffff"/>
              </a:solidFill>
              <a:effectLst/>
              <a:uFillTx/>
              <a:latin typeface="VNI-Times"/>
            </a:endParaRPr>
          </a:p>
          <a:p>
            <a:pPr marL="358920" indent="-358920">
              <a:lnSpc>
                <a:spcPct val="100000"/>
              </a:lnSpc>
              <a:spcBef>
                <a:spcPts val="10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4000" strike="noStrike" u="none">
              <a:solidFill>
                <a:srgbClr val="ffffff"/>
              </a:solidFill>
              <a:effectLst/>
              <a:uFillTx/>
              <a:latin typeface="VNI-Times"/>
            </a:endParaRPr>
          </a:p>
          <a:p>
            <a:pPr marL="358920" indent="-358920">
              <a:lnSpc>
                <a:spcPct val="90000"/>
              </a:lnSpc>
              <a:spcBef>
                <a:spcPts val="10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4000" strike="noStrike" u="none">
              <a:solidFill>
                <a:srgbClr val="ffffff"/>
              </a:solidFill>
              <a:effectLst/>
              <a:uFillTx/>
              <a:latin typeface="VNI-Times"/>
            </a:endParaRPr>
          </a:p>
        </p:txBody>
      </p:sp>
      <p:sp>
        <p:nvSpPr>
          <p:cNvPr id="127" name=""/>
          <p:cNvSpPr/>
          <p:nvPr/>
        </p:nvSpPr>
        <p:spPr>
          <a:xfrm>
            <a:off x="2133720" y="304920"/>
            <a:ext cx="5790960" cy="914400"/>
          </a:xfrm>
          <a:prstGeom prst="rect">
            <a:avLst/>
          </a:prstGeom>
          <a:solidFill>
            <a:srgbClr val="000080"/>
          </a:solidFill>
          <a:ln w="9360">
            <a:solidFill>
              <a:srgbClr val="ffffff"/>
            </a:solidFill>
            <a:round/>
          </a:ln>
        </p:spPr>
        <p:style>
          <a:lnRef idx="0"/>
          <a:fillRef idx="0"/>
          <a:effectRef idx="0"/>
          <a:fontRef idx="minor"/>
        </p:style>
        <p:txBody>
          <a:bodyPr lIns="90000" rIns="90000" tIns="46800" bIns="46800" anchor="t">
            <a:noAutofit/>
          </a:bodyPr>
          <a:p>
            <a:pPr>
              <a:lnSpc>
                <a:spcPct val="100000"/>
              </a:lnSpc>
              <a:spcBef>
                <a:spcPts val="88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vi-VN" sz="3400" strike="noStrike" u="none">
                <a:solidFill>
                  <a:srgbClr val="ffffff"/>
                </a:solidFill>
                <a:effectLst/>
                <a:uFillTx/>
                <a:latin typeface="Arial"/>
              </a:rPr>
              <a:t>2. Mục tiêu của môn học</a:t>
            </a:r>
            <a:endParaRPr b="0" lang="en-US" sz="3400" strike="noStrike" u="none">
              <a:solidFill>
                <a:srgbClr val="ffffff"/>
              </a:solidFill>
              <a:effectLst/>
              <a:uFillTx/>
              <a:latin typeface="VNI-Times"/>
            </a:endParaRPr>
          </a:p>
        </p:txBody>
      </p:sp>
      <p:sp>
        <p:nvSpPr>
          <p:cNvPr id="128" name=""/>
          <p:cNvSpPr/>
          <p:nvPr/>
        </p:nvSpPr>
        <p:spPr>
          <a:xfrm>
            <a:off x="228600" y="2209680"/>
            <a:ext cx="2819520" cy="4267440"/>
          </a:xfrm>
          <a:prstGeom prst="rect">
            <a:avLst/>
          </a:prstGeom>
          <a:solidFill>
            <a:srgbClr val="3366ff"/>
          </a:solidFill>
          <a:ln w="9360">
            <a:solidFill>
              <a:srgbClr val="ffffff"/>
            </a:solidFill>
            <a:round/>
          </a:ln>
        </p:spPr>
        <p:style>
          <a:lnRef idx="0"/>
          <a:fillRef idx="0"/>
          <a:effectRef idx="0"/>
          <a:fontRef idx="minor"/>
        </p:style>
        <p:txBody>
          <a:bodyPr lIns="90000" rIns="90000" tIns="46800" bIns="46800" anchor="t">
            <a:noAutofit/>
          </a:bodyPr>
          <a:p>
            <a:pPr algn="ctr">
              <a:lnSpc>
                <a:spcPct val="100000"/>
              </a:lnSpc>
              <a:spcBef>
                <a:spcPts val="7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i="1" lang="pl-PL" sz="2800" strike="noStrike" u="none">
                <a:solidFill>
                  <a:srgbClr val="ffffff"/>
                </a:solidFill>
                <a:effectLst/>
                <a:uFillTx/>
                <a:latin typeface="Arial"/>
              </a:rPr>
              <a:t>Về kiến thức:</a:t>
            </a:r>
            <a:r>
              <a:rPr b="1" lang="pl-PL" sz="2800" strike="noStrike" u="none">
                <a:solidFill>
                  <a:srgbClr val="ffffff"/>
                </a:solidFill>
                <a:effectLst/>
                <a:uFillTx/>
                <a:latin typeface="Arial"/>
              </a:rPr>
              <a:t> </a:t>
            </a:r>
            <a:r>
              <a:rPr b="0" lang="pl-PL" sz="2800" strike="noStrike" u="none">
                <a:solidFill>
                  <a:srgbClr val="ffffff"/>
                </a:solidFill>
                <a:effectLst/>
                <a:uFillTx/>
                <a:latin typeface="Arial"/>
              </a:rPr>
              <a:t>Trình bày được nội dung cơ bản nhất về </a:t>
            </a:r>
            <a:r>
              <a:rPr b="0" lang="en-US" sz="2800" strike="noStrike" u="none">
                <a:solidFill>
                  <a:srgbClr val="ffffff"/>
                </a:solidFill>
                <a:effectLst/>
                <a:uFillTx/>
                <a:latin typeface="Arial"/>
              </a:rPr>
              <a:t>CNMLN,</a:t>
            </a:r>
            <a:r>
              <a:rPr b="0" lang="pl-PL" sz="2800" strike="noStrike" u="none">
                <a:solidFill>
                  <a:srgbClr val="ffffff"/>
                </a:solidFill>
                <a:effectLst/>
                <a:uFillTx/>
                <a:latin typeface="Arial"/>
              </a:rPr>
              <a:t> </a:t>
            </a:r>
            <a:r>
              <a:rPr b="0" lang="en-US" sz="2800" strike="noStrike" u="none">
                <a:solidFill>
                  <a:srgbClr val="ffffff"/>
                </a:solidFill>
                <a:effectLst/>
                <a:uFillTx/>
                <a:latin typeface="Arial"/>
              </a:rPr>
              <a:t>TT HCM, </a:t>
            </a:r>
            <a:r>
              <a:rPr b="0" lang="pl-PL" sz="2800" strike="noStrike" u="none">
                <a:solidFill>
                  <a:srgbClr val="ffffff"/>
                </a:solidFill>
                <a:effectLst/>
                <a:uFillTx/>
                <a:latin typeface="Arial"/>
              </a:rPr>
              <a:t>quan điểm, đường lối của Đảng</a:t>
            </a:r>
            <a:endParaRPr b="0" lang="en-US" sz="2800" strike="noStrike" u="none">
              <a:solidFill>
                <a:srgbClr val="ffffff"/>
              </a:solidFill>
              <a:effectLst/>
              <a:uFillTx/>
              <a:latin typeface="VNI-Times"/>
            </a:endParaRPr>
          </a:p>
        </p:txBody>
      </p:sp>
      <p:sp>
        <p:nvSpPr>
          <p:cNvPr id="129" name=""/>
          <p:cNvSpPr/>
          <p:nvPr/>
        </p:nvSpPr>
        <p:spPr>
          <a:xfrm>
            <a:off x="3352680" y="2174760"/>
            <a:ext cx="2819520" cy="4343400"/>
          </a:xfrm>
          <a:prstGeom prst="rect">
            <a:avLst/>
          </a:prstGeom>
          <a:solidFill>
            <a:srgbClr val="000080"/>
          </a:solidFill>
          <a:ln w="9360">
            <a:solidFill>
              <a:srgbClr val="ffffff"/>
            </a:solidFill>
            <a:round/>
          </a:ln>
        </p:spPr>
        <p:style>
          <a:lnRef idx="0"/>
          <a:fillRef idx="0"/>
          <a:effectRef idx="0"/>
          <a:fontRef idx="minor"/>
        </p:style>
        <p:txBody>
          <a:bodyPr lIns="90000" rIns="90000" tIns="46800" bIns="46800" anchor="t">
            <a:noAutofit/>
          </a:bodyPr>
          <a:p>
            <a:pPr algn="ctr">
              <a:lnSpc>
                <a:spcPct val="100000"/>
              </a:lnSpc>
              <a:spcBef>
                <a:spcPts val="7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i="1" lang="pl-PL" sz="2800" strike="noStrike" u="none">
                <a:solidFill>
                  <a:srgbClr val="ffffff"/>
                </a:solidFill>
                <a:effectLst/>
                <a:uFillTx/>
                <a:latin typeface="Arial"/>
              </a:rPr>
              <a:t>Về kỹ năng: </a:t>
            </a:r>
            <a:endParaRPr b="0" lang="en-US" sz="2800" strike="noStrike" u="none">
              <a:solidFill>
                <a:srgbClr val="ffffff"/>
              </a:solidFill>
              <a:effectLst/>
              <a:uFillTx/>
              <a:latin typeface="VNI-Times"/>
            </a:endParaRPr>
          </a:p>
          <a:p>
            <a:pPr algn="ctr">
              <a:lnSpc>
                <a:spcPct val="100000"/>
              </a:lnSpc>
              <a:spcBef>
                <a:spcPts val="7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pl-PL" sz="2800" strike="noStrike" u="none">
                <a:solidFill>
                  <a:srgbClr val="ffffff"/>
                </a:solidFill>
                <a:effectLst/>
                <a:uFillTx/>
                <a:latin typeface="Arial"/>
              </a:rPr>
              <a:t>Vận dụng</a:t>
            </a:r>
            <a:r>
              <a:rPr b="0" lang="en-US" sz="2800" strike="noStrike" u="none">
                <a:solidFill>
                  <a:srgbClr val="ffffff"/>
                </a:solidFill>
                <a:effectLst/>
                <a:uFillTx/>
                <a:latin typeface="Arial"/>
              </a:rPr>
              <a:t> </a:t>
            </a:r>
            <a:r>
              <a:rPr b="0" lang="pl-PL" sz="2800" strike="noStrike" u="none">
                <a:solidFill>
                  <a:srgbClr val="ffffff"/>
                </a:solidFill>
                <a:effectLst/>
                <a:uFillTx/>
                <a:latin typeface="Arial"/>
              </a:rPr>
              <a:t>vào giải quyết </a:t>
            </a:r>
            <a:r>
              <a:rPr b="0" lang="en-US" sz="2800" strike="noStrike" u="none">
                <a:solidFill>
                  <a:srgbClr val="ffffff"/>
                </a:solidFill>
                <a:effectLst/>
                <a:uFillTx/>
                <a:latin typeface="Arial"/>
              </a:rPr>
              <a:t>t</a:t>
            </a:r>
            <a:r>
              <a:rPr b="0" lang="pl-PL" sz="2800" strike="noStrike" u="none">
                <a:solidFill>
                  <a:srgbClr val="ffffff"/>
                </a:solidFill>
                <a:effectLst/>
                <a:uFillTx/>
                <a:latin typeface="Arial"/>
              </a:rPr>
              <a:t>rong quá trình học tập, lao động, hoạt động hàng ngày và tham gia </a:t>
            </a:r>
            <a:r>
              <a:rPr b="0" lang="en-US" sz="2800" strike="noStrike" u="none">
                <a:solidFill>
                  <a:srgbClr val="ffffff"/>
                </a:solidFill>
                <a:effectLst/>
                <a:uFillTx/>
                <a:latin typeface="Arial"/>
              </a:rPr>
              <a:t>XD và BVTQ</a:t>
            </a:r>
            <a:endParaRPr b="0" lang="en-US" sz="2800" strike="noStrike" u="none">
              <a:solidFill>
                <a:srgbClr val="ffffff"/>
              </a:solidFill>
              <a:effectLst/>
              <a:uFillTx/>
              <a:latin typeface="VNI-Times"/>
            </a:endParaRPr>
          </a:p>
        </p:txBody>
      </p:sp>
      <p:sp>
        <p:nvSpPr>
          <p:cNvPr id="130" name=""/>
          <p:cNvSpPr/>
          <p:nvPr/>
        </p:nvSpPr>
        <p:spPr>
          <a:xfrm>
            <a:off x="6705720" y="2168640"/>
            <a:ext cx="2685960" cy="4267080"/>
          </a:xfrm>
          <a:prstGeom prst="rect">
            <a:avLst/>
          </a:prstGeom>
          <a:solidFill>
            <a:srgbClr val="3366ff"/>
          </a:solidFill>
          <a:ln w="9360">
            <a:solidFill>
              <a:srgbClr val="ffffff"/>
            </a:solidFill>
            <a:round/>
          </a:ln>
        </p:spPr>
        <p:style>
          <a:lnRef idx="0"/>
          <a:fillRef idx="0"/>
          <a:effectRef idx="0"/>
          <a:fontRef idx="minor"/>
        </p:style>
        <p:txBody>
          <a:bodyPr lIns="90000" rIns="90000" tIns="46800" bIns="46800" anchor="t">
            <a:noAutofit/>
          </a:bodyPr>
          <a:p>
            <a:pPr algn="ctr">
              <a:lnSpc>
                <a:spcPct val="100000"/>
              </a:lnSpc>
              <a:spcBef>
                <a:spcPts val="7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i="1" lang="pl-PL" sz="2800" strike="noStrike" u="none">
                <a:solidFill>
                  <a:srgbClr val="ffffff"/>
                </a:solidFill>
                <a:effectLst/>
                <a:uFillTx/>
                <a:latin typeface="Arial"/>
              </a:rPr>
              <a:t>Về năng lực tự chủ và trách nhiệm:</a:t>
            </a:r>
            <a:r>
              <a:rPr b="0" lang="pl-PL" sz="2800" strike="noStrike" u="none">
                <a:solidFill>
                  <a:srgbClr val="ffffff"/>
                </a:solidFill>
                <a:effectLst/>
                <a:uFillTx/>
                <a:latin typeface="Arial"/>
              </a:rPr>
              <a:t> vận dụng các nội dung đã học để rèn luyện </a:t>
            </a:r>
            <a:r>
              <a:rPr b="0" lang="en-US" sz="2800" strike="noStrike" u="none">
                <a:solidFill>
                  <a:srgbClr val="ffffff"/>
                </a:solidFill>
                <a:effectLst/>
                <a:uFillTx/>
                <a:latin typeface="Arial"/>
              </a:rPr>
              <a:t>về </a:t>
            </a:r>
            <a:r>
              <a:rPr b="0" lang="pl-PL" sz="2800" strike="noStrike" u="none">
                <a:solidFill>
                  <a:srgbClr val="ffffff"/>
                </a:solidFill>
                <a:effectLst/>
                <a:uFillTx/>
                <a:latin typeface="Arial"/>
              </a:rPr>
              <a:t> chính trị, đạo đức, lối sống</a:t>
            </a:r>
            <a:endParaRPr b="0" lang="en-US" sz="2800" strike="noStrike" u="none">
              <a:solidFill>
                <a:srgbClr val="ffffff"/>
              </a:solidFill>
              <a:effectLst/>
              <a:uFillTx/>
              <a:latin typeface="VNI-Times"/>
            </a:endParaRPr>
          </a:p>
        </p:txBody>
      </p:sp>
      <p:cxnSp>
        <p:nvCxnSpPr>
          <p:cNvPr id="131" name=""/>
          <p:cNvCxnSpPr>
            <a:stCxn id="127" idx="2"/>
            <a:endCxn id="129" idx="0"/>
          </p:cNvCxnSpPr>
          <p:nvPr/>
        </p:nvCxnSpPr>
        <p:spPr>
          <a:xfrm flipH="1">
            <a:off x="4762080" y="1219320"/>
            <a:ext cx="267120" cy="956160"/>
          </a:xfrm>
          <a:prstGeom prst="straightConnector1">
            <a:avLst/>
          </a:prstGeom>
          <a:ln w="38160">
            <a:solidFill>
              <a:srgbClr val="ffffff"/>
            </a:solidFill>
            <a:miter/>
            <a:tailEnd len="med" type="arrow" w="med"/>
          </a:ln>
        </p:spPr>
      </p:cxnSp>
      <p:cxnSp>
        <p:nvCxnSpPr>
          <p:cNvPr id="132" name=""/>
          <p:cNvCxnSpPr>
            <a:stCxn id="127" idx="2"/>
            <a:endCxn id="130" idx="0"/>
          </p:cNvCxnSpPr>
          <p:nvPr/>
        </p:nvCxnSpPr>
        <p:spPr>
          <a:xfrm>
            <a:off x="5028840" y="1218960"/>
            <a:ext cx="3020040" cy="950040"/>
          </a:xfrm>
          <a:prstGeom prst="straightConnector1">
            <a:avLst/>
          </a:prstGeom>
          <a:ln w="38160">
            <a:solidFill>
              <a:srgbClr val="ffffff"/>
            </a:solidFill>
            <a:miter/>
            <a:tailEnd len="med" type="arrow" w="med"/>
          </a:ln>
        </p:spPr>
      </p:cxnSp>
      <p:cxnSp>
        <p:nvCxnSpPr>
          <p:cNvPr id="133" name=""/>
          <p:cNvCxnSpPr>
            <a:stCxn id="127" idx="2"/>
          </p:cNvCxnSpPr>
          <p:nvPr/>
        </p:nvCxnSpPr>
        <p:spPr>
          <a:xfrm flipH="1">
            <a:off x="1521720" y="1218960"/>
            <a:ext cx="3507480" cy="991080"/>
          </a:xfrm>
          <a:prstGeom prst="straightConnector1">
            <a:avLst/>
          </a:prstGeom>
          <a:ln w="44280">
            <a:solidFill>
              <a:srgbClr val="ffffff"/>
            </a:solidFill>
            <a:miter/>
            <a:tailEnd len="med" type="triangle" w="med"/>
          </a:ln>
        </p:spPr>
      </p:cxnSp>
    </p:spTree>
  </p:cSld>
  <p:timing>
    <p:tnLst>
      <p:par>
        <p:cTn id="245" dur="indefinite" restart="never" nodeType="tmRoot">
          <p:childTnLst>
            <p:seq>
              <p:cTn id="246" dur="indefinite" nodeType="mainSeq">
                <p:childTnLst>
                  <p:par>
                    <p:cTn id="247" dur="indefinite" nodeType="clickEffect" fill="hold">
                      <p:stCondLst>
                        <p:cond delay="indefinite"/>
                      </p:stCondLst>
                      <p:childTnLst>
                        <p:par>
                          <p:cTn id="248" dur="indefinite" nodeType="withEffect" fill="hold">
                            <p:stCondLst>
                              <p:cond delay="0"/>
                            </p:stCondLst>
                            <p:childTnLst>
                              <p:par>
                                <p:cTn id="249" dur="indefinite" nodeType="clickEffect" fill="hold" presetClass="entr" presetID="3" presetSubtype="10">
                                  <p:stCondLst>
                                    <p:cond delay="0"/>
                                  </p:stCondLst>
                                  <p:childTnLst>
                                    <p:set>
                                      <p:cBhvr>
                                        <p:cTn id="250" dur="1" fill="hold">
                                          <p:stCondLst>
                                            <p:cond delay="0"/>
                                          </p:stCondLst>
                                        </p:cTn>
                                        <p:tgtEl>
                                          <p:spTgt spid="133"/>
                                        </p:tgtEl>
                                        <p:attrNameLst>
                                          <p:attrName>style.visibility</p:attrName>
                                        </p:attrNameLst>
                                      </p:cBhvr>
                                      <p:to>
                                        <p:strVal val="visible"/>
                                      </p:to>
                                    </p:set>
                                    <p:animEffect filter="blinds(horizontal)" transition="in">
                                      <p:cBhvr additive="repl">
                                        <p:cTn id="251" dur="500"/>
                                        <p:tgtEl>
                                          <p:spTgt spid="133"/>
                                        </p:tgtEl>
                                      </p:cBhvr>
                                    </p:animEffect>
                                  </p:childTnLst>
                                </p:cTn>
                              </p:par>
                            </p:childTnLst>
                          </p:cTn>
                        </p:par>
                      </p:childTnLst>
                    </p:cTn>
                  </p:par>
                  <p:par>
                    <p:cTn id="252" dur="indefinite" nodeType="clickEffect" fill="hold">
                      <p:stCondLst>
                        <p:cond delay="indefinite"/>
                      </p:stCondLst>
                      <p:childTnLst>
                        <p:par>
                          <p:cTn id="253" dur="indefinite" nodeType="withEffect" fill="hold">
                            <p:stCondLst>
                              <p:cond delay="0"/>
                            </p:stCondLst>
                            <p:childTnLst>
                              <p:par>
                                <p:cTn id="254" dur="indefinite" nodeType="clickEffect" fill="hold" presetClass="entr" presetID="52">
                                  <p:stCondLst>
                                    <p:cond delay="0"/>
                                  </p:stCondLst>
                                  <p:childTnLst>
                                    <p:set>
                                      <p:cBhvr>
                                        <p:cTn id="255" dur="1" fill="hold">
                                          <p:stCondLst>
                                            <p:cond delay="0"/>
                                          </p:stCondLst>
                                        </p:cTn>
                                        <p:tgtEl>
                                          <p:spTgt spid="128"/>
                                        </p:tgtEl>
                                        <p:attrNameLst>
                                          <p:attrName>style.visibility</p:attrName>
                                        </p:attrNameLst>
                                      </p:cBhvr>
                                      <p:to>
                                        <p:strVal val="visible"/>
                                      </p:to>
                                    </p:set>
                                    <p:animScale>
                                      <p:cBhvr>
                                        <p:cTn id="256" dur="1000" fill="hold">
                                          <p:stCondLst>
                                            <p:cond delay="0"/>
                                          </p:stCondLst>
                                        </p:cTn>
                                        <p:tgtEl>
                                          <p:spTgt spid="128"/>
                                        </p:tgtEl>
                                      </p:cBhvr>
                                      <p:from x="250000" y="250000"/>
                                      <p:to x="100000" y="100000"/>
                                    </p:animScale>
                                    <p:animMotion origin="layout" path="M -0.46736 0.92887 C -0.37517 0.88508 -0.02552 0.75279 0.0908 0.66613 C 0.20747 0.57948 0.21649 0.50394 0.23177 0.40825 C 0.24705 0.31256 0.22118 0.15964 0.18264 0.09152 C 0.1441 0.02341 0.03802 0 0 0 E">
                                      <p:cBhvr>
                                        <p:cTn id="257" dur="1000" fill="hold">
                                          <p:stCondLst>
                                            <p:cond delay="0"/>
                                          </p:stCondLst>
                                        </p:cTn>
                                        <p:tgtEl>
                                          <p:spTgt spid="128"/>
                                        </p:tgtEl>
                                      </p:cBhvr>
                                    </p:animMotion>
                                    <p:animEffect filter="fade" transition="in">
                                      <p:cBhvr additive="repl">
                                        <p:cTn id="258" dur="1000"/>
                                        <p:tgtEl>
                                          <p:spTgt spid="128"/>
                                        </p:tgtEl>
                                      </p:cBhvr>
                                    </p:animEffect>
                                  </p:childTnLst>
                                </p:cTn>
                              </p:par>
                            </p:childTnLst>
                          </p:cTn>
                        </p:par>
                      </p:childTnLst>
                    </p:cTn>
                  </p:par>
                  <p:par>
                    <p:cTn id="259" dur="indefinite" nodeType="clickEffect" fill="hold">
                      <p:stCondLst>
                        <p:cond delay="indefinite"/>
                      </p:stCondLst>
                      <p:childTnLst>
                        <p:par>
                          <p:cTn id="260" dur="indefinite" nodeType="withEffect" fill="hold">
                            <p:stCondLst>
                              <p:cond delay="0"/>
                            </p:stCondLst>
                            <p:childTnLst>
                              <p:par>
                                <p:cTn id="261" dur="indefinite" nodeType="clickEffect" fill="hold" presetClass="entr" presetID="3" presetSubtype="10">
                                  <p:stCondLst>
                                    <p:cond delay="0"/>
                                  </p:stCondLst>
                                  <p:childTnLst>
                                    <p:set>
                                      <p:cBhvr>
                                        <p:cTn id="262" dur="1" fill="hold">
                                          <p:stCondLst>
                                            <p:cond delay="0"/>
                                          </p:stCondLst>
                                        </p:cTn>
                                        <p:tgtEl>
                                          <p:spTgt spid="131"/>
                                        </p:tgtEl>
                                        <p:attrNameLst>
                                          <p:attrName>style.visibility</p:attrName>
                                        </p:attrNameLst>
                                      </p:cBhvr>
                                      <p:to>
                                        <p:strVal val="visible"/>
                                      </p:to>
                                    </p:set>
                                    <p:animEffect filter="blinds(horizontal)" transition="in">
                                      <p:cBhvr additive="repl">
                                        <p:cTn id="263" dur="500"/>
                                        <p:tgtEl>
                                          <p:spTgt spid="131"/>
                                        </p:tgtEl>
                                      </p:cBhvr>
                                    </p:animEffect>
                                  </p:childTnLst>
                                </p:cTn>
                              </p:par>
                            </p:childTnLst>
                          </p:cTn>
                        </p:par>
                      </p:childTnLst>
                    </p:cTn>
                  </p:par>
                  <p:par>
                    <p:cTn id="264" dur="indefinite" nodeType="clickEffect" fill="hold">
                      <p:stCondLst>
                        <p:cond delay="indefinite"/>
                      </p:stCondLst>
                      <p:childTnLst>
                        <p:par>
                          <p:cTn id="265" dur="indefinite" nodeType="withEffect" fill="hold">
                            <p:stCondLst>
                              <p:cond delay="0"/>
                            </p:stCondLst>
                            <p:childTnLst>
                              <p:par>
                                <p:cTn id="266" dur="indefinite" nodeType="clickEffect" fill="hold" presetClass="entr" presetID="52">
                                  <p:stCondLst>
                                    <p:cond delay="0"/>
                                  </p:stCondLst>
                                  <p:childTnLst>
                                    <p:set>
                                      <p:cBhvr>
                                        <p:cTn id="267" dur="1" fill="hold">
                                          <p:stCondLst>
                                            <p:cond delay="0"/>
                                          </p:stCondLst>
                                        </p:cTn>
                                        <p:tgtEl>
                                          <p:spTgt spid="129"/>
                                        </p:tgtEl>
                                        <p:attrNameLst>
                                          <p:attrName>style.visibility</p:attrName>
                                        </p:attrNameLst>
                                      </p:cBhvr>
                                      <p:to>
                                        <p:strVal val="visible"/>
                                      </p:to>
                                    </p:set>
                                    <p:animScale>
                                      <p:cBhvr>
                                        <p:cTn id="268" dur="1000" fill="hold">
                                          <p:stCondLst>
                                            <p:cond delay="0"/>
                                          </p:stCondLst>
                                        </p:cTn>
                                        <p:tgtEl>
                                          <p:spTgt spid="129"/>
                                        </p:tgtEl>
                                      </p:cBhvr>
                                      <p:from x="250000" y="250000"/>
                                      <p:to x="100000" y="100000"/>
                                    </p:animScale>
                                    <p:animMotion origin="layout" path="M -0.46736 0.92887 C -0.37517 0.88508 -0.02552 0.75279 0.0908 0.66613 C 0.20747 0.57948 0.21649 0.50394 0.23177 0.40825 C 0.24705 0.31256 0.22118 0.15964 0.18264 0.09152 C 0.1441 0.02341 0.03802 0 0 0 E">
                                      <p:cBhvr>
                                        <p:cTn id="269" dur="1000" fill="hold">
                                          <p:stCondLst>
                                            <p:cond delay="0"/>
                                          </p:stCondLst>
                                        </p:cTn>
                                        <p:tgtEl>
                                          <p:spTgt spid="129"/>
                                        </p:tgtEl>
                                      </p:cBhvr>
                                    </p:animMotion>
                                    <p:animEffect filter="fade" transition="in">
                                      <p:cBhvr additive="repl">
                                        <p:cTn id="270" dur="1000"/>
                                        <p:tgtEl>
                                          <p:spTgt spid="129"/>
                                        </p:tgtEl>
                                      </p:cBhvr>
                                    </p:animEffect>
                                  </p:childTnLst>
                                </p:cTn>
                              </p:par>
                            </p:childTnLst>
                          </p:cTn>
                        </p:par>
                      </p:childTnLst>
                    </p:cTn>
                  </p:par>
                  <p:par>
                    <p:cTn id="271" dur="indefinite" nodeType="clickEffect" fill="hold">
                      <p:stCondLst>
                        <p:cond delay="indefinite"/>
                      </p:stCondLst>
                      <p:childTnLst>
                        <p:par>
                          <p:cTn id="272" dur="indefinite" nodeType="withEffect" fill="hold">
                            <p:stCondLst>
                              <p:cond delay="0"/>
                            </p:stCondLst>
                            <p:childTnLst>
                              <p:par>
                                <p:cTn id="273" dur="indefinite" nodeType="clickEffect" fill="hold" presetClass="entr" presetID="3" presetSubtype="10">
                                  <p:stCondLst>
                                    <p:cond delay="0"/>
                                  </p:stCondLst>
                                  <p:childTnLst>
                                    <p:set>
                                      <p:cBhvr>
                                        <p:cTn id="274" dur="1" fill="hold">
                                          <p:stCondLst>
                                            <p:cond delay="0"/>
                                          </p:stCondLst>
                                        </p:cTn>
                                        <p:tgtEl>
                                          <p:spTgt spid="132"/>
                                        </p:tgtEl>
                                        <p:attrNameLst>
                                          <p:attrName>style.visibility</p:attrName>
                                        </p:attrNameLst>
                                      </p:cBhvr>
                                      <p:to>
                                        <p:strVal val="visible"/>
                                      </p:to>
                                    </p:set>
                                    <p:animEffect filter="blinds(horizontal)" transition="in">
                                      <p:cBhvr additive="repl">
                                        <p:cTn id="275" dur="500"/>
                                        <p:tgtEl>
                                          <p:spTgt spid="132"/>
                                        </p:tgtEl>
                                      </p:cBhvr>
                                    </p:animEffect>
                                  </p:childTnLst>
                                </p:cTn>
                              </p:par>
                            </p:childTnLst>
                          </p:cTn>
                        </p:par>
                      </p:childTnLst>
                    </p:cTn>
                  </p:par>
                  <p:par>
                    <p:cTn id="276" dur="indefinite" nodeType="clickEffect" fill="hold">
                      <p:stCondLst>
                        <p:cond delay="indefinite"/>
                      </p:stCondLst>
                      <p:childTnLst>
                        <p:par>
                          <p:cTn id="277" dur="indefinite" nodeType="withEffect" fill="hold">
                            <p:stCondLst>
                              <p:cond delay="0"/>
                            </p:stCondLst>
                            <p:childTnLst>
                              <p:par>
                                <p:cTn id="278" dur="indefinite" nodeType="clickEffect" fill="hold" presetClass="entr" presetID="52">
                                  <p:stCondLst>
                                    <p:cond delay="0"/>
                                  </p:stCondLst>
                                  <p:childTnLst>
                                    <p:set>
                                      <p:cBhvr>
                                        <p:cTn id="279" dur="1" fill="hold">
                                          <p:stCondLst>
                                            <p:cond delay="0"/>
                                          </p:stCondLst>
                                        </p:cTn>
                                        <p:tgtEl>
                                          <p:spTgt spid="130"/>
                                        </p:tgtEl>
                                        <p:attrNameLst>
                                          <p:attrName>style.visibility</p:attrName>
                                        </p:attrNameLst>
                                      </p:cBhvr>
                                      <p:to>
                                        <p:strVal val="visible"/>
                                      </p:to>
                                    </p:set>
                                    <p:animScale>
                                      <p:cBhvr>
                                        <p:cTn id="280" dur="1000" fill="hold">
                                          <p:stCondLst>
                                            <p:cond delay="0"/>
                                          </p:stCondLst>
                                        </p:cTn>
                                        <p:tgtEl>
                                          <p:spTgt spid="130"/>
                                        </p:tgtEl>
                                      </p:cBhvr>
                                      <p:from x="250000" y="250000"/>
                                      <p:to x="100000" y="100000"/>
                                    </p:animScale>
                                    <p:animMotion origin="layout" path="M -0.46736 0.92887 C -0.37517 0.88508 -0.02552 0.75279 0.0908 0.66613 C 0.20747 0.57948 0.21649 0.50394 0.23177 0.40825 C 0.24705 0.31256 0.22118 0.15964 0.18264 0.09152 C 0.1441 0.02341 0.03802 0 0 0 E">
                                      <p:cBhvr>
                                        <p:cTn id="281" dur="1000" fill="hold">
                                          <p:stCondLst>
                                            <p:cond delay="0"/>
                                          </p:stCondLst>
                                        </p:cTn>
                                        <p:tgtEl>
                                          <p:spTgt spid="130"/>
                                        </p:tgtEl>
                                      </p:cBhvr>
                                    </p:animMotion>
                                    <p:animEffect filter="fade" transition="in">
                                      <p:cBhvr additive="repl">
                                        <p:cTn id="282" dur="1000"/>
                                        <p:tgtEl>
                                          <p:spTgt spid="1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134" name=""/>
          <p:cNvSpPr/>
          <p:nvPr/>
        </p:nvSpPr>
        <p:spPr>
          <a:xfrm>
            <a:off x="7099200" y="6246720"/>
            <a:ext cx="2311560" cy="453960"/>
          </a:xfrm>
          <a:prstGeom prst="rect">
            <a:avLst/>
          </a:prstGeom>
          <a:noFill/>
          <a:ln w="0">
            <a:noFill/>
          </a:ln>
        </p:spPr>
        <p:style>
          <a:lnRef idx="0"/>
          <a:fillRef idx="0"/>
          <a:effectRef idx="0"/>
          <a:fontRef idx="minor"/>
        </p:style>
        <p:txBody>
          <a:bodyPr lIns="95760" rIns="95760" tIns="47880" bIns="47880" anchor="b">
            <a:noAutofit/>
          </a:bodyPr>
          <a:p>
            <a:pPr algn="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fld id="{585A49FD-97D9-4A7C-B021-124934844A62}" type="slidenum">
              <a:rPr b="0" lang="en-US" sz="1200" strike="noStrike" u="none">
                <a:solidFill>
                  <a:srgbClr val="ffffff"/>
                </a:solidFill>
                <a:effectLst/>
                <a:uFillTx/>
                <a:latin typeface="Arial"/>
              </a:rPr>
              <a:t>&lt;number&gt;</a:t>
            </a:fld>
            <a:endParaRPr b="0" lang="en-US" sz="1200" strike="noStrike" u="none">
              <a:solidFill>
                <a:srgbClr val="ffffff"/>
              </a:solidFill>
              <a:effectLst/>
              <a:uFillTx/>
              <a:latin typeface="VNI-Times"/>
            </a:endParaRPr>
          </a:p>
        </p:txBody>
      </p:sp>
      <p:sp>
        <p:nvSpPr>
          <p:cNvPr id="135" name=""/>
          <p:cNvSpPr/>
          <p:nvPr/>
        </p:nvSpPr>
        <p:spPr>
          <a:xfrm>
            <a:off x="152280" y="152280"/>
            <a:ext cx="9448920" cy="6324840"/>
          </a:xfrm>
          <a:prstGeom prst="rect">
            <a:avLst/>
          </a:prstGeom>
          <a:noFill/>
          <a:ln w="0">
            <a:noFill/>
          </a:ln>
        </p:spPr>
        <p:style>
          <a:lnRef idx="0"/>
          <a:fillRef idx="0"/>
          <a:effectRef idx="0"/>
          <a:fontRef idx="minor"/>
        </p:style>
        <p:txBody>
          <a:bodyPr lIns="95760" rIns="95760" tIns="47880" bIns="47880" anchor="t">
            <a:noAutofit/>
          </a:bodyPr>
          <a:p>
            <a:pPr marL="358920" indent="-358920">
              <a:lnSpc>
                <a:spcPct val="100000"/>
              </a:lnSpc>
              <a:spcBef>
                <a:spcPts val="513"/>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1900" strike="noStrike" u="none">
              <a:solidFill>
                <a:srgbClr val="ffffff"/>
              </a:solidFill>
              <a:effectLst/>
              <a:uFillTx/>
              <a:latin typeface="VNI-Times"/>
            </a:endParaRPr>
          </a:p>
          <a:p>
            <a:pPr marL="358920" indent="-358920">
              <a:lnSpc>
                <a:spcPct val="100000"/>
              </a:lnSpc>
              <a:spcBef>
                <a:spcPts val="513"/>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1900" strike="noStrike" u="none">
              <a:solidFill>
                <a:srgbClr val="ffffff"/>
              </a:solidFill>
              <a:effectLst/>
              <a:uFillTx/>
              <a:latin typeface="VNI-Times"/>
            </a:endParaRPr>
          </a:p>
        </p:txBody>
      </p:sp>
      <p:sp>
        <p:nvSpPr>
          <p:cNvPr id="136" name=""/>
          <p:cNvSpPr/>
          <p:nvPr/>
        </p:nvSpPr>
        <p:spPr>
          <a:xfrm>
            <a:off x="1447920" y="533520"/>
            <a:ext cx="7086600" cy="914400"/>
          </a:xfrm>
          <a:prstGeom prst="rect">
            <a:avLst/>
          </a:prstGeom>
          <a:solidFill>
            <a:srgbClr val="000080"/>
          </a:solidFill>
          <a:ln w="9360">
            <a:solidFill>
              <a:srgbClr val="ffffff"/>
            </a:solidFill>
            <a:round/>
          </a:ln>
        </p:spPr>
        <p:style>
          <a:lnRef idx="0"/>
          <a:fillRef idx="0"/>
          <a:effectRef idx="0"/>
          <a:fontRef idx="minor"/>
        </p:style>
        <p:txBody>
          <a:bodyPr lIns="90000" rIns="90000" tIns="46800" bIns="46800" anchor="t">
            <a:noAutofit/>
          </a:bodyPr>
          <a:p>
            <a:pPr algn="ctr">
              <a:lnSpc>
                <a:spcPct val="100000"/>
              </a:lnSpc>
              <a:spcBef>
                <a:spcPts val="88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1900" strike="noStrike" u="none">
                <a:solidFill>
                  <a:srgbClr val="ff0000"/>
                </a:solidFill>
                <a:effectLst/>
                <a:uFillTx/>
                <a:latin typeface="Times New Roman"/>
                <a:ea typeface="Times New Roman"/>
              </a:rPr>
              <a:t> </a:t>
            </a:r>
            <a:r>
              <a:rPr b="1" lang="pl-PL" sz="3400" strike="noStrike" u="none">
                <a:solidFill>
                  <a:srgbClr val="ffffff"/>
                </a:solidFill>
                <a:effectLst/>
                <a:uFillTx/>
                <a:latin typeface="Arial"/>
              </a:rPr>
              <a:t>3. Nội dung chính</a:t>
            </a:r>
            <a:endParaRPr b="0" lang="en-US" sz="3400" strike="noStrike" u="none">
              <a:solidFill>
                <a:srgbClr val="ffffff"/>
              </a:solidFill>
              <a:effectLst/>
              <a:uFillTx/>
              <a:latin typeface="VNI-Times"/>
            </a:endParaRPr>
          </a:p>
        </p:txBody>
      </p:sp>
      <p:sp>
        <p:nvSpPr>
          <p:cNvPr id="137" name=""/>
          <p:cNvSpPr/>
          <p:nvPr/>
        </p:nvSpPr>
        <p:spPr>
          <a:xfrm>
            <a:off x="0" y="2133720"/>
            <a:ext cx="1905120" cy="4343400"/>
          </a:xfrm>
          <a:prstGeom prst="rect">
            <a:avLst/>
          </a:prstGeom>
          <a:solidFill>
            <a:srgbClr val="c00000"/>
          </a:solidFill>
          <a:ln w="9360">
            <a:solidFill>
              <a:srgbClr val="ffffff"/>
            </a:solidFill>
            <a:round/>
          </a:ln>
        </p:spPr>
        <p:style>
          <a:lnRef idx="0"/>
          <a:fillRef idx="0"/>
          <a:effectRef idx="0"/>
          <a:fontRef idx="minor"/>
        </p:style>
        <p:txBody>
          <a:bodyPr lIns="90000" rIns="90000" tIns="46800" bIns="46800" anchor="t">
            <a:noAutofit/>
          </a:bodyPr>
          <a:p>
            <a:pPr algn="ct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3400" strike="noStrike" u="none">
                <a:solidFill>
                  <a:srgbClr val="ffffff"/>
                </a:solidFill>
                <a:effectLst/>
                <a:uFillTx/>
                <a:latin typeface="Arial"/>
              </a:rPr>
              <a:t>1. </a:t>
            </a:r>
            <a:r>
              <a:rPr b="0" lang="pl-PL" sz="3400" strike="noStrike" u="none">
                <a:solidFill>
                  <a:srgbClr val="ffffff"/>
                </a:solidFill>
                <a:effectLst/>
                <a:uFillTx/>
                <a:latin typeface="Arial"/>
              </a:rPr>
              <a:t>Khái quát về chủ nghĩa Mác-Lênin, </a:t>
            </a:r>
            <a:endParaRPr b="0" lang="en-US" sz="3400" strike="noStrike" u="none">
              <a:solidFill>
                <a:srgbClr val="ffffff"/>
              </a:solidFill>
              <a:effectLst/>
              <a:uFillTx/>
              <a:latin typeface="VNI-Times"/>
            </a:endParaRPr>
          </a:p>
          <a:p>
            <a:pPr algn="ct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3400" strike="noStrike" u="none">
              <a:solidFill>
                <a:srgbClr val="ffffff"/>
              </a:solidFill>
              <a:effectLst/>
              <a:uFillTx/>
              <a:latin typeface="VNI-Times"/>
            </a:endParaRPr>
          </a:p>
        </p:txBody>
      </p:sp>
      <p:sp>
        <p:nvSpPr>
          <p:cNvPr id="138" name=""/>
          <p:cNvSpPr/>
          <p:nvPr/>
        </p:nvSpPr>
        <p:spPr>
          <a:xfrm>
            <a:off x="2057400" y="2057400"/>
            <a:ext cx="1403280" cy="4419720"/>
          </a:xfrm>
          <a:prstGeom prst="rect">
            <a:avLst/>
          </a:prstGeom>
          <a:solidFill>
            <a:srgbClr val="3366ff"/>
          </a:solidFill>
          <a:ln w="9360">
            <a:solidFill>
              <a:srgbClr val="ffffff"/>
            </a:solidFill>
            <a:round/>
          </a:ln>
        </p:spPr>
        <p:style>
          <a:lnRef idx="0"/>
          <a:fillRef idx="0"/>
          <a:effectRef idx="0"/>
          <a:fontRef idx="minor"/>
        </p:style>
        <p:txBody>
          <a:bodyPr lIns="90000" rIns="90000" tIns="46800" bIns="46800" anchor="t">
            <a:noAutofit/>
          </a:bodyPr>
          <a:p>
            <a:pPr algn="ctr">
              <a:lnSpc>
                <a:spcPct val="100000"/>
              </a:lnSpc>
              <a:spcBef>
                <a:spcPts val="88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de-DE" sz="4000" strike="noStrike" u="none">
                <a:solidFill>
                  <a:srgbClr val="ffffff"/>
                </a:solidFill>
                <a:effectLst/>
                <a:uFillTx/>
                <a:latin typeface="Times New Roman"/>
                <a:ea typeface="Times New Roman"/>
              </a:rPr>
              <a:t>2.  </a:t>
            </a:r>
            <a:r>
              <a:rPr b="0" lang="pl-PL" sz="3400" strike="noStrike" u="none">
                <a:solidFill>
                  <a:srgbClr val="ffffff"/>
                </a:solidFill>
                <a:effectLst/>
                <a:uFillTx/>
                <a:latin typeface="Arial"/>
              </a:rPr>
              <a:t>Tư tưởng Hồ Chí Minh; </a:t>
            </a:r>
            <a:endParaRPr b="0" lang="en-US" sz="3400" strike="noStrike" u="none">
              <a:solidFill>
                <a:srgbClr val="ffffff"/>
              </a:solidFill>
              <a:effectLst/>
              <a:uFillTx/>
              <a:latin typeface="VNI-Times"/>
            </a:endParaRPr>
          </a:p>
        </p:txBody>
      </p:sp>
      <p:sp>
        <p:nvSpPr>
          <p:cNvPr id="139" name=""/>
          <p:cNvSpPr/>
          <p:nvPr/>
        </p:nvSpPr>
        <p:spPr>
          <a:xfrm>
            <a:off x="3638520" y="1987560"/>
            <a:ext cx="1905120" cy="4489560"/>
          </a:xfrm>
          <a:prstGeom prst="rect">
            <a:avLst/>
          </a:prstGeom>
          <a:solidFill>
            <a:srgbClr val="000080"/>
          </a:solidFill>
          <a:ln w="9360">
            <a:solidFill>
              <a:srgbClr val="ffffff"/>
            </a:solidFill>
            <a:round/>
          </a:ln>
        </p:spPr>
        <p:style>
          <a:lnRef idx="0"/>
          <a:fillRef idx="0"/>
          <a:effectRef idx="0"/>
          <a:fontRef idx="minor"/>
        </p:style>
        <p:txBody>
          <a:bodyPr lIns="90000" rIns="90000" tIns="46800" bIns="46800" anchor="t">
            <a:noAutofit/>
          </a:bodyPr>
          <a:p>
            <a:pPr algn="ct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3400" strike="noStrike" u="none">
                <a:solidFill>
                  <a:srgbClr val="ffffff"/>
                </a:solidFill>
                <a:effectLst/>
                <a:uFillTx/>
                <a:latin typeface="Arial"/>
              </a:rPr>
              <a:t>3. </a:t>
            </a:r>
            <a:r>
              <a:rPr b="0" lang="pl-PL" sz="3400" strike="noStrike" u="none">
                <a:solidFill>
                  <a:srgbClr val="ffffff"/>
                </a:solidFill>
                <a:effectLst/>
                <a:uFillTx/>
                <a:latin typeface="Arial"/>
              </a:rPr>
              <a:t>Những </a:t>
            </a:r>
            <a:endParaRPr b="0" lang="en-US" sz="3400" strike="noStrike" u="none">
              <a:solidFill>
                <a:srgbClr val="ffffff"/>
              </a:solidFill>
              <a:effectLst/>
              <a:uFillTx/>
              <a:latin typeface="VNI-Times"/>
            </a:endParaRPr>
          </a:p>
          <a:p>
            <a:pPr algn="ct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pl-PL" sz="3400" strike="noStrike" u="none">
                <a:solidFill>
                  <a:srgbClr val="ffffff"/>
                </a:solidFill>
                <a:effectLst/>
                <a:uFillTx/>
                <a:latin typeface="Arial"/>
              </a:rPr>
              <a:t>thành tựu của </a:t>
            </a:r>
            <a:r>
              <a:rPr b="0" lang="en-US" sz="3400" strike="noStrike" u="none">
                <a:solidFill>
                  <a:srgbClr val="ffffff"/>
                </a:solidFill>
                <a:effectLst/>
                <a:uFillTx/>
                <a:latin typeface="Arial"/>
              </a:rPr>
              <a:t>CMVN</a:t>
            </a:r>
            <a:endParaRPr b="0" lang="en-US" sz="3400" strike="noStrike" u="none">
              <a:solidFill>
                <a:srgbClr val="ffffff"/>
              </a:solidFill>
              <a:effectLst/>
              <a:uFillTx/>
              <a:latin typeface="VNI-Times"/>
            </a:endParaRPr>
          </a:p>
          <a:p>
            <a:pPr algn="ct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pl-PL" sz="3400" strike="noStrike" u="none">
                <a:solidFill>
                  <a:srgbClr val="ffffff"/>
                </a:solidFill>
                <a:effectLst/>
                <a:uFillTx/>
                <a:latin typeface="Arial"/>
              </a:rPr>
              <a:t>dưới sự</a:t>
            </a:r>
            <a:r>
              <a:rPr b="0" lang="en-US" sz="3400" strike="noStrike" u="none">
                <a:solidFill>
                  <a:srgbClr val="ffffff"/>
                </a:solidFill>
                <a:effectLst/>
                <a:uFillTx/>
                <a:latin typeface="Arial"/>
              </a:rPr>
              <a:t> LĐ của Đảng</a:t>
            </a:r>
            <a:endParaRPr b="0" lang="en-US" sz="3400" strike="noStrike" u="none">
              <a:solidFill>
                <a:srgbClr val="ffffff"/>
              </a:solidFill>
              <a:effectLst/>
              <a:uFillTx/>
              <a:latin typeface="VNI-Times"/>
            </a:endParaRPr>
          </a:p>
        </p:txBody>
      </p:sp>
      <p:cxnSp>
        <p:nvCxnSpPr>
          <p:cNvPr id="140" name=""/>
          <p:cNvCxnSpPr>
            <a:stCxn id="136" idx="2"/>
            <a:endCxn id="138" idx="0"/>
          </p:cNvCxnSpPr>
          <p:nvPr/>
        </p:nvCxnSpPr>
        <p:spPr>
          <a:xfrm flipH="1">
            <a:off x="2758680" y="1447560"/>
            <a:ext cx="2232720" cy="610200"/>
          </a:xfrm>
          <a:prstGeom prst="straightConnector1">
            <a:avLst/>
          </a:prstGeom>
          <a:ln w="38160">
            <a:solidFill>
              <a:srgbClr val="ffffff"/>
            </a:solidFill>
            <a:miter/>
            <a:tailEnd len="med" type="triangle" w="med"/>
          </a:ln>
        </p:spPr>
      </p:cxnSp>
      <p:cxnSp>
        <p:nvCxnSpPr>
          <p:cNvPr id="141" name=""/>
          <p:cNvCxnSpPr>
            <a:stCxn id="136" idx="2"/>
            <a:endCxn id="137" idx="0"/>
          </p:cNvCxnSpPr>
          <p:nvPr/>
        </p:nvCxnSpPr>
        <p:spPr>
          <a:xfrm flipH="1">
            <a:off x="952200" y="1447560"/>
            <a:ext cx="4039200" cy="686520"/>
          </a:xfrm>
          <a:prstGeom prst="straightConnector1">
            <a:avLst/>
          </a:prstGeom>
          <a:ln w="38160">
            <a:solidFill>
              <a:srgbClr val="ffffff"/>
            </a:solidFill>
            <a:miter/>
            <a:tailEnd len="med" type="triangle" w="med"/>
          </a:ln>
        </p:spPr>
      </p:cxnSp>
      <p:cxnSp>
        <p:nvCxnSpPr>
          <p:cNvPr id="142" name=""/>
          <p:cNvCxnSpPr>
            <a:stCxn id="136" idx="2"/>
            <a:endCxn id="139" idx="0"/>
          </p:cNvCxnSpPr>
          <p:nvPr/>
        </p:nvCxnSpPr>
        <p:spPr>
          <a:xfrm flipH="1">
            <a:off x="4590360" y="1447560"/>
            <a:ext cx="400680" cy="540360"/>
          </a:xfrm>
          <a:prstGeom prst="straightConnector1">
            <a:avLst/>
          </a:prstGeom>
          <a:ln w="38160">
            <a:solidFill>
              <a:srgbClr val="ffffff"/>
            </a:solidFill>
            <a:miter/>
            <a:tailEnd len="med" type="triangle" w="med"/>
          </a:ln>
        </p:spPr>
      </p:cxnSp>
      <p:sp>
        <p:nvSpPr>
          <p:cNvPr id="143" name=""/>
          <p:cNvSpPr/>
          <p:nvPr/>
        </p:nvSpPr>
        <p:spPr>
          <a:xfrm>
            <a:off x="5657760" y="1987560"/>
            <a:ext cx="1717920" cy="4489560"/>
          </a:xfrm>
          <a:prstGeom prst="rect">
            <a:avLst/>
          </a:prstGeom>
          <a:solidFill>
            <a:srgbClr val="3366ff"/>
          </a:solidFill>
          <a:ln w="9360">
            <a:solidFill>
              <a:srgbClr val="ffffff"/>
            </a:solidFill>
            <a:round/>
          </a:ln>
        </p:spPr>
        <p:style>
          <a:lnRef idx="0"/>
          <a:fillRef idx="0"/>
          <a:effectRef idx="0"/>
          <a:fontRef idx="minor"/>
        </p:style>
        <p:txBody>
          <a:bodyPr lIns="90000" rIns="90000" tIns="46800" bIns="46800" anchor="t">
            <a:noAutofit/>
          </a:bodyPr>
          <a:p>
            <a:pPr algn="ctr">
              <a:lnSpc>
                <a:spcPct val="100000"/>
              </a:lnSpc>
              <a:spcBef>
                <a:spcPts val="88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3400" strike="noStrike" u="none">
                <a:solidFill>
                  <a:srgbClr val="ffffff"/>
                </a:solidFill>
                <a:effectLst/>
                <a:uFillTx/>
                <a:latin typeface="Arial"/>
              </a:rPr>
              <a:t>4</a:t>
            </a:r>
            <a:r>
              <a:rPr b="0" lang="vi-VN" sz="3400" strike="noStrike" u="none">
                <a:solidFill>
                  <a:srgbClr val="ffffff"/>
                </a:solidFill>
                <a:effectLst/>
                <a:uFillTx/>
                <a:latin typeface="Arial"/>
              </a:rPr>
              <a:t>. Phát triển KT, VH, XH, con người ở VN</a:t>
            </a:r>
            <a:endParaRPr b="0" lang="en-US" sz="3400" strike="noStrike" u="none">
              <a:solidFill>
                <a:srgbClr val="ffffff"/>
              </a:solidFill>
              <a:effectLst/>
              <a:uFillTx/>
              <a:latin typeface="VNI-Times"/>
            </a:endParaRPr>
          </a:p>
        </p:txBody>
      </p:sp>
      <p:cxnSp>
        <p:nvCxnSpPr>
          <p:cNvPr id="144" name=""/>
          <p:cNvCxnSpPr>
            <a:stCxn id="136" idx="2"/>
            <a:endCxn id="143" idx="0"/>
          </p:cNvCxnSpPr>
          <p:nvPr/>
        </p:nvCxnSpPr>
        <p:spPr>
          <a:xfrm>
            <a:off x="4991040" y="1447560"/>
            <a:ext cx="1526400" cy="540360"/>
          </a:xfrm>
          <a:prstGeom prst="straightConnector1">
            <a:avLst/>
          </a:prstGeom>
          <a:ln w="38160">
            <a:solidFill>
              <a:srgbClr val="ffffff"/>
            </a:solidFill>
            <a:miter/>
            <a:tailEnd len="med" type="triangle" w="med"/>
          </a:ln>
        </p:spPr>
      </p:cxnSp>
      <p:sp>
        <p:nvSpPr>
          <p:cNvPr id="145" name=""/>
          <p:cNvSpPr/>
          <p:nvPr/>
        </p:nvSpPr>
        <p:spPr>
          <a:xfrm>
            <a:off x="7489800" y="2057400"/>
            <a:ext cx="2111400" cy="4489560"/>
          </a:xfrm>
          <a:prstGeom prst="rect">
            <a:avLst/>
          </a:prstGeom>
          <a:solidFill>
            <a:srgbClr val="000080"/>
          </a:solidFill>
          <a:ln w="9360">
            <a:solidFill>
              <a:srgbClr val="ff0000"/>
            </a:solidFill>
            <a:round/>
          </a:ln>
        </p:spPr>
        <p:style>
          <a:lnRef idx="0"/>
          <a:fillRef idx="0"/>
          <a:effectRef idx="0"/>
          <a:fontRef idx="minor"/>
        </p:style>
        <p:txBody>
          <a:bodyPr lIns="90000" rIns="90000" tIns="46800" bIns="46800" anchor="t">
            <a:noAutofit/>
          </a:bodyPr>
          <a:p>
            <a:pPr algn="ctr">
              <a:lnSpc>
                <a:spcPct val="100000"/>
              </a:lnSpc>
              <a:spcBef>
                <a:spcPts val="88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3400" strike="noStrike" u="none">
                <a:solidFill>
                  <a:srgbClr val="ffffff"/>
                </a:solidFill>
                <a:effectLst/>
                <a:uFillTx/>
                <a:latin typeface="Arial"/>
              </a:rPr>
              <a:t>5</a:t>
            </a:r>
            <a:r>
              <a:rPr b="0" lang="vi-VN" sz="3400" strike="noStrike" u="none">
                <a:solidFill>
                  <a:srgbClr val="ffffff"/>
                </a:solidFill>
                <a:effectLst/>
                <a:uFillTx/>
                <a:latin typeface="Arial"/>
              </a:rPr>
              <a:t>. Tu dưỡng, rèn luyện để trở thành người CD tốt, người LĐ tốt.</a:t>
            </a:r>
            <a:endParaRPr b="0" lang="en-US" sz="3400" strike="noStrike" u="none">
              <a:solidFill>
                <a:srgbClr val="ffffff"/>
              </a:solidFill>
              <a:effectLst/>
              <a:uFillTx/>
              <a:latin typeface="VNI-Times"/>
            </a:endParaRPr>
          </a:p>
        </p:txBody>
      </p:sp>
      <p:cxnSp>
        <p:nvCxnSpPr>
          <p:cNvPr id="146" name=""/>
          <p:cNvCxnSpPr>
            <a:stCxn id="136" idx="2"/>
            <a:endCxn id="145" idx="0"/>
          </p:cNvCxnSpPr>
          <p:nvPr/>
        </p:nvCxnSpPr>
        <p:spPr>
          <a:xfrm>
            <a:off x="4991040" y="1447560"/>
            <a:ext cx="3555360" cy="610200"/>
          </a:xfrm>
          <a:prstGeom prst="straightConnector1">
            <a:avLst/>
          </a:prstGeom>
          <a:ln w="38160">
            <a:solidFill>
              <a:srgbClr val="ffffff"/>
            </a:solidFill>
            <a:miter/>
            <a:tailEnd len="med" type="triangle" w="med"/>
          </a:ln>
        </p:spPr>
      </p:cxnSp>
    </p:spTree>
  </p:cSld>
  <p:timing>
    <p:tnLst>
      <p:par>
        <p:cTn id="283" dur="indefinite" restart="never" nodeType="tmRoot">
          <p:childTnLst>
            <p:seq>
              <p:cTn id="284" dur="indefinite" nodeType="mainSeq">
                <p:childTnLst>
                  <p:par>
                    <p:cTn id="285" dur="indefinite" nodeType="clickEffect" fill="hold">
                      <p:stCondLst>
                        <p:cond delay="indefinite"/>
                      </p:stCondLst>
                      <p:childTnLst>
                        <p:par>
                          <p:cTn id="286" dur="indefinite" nodeType="withEffect" fill="hold">
                            <p:stCondLst>
                              <p:cond delay="0"/>
                            </p:stCondLst>
                            <p:childTnLst>
                              <p:par>
                                <p:cTn id="287" dur="indefinite" nodeType="clickEffect" fill="hold" presetClass="entr" presetID="39">
                                  <p:stCondLst>
                                    <p:cond delay="0"/>
                                  </p:stCondLst>
                                  <p:childTnLst>
                                    <p:set>
                                      <p:cBhvr>
                                        <p:cTn id="288" dur="1" fill="hold">
                                          <p:stCondLst>
                                            <p:cond delay="0"/>
                                          </p:stCondLst>
                                        </p:cTn>
                                        <p:tgtEl>
                                          <p:spTgt spid="136"/>
                                        </p:tgtEl>
                                        <p:attrNameLst>
                                          <p:attrName>style.visibility</p:attrName>
                                        </p:attrNameLst>
                                      </p:cBhvr>
                                      <p:to>
                                        <p:strVal val="visible"/>
                                      </p:to>
                                    </p:set>
                                    <p:anim calcmode="lin" valueType="num">
                                      <p:cBhvr additive="repl">
                                        <p:cTn id="289" dur="500" fill="hold"/>
                                        <p:tgtEl>
                                          <p:spTgt spid="136"/>
                                        </p:tgtEl>
                                        <p:attrNameLst>
                                          <p:attrName>ppt_h</p:attrName>
                                        </p:attrNameLst>
                                      </p:cBhvr>
                                      <p:tavLst>
                                        <p:tav tm="0">
                                          <p:val>
                                            <p:strVal val="#ppt_h/20"/>
                                          </p:val>
                                        </p:tav>
                                        <p:tav tm="50000">
                                          <p:val>
                                            <p:strVal val="#ppt_h/20"/>
                                          </p:val>
                                        </p:tav>
                                        <p:tav tm="100000">
                                          <p:val>
                                            <p:strVal val="#ppt_h"/>
                                          </p:val>
                                        </p:tav>
                                      </p:tavLst>
                                    </p:anim>
                                    <p:anim calcmode="lin" valueType="num">
                                      <p:cBhvr additive="repl">
                                        <p:cTn id="290" dur="500" fill="hold"/>
                                        <p:tgtEl>
                                          <p:spTgt spid="136"/>
                                        </p:tgtEl>
                                        <p:attrNameLst>
                                          <p:attrName>ppt_w</p:attrName>
                                        </p:attrNameLst>
                                      </p:cBhvr>
                                      <p:tavLst>
                                        <p:tav tm="0">
                                          <p:val>
                                            <p:strVal val="#ppt_w+.3"/>
                                          </p:val>
                                        </p:tav>
                                        <p:tav tm="50000">
                                          <p:val>
                                            <p:strVal val="#ppt_w+.3"/>
                                          </p:val>
                                        </p:tav>
                                        <p:tav tm="100000">
                                          <p:val>
                                            <p:strVal val="#ppt_w"/>
                                          </p:val>
                                        </p:tav>
                                      </p:tavLst>
                                    </p:anim>
                                    <p:anim calcmode="lin" valueType="num">
                                      <p:cBhvr additive="repl">
                                        <p:cTn id="291" dur="500" fill="hold"/>
                                        <p:tgtEl>
                                          <p:spTgt spid="136"/>
                                        </p:tgtEl>
                                        <p:attrNameLst>
                                          <p:attrName>ppt_x</p:attrName>
                                        </p:attrNameLst>
                                      </p:cBhvr>
                                      <p:tavLst>
                                        <p:tav tm="0">
                                          <p:val>
                                            <p:strVal val="#ppt_x-.3"/>
                                          </p:val>
                                        </p:tav>
                                        <p:tav tm="50000">
                                          <p:val>
                                            <p:strVal val="#ppt_x"/>
                                          </p:val>
                                        </p:tav>
                                        <p:tav tm="100000">
                                          <p:val>
                                            <p:strVal val="#ppt_x"/>
                                          </p:val>
                                        </p:tav>
                                      </p:tavLst>
                                    </p:anim>
                                    <p:anim calcmode="lin" valueType="num">
                                      <p:cBhvr additive="repl">
                                        <p:cTn id="292" dur="500" fill="hold"/>
                                        <p:tgtEl>
                                          <p:spTgt spid="136"/>
                                        </p:tgtEl>
                                        <p:attrNameLst>
                                          <p:attrName>ppt_y</p:attrName>
                                        </p:attrNameLst>
                                      </p:cBhvr>
                                      <p:tavLst>
                                        <p:tav tm="0">
                                          <p:val>
                                            <p:strVal val="#ppt_y"/>
                                          </p:val>
                                        </p:tav>
                                        <p:tav tm="100000">
                                          <p:val>
                                            <p:strVal val="#ppt_y"/>
                                          </p:val>
                                        </p:tav>
                                      </p:tavLst>
                                    </p:anim>
                                  </p:childTnLst>
                                </p:cTn>
                              </p:par>
                            </p:childTnLst>
                          </p:cTn>
                        </p:par>
                      </p:childTnLst>
                    </p:cTn>
                  </p:par>
                  <p:par>
                    <p:cTn id="293" dur="indefinite" nodeType="clickEffect" fill="hold">
                      <p:stCondLst>
                        <p:cond delay="indefinite"/>
                      </p:stCondLst>
                      <p:childTnLst>
                        <p:par>
                          <p:cTn id="294" dur="indefinite" nodeType="withEffect" fill="hold">
                            <p:stCondLst>
                              <p:cond delay="0"/>
                            </p:stCondLst>
                            <p:childTnLst>
                              <p:par>
                                <p:cTn id="295" dur="indefinite" nodeType="clickEffect" fill="hold" presetClass="entr" presetID="3" presetSubtype="10">
                                  <p:stCondLst>
                                    <p:cond delay="0"/>
                                  </p:stCondLst>
                                  <p:childTnLst>
                                    <p:set>
                                      <p:cBhvr>
                                        <p:cTn id="296" dur="1" fill="hold">
                                          <p:stCondLst>
                                            <p:cond delay="0"/>
                                          </p:stCondLst>
                                        </p:cTn>
                                        <p:tgtEl>
                                          <p:spTgt spid="141"/>
                                        </p:tgtEl>
                                        <p:attrNameLst>
                                          <p:attrName>style.visibility</p:attrName>
                                        </p:attrNameLst>
                                      </p:cBhvr>
                                      <p:to>
                                        <p:strVal val="visible"/>
                                      </p:to>
                                    </p:set>
                                    <p:animEffect filter="blinds(horizontal)" transition="in">
                                      <p:cBhvr additive="repl">
                                        <p:cTn id="297" dur="500"/>
                                        <p:tgtEl>
                                          <p:spTgt spid="141"/>
                                        </p:tgtEl>
                                      </p:cBhvr>
                                    </p:animEffect>
                                  </p:childTnLst>
                                </p:cTn>
                              </p:par>
                            </p:childTnLst>
                          </p:cTn>
                        </p:par>
                      </p:childTnLst>
                    </p:cTn>
                  </p:par>
                  <p:par>
                    <p:cTn id="298" dur="indefinite" nodeType="clickEffect" fill="hold">
                      <p:stCondLst>
                        <p:cond delay="indefinite"/>
                      </p:stCondLst>
                      <p:childTnLst>
                        <p:par>
                          <p:cTn id="299" dur="indefinite" nodeType="withEffect" fill="hold">
                            <p:stCondLst>
                              <p:cond delay="0"/>
                            </p:stCondLst>
                            <p:childTnLst>
                              <p:par>
                                <p:cTn id="300" dur="indefinite" nodeType="clickEffect" fill="hold" presetClass="entr" presetID="52">
                                  <p:stCondLst>
                                    <p:cond delay="0"/>
                                  </p:stCondLst>
                                  <p:childTnLst>
                                    <p:set>
                                      <p:cBhvr>
                                        <p:cTn id="301" dur="1" fill="hold">
                                          <p:stCondLst>
                                            <p:cond delay="0"/>
                                          </p:stCondLst>
                                        </p:cTn>
                                        <p:tgtEl>
                                          <p:spTgt spid="137"/>
                                        </p:tgtEl>
                                        <p:attrNameLst>
                                          <p:attrName>style.visibility</p:attrName>
                                        </p:attrNameLst>
                                      </p:cBhvr>
                                      <p:to>
                                        <p:strVal val="visible"/>
                                      </p:to>
                                    </p:set>
                                    <p:animScale>
                                      <p:cBhvr>
                                        <p:cTn id="302" dur="1000" fill="hold">
                                          <p:stCondLst>
                                            <p:cond delay="0"/>
                                          </p:stCondLst>
                                        </p:cTn>
                                        <p:tgtEl>
                                          <p:spTgt spid="137"/>
                                        </p:tgtEl>
                                      </p:cBhvr>
                                      <p:from x="250000" y="250000"/>
                                      <p:to x="100000" y="100000"/>
                                    </p:animScale>
                                    <p:animMotion origin="layout" path="M -0.46736 0.92887 C -0.37517 0.88508 -0.02552 0.75279 0.0908 0.66613 C 0.20747 0.57948 0.21649 0.50394 0.23177 0.40825 C 0.24705 0.31256 0.22118 0.15964 0.18264 0.09152 C 0.1441 0.02341 0.03802 0 0 0 E">
                                      <p:cBhvr>
                                        <p:cTn id="303" dur="1000" fill="hold">
                                          <p:stCondLst>
                                            <p:cond delay="0"/>
                                          </p:stCondLst>
                                        </p:cTn>
                                        <p:tgtEl>
                                          <p:spTgt spid="137"/>
                                        </p:tgtEl>
                                      </p:cBhvr>
                                    </p:animMotion>
                                    <p:animEffect filter="fade" transition="in">
                                      <p:cBhvr additive="repl">
                                        <p:cTn id="304" dur="1000"/>
                                        <p:tgtEl>
                                          <p:spTgt spid="137"/>
                                        </p:tgtEl>
                                      </p:cBhvr>
                                    </p:animEffect>
                                  </p:childTnLst>
                                </p:cTn>
                              </p:par>
                            </p:childTnLst>
                          </p:cTn>
                        </p:par>
                      </p:childTnLst>
                    </p:cTn>
                  </p:par>
                  <p:par>
                    <p:cTn id="305" dur="indefinite" nodeType="clickEffect" fill="hold">
                      <p:stCondLst>
                        <p:cond delay="indefinite"/>
                      </p:stCondLst>
                      <p:childTnLst>
                        <p:par>
                          <p:cTn id="306" dur="indefinite" nodeType="withEffect" fill="hold">
                            <p:stCondLst>
                              <p:cond delay="0"/>
                            </p:stCondLst>
                            <p:childTnLst>
                              <p:par>
                                <p:cTn id="307" dur="indefinite" nodeType="clickEffect" fill="hold" presetClass="entr" presetID="3" presetSubtype="10">
                                  <p:stCondLst>
                                    <p:cond delay="0"/>
                                  </p:stCondLst>
                                  <p:childTnLst>
                                    <p:set>
                                      <p:cBhvr>
                                        <p:cTn id="308" dur="1" fill="hold">
                                          <p:stCondLst>
                                            <p:cond delay="0"/>
                                          </p:stCondLst>
                                        </p:cTn>
                                        <p:tgtEl>
                                          <p:spTgt spid="140"/>
                                        </p:tgtEl>
                                        <p:attrNameLst>
                                          <p:attrName>style.visibility</p:attrName>
                                        </p:attrNameLst>
                                      </p:cBhvr>
                                      <p:to>
                                        <p:strVal val="visible"/>
                                      </p:to>
                                    </p:set>
                                    <p:animEffect filter="blinds(horizontal)" transition="in">
                                      <p:cBhvr additive="repl">
                                        <p:cTn id="309" dur="500"/>
                                        <p:tgtEl>
                                          <p:spTgt spid="140"/>
                                        </p:tgtEl>
                                      </p:cBhvr>
                                    </p:animEffect>
                                  </p:childTnLst>
                                </p:cTn>
                              </p:par>
                            </p:childTnLst>
                          </p:cTn>
                        </p:par>
                      </p:childTnLst>
                    </p:cTn>
                  </p:par>
                  <p:par>
                    <p:cTn id="310" dur="indefinite" nodeType="clickEffect" fill="hold">
                      <p:stCondLst>
                        <p:cond delay="indefinite"/>
                      </p:stCondLst>
                      <p:childTnLst>
                        <p:par>
                          <p:cTn id="311" dur="indefinite" nodeType="withEffect" fill="hold">
                            <p:stCondLst>
                              <p:cond delay="0"/>
                            </p:stCondLst>
                            <p:childTnLst>
                              <p:par>
                                <p:cTn id="312" dur="indefinite" nodeType="clickEffect" fill="hold" presetClass="entr" presetID="52">
                                  <p:stCondLst>
                                    <p:cond delay="0"/>
                                  </p:stCondLst>
                                  <p:childTnLst>
                                    <p:set>
                                      <p:cBhvr>
                                        <p:cTn id="313" dur="1" fill="hold">
                                          <p:stCondLst>
                                            <p:cond delay="0"/>
                                          </p:stCondLst>
                                        </p:cTn>
                                        <p:tgtEl>
                                          <p:spTgt spid="138"/>
                                        </p:tgtEl>
                                        <p:attrNameLst>
                                          <p:attrName>style.visibility</p:attrName>
                                        </p:attrNameLst>
                                      </p:cBhvr>
                                      <p:to>
                                        <p:strVal val="visible"/>
                                      </p:to>
                                    </p:set>
                                    <p:animScale>
                                      <p:cBhvr>
                                        <p:cTn id="314" dur="1000" fill="hold">
                                          <p:stCondLst>
                                            <p:cond delay="0"/>
                                          </p:stCondLst>
                                        </p:cTn>
                                        <p:tgtEl>
                                          <p:spTgt spid="138"/>
                                        </p:tgtEl>
                                      </p:cBhvr>
                                      <p:from x="250000" y="250000"/>
                                      <p:to x="100000" y="100000"/>
                                    </p:animScale>
                                    <p:animMotion origin="layout" path="M -0.46736 0.92887 C -0.37517 0.88508 -0.02552 0.75279 0.0908 0.66613 C 0.20747 0.57948 0.21649 0.50394 0.23177 0.40825 C 0.24705 0.31256 0.22118 0.15964 0.18264 0.09152 C 0.1441 0.02341 0.03802 0 0 0 E">
                                      <p:cBhvr>
                                        <p:cTn id="315" dur="1000" fill="hold">
                                          <p:stCondLst>
                                            <p:cond delay="0"/>
                                          </p:stCondLst>
                                        </p:cTn>
                                        <p:tgtEl>
                                          <p:spTgt spid="138"/>
                                        </p:tgtEl>
                                      </p:cBhvr>
                                    </p:animMotion>
                                    <p:animEffect filter="fade" transition="in">
                                      <p:cBhvr additive="repl">
                                        <p:cTn id="316" dur="1000"/>
                                        <p:tgtEl>
                                          <p:spTgt spid="138"/>
                                        </p:tgtEl>
                                      </p:cBhvr>
                                    </p:animEffect>
                                  </p:childTnLst>
                                </p:cTn>
                              </p:par>
                            </p:childTnLst>
                          </p:cTn>
                        </p:par>
                      </p:childTnLst>
                    </p:cTn>
                  </p:par>
                  <p:par>
                    <p:cTn id="317" dur="indefinite" nodeType="clickEffect" fill="hold">
                      <p:stCondLst>
                        <p:cond delay="indefinite"/>
                      </p:stCondLst>
                      <p:childTnLst>
                        <p:par>
                          <p:cTn id="318" dur="indefinite" nodeType="withEffect" fill="hold">
                            <p:stCondLst>
                              <p:cond delay="0"/>
                            </p:stCondLst>
                            <p:childTnLst>
                              <p:par>
                                <p:cTn id="319" dur="indefinite" nodeType="clickEffect" fill="hold" presetClass="entr" presetID="3" presetSubtype="10">
                                  <p:stCondLst>
                                    <p:cond delay="0"/>
                                  </p:stCondLst>
                                  <p:childTnLst>
                                    <p:set>
                                      <p:cBhvr>
                                        <p:cTn id="320" dur="1" fill="hold">
                                          <p:stCondLst>
                                            <p:cond delay="0"/>
                                          </p:stCondLst>
                                        </p:cTn>
                                        <p:tgtEl>
                                          <p:spTgt spid="142"/>
                                        </p:tgtEl>
                                        <p:attrNameLst>
                                          <p:attrName>style.visibility</p:attrName>
                                        </p:attrNameLst>
                                      </p:cBhvr>
                                      <p:to>
                                        <p:strVal val="visible"/>
                                      </p:to>
                                    </p:set>
                                    <p:animEffect filter="blinds(horizontal)" transition="in">
                                      <p:cBhvr additive="repl">
                                        <p:cTn id="321" dur="500"/>
                                        <p:tgtEl>
                                          <p:spTgt spid="142"/>
                                        </p:tgtEl>
                                      </p:cBhvr>
                                    </p:animEffect>
                                  </p:childTnLst>
                                </p:cTn>
                              </p:par>
                            </p:childTnLst>
                          </p:cTn>
                        </p:par>
                      </p:childTnLst>
                    </p:cTn>
                  </p:par>
                  <p:par>
                    <p:cTn id="322" dur="indefinite" nodeType="clickEffect" fill="hold">
                      <p:stCondLst>
                        <p:cond delay="indefinite"/>
                      </p:stCondLst>
                      <p:childTnLst>
                        <p:par>
                          <p:cTn id="323" dur="indefinite" nodeType="withEffect" fill="hold">
                            <p:stCondLst>
                              <p:cond delay="0"/>
                            </p:stCondLst>
                            <p:childTnLst>
                              <p:par>
                                <p:cTn id="324" nodeType="clickEffect" fill="hold" presetClass="entr" presetID="38">
                                  <p:stCondLst>
                                    <p:cond delay="0"/>
                                  </p:stCondLst>
                                  <p:iterate type="lt">
                                    <p:tmAbs val="500"/>
                                  </p:iterate>
                                  <p:childTnLst>
                                    <p:set>
                                      <p:cBhvr>
                                        <p:cTn id="325" dur="1" fill="hold">
                                          <p:stCondLst>
                                            <p:cond delay="0"/>
                                          </p:stCondLst>
                                        </p:cTn>
                                        <p:tgtEl>
                                          <p:spTgt spid="139"/>
                                        </p:tgtEl>
                                        <p:attrNameLst>
                                          <p:attrName>style.visibility</p:attrName>
                                        </p:attrNameLst>
                                      </p:cBhvr>
                                      <p:to>
                                        <p:strVal val="visible"/>
                                      </p:to>
                                    </p:set>
                                    <p:set>
                                      <p:cBhvr>
                                        <p:cTn id="326" dur="455" fill="hold">
                                          <p:stCondLst>
                                            <p:cond delay="0"/>
                                          </p:stCondLst>
                                        </p:cTn>
                                        <p:tgtEl>
                                          <p:spTgt spid="139"/>
                                        </p:tgtEl>
                                        <p:attrNameLst>
                                          <p:attrName>r</p:attrName>
                                        </p:attrNameLst>
                                      </p:cBhvr>
                                      <p:to>
                                        <p:strVal val="-45"/>
                                      </p:to>
                                    </p:set>
                                    <p:anim calcmode="lin" valueType="num">
                                      <p:cBhvr additive="repl">
                                        <p:cTn id="327" dur="455" fill="hold">
                                          <p:stCondLst>
                                            <p:cond delay="455"/>
                                          </p:stCondLst>
                                        </p:cTn>
                                        <p:tgtEl>
                                          <p:spTgt spid="139"/>
                                        </p:tgtEl>
                                        <p:attrNameLst>
                                          <p:attrName>r</p:attrName>
                                        </p:attrNameLst>
                                      </p:cBhvr>
                                      <p:tavLst>
                                        <p:tav tm="0">
                                          <p:val>
                                            <p:strVal val="-45"/>
                                          </p:val>
                                        </p:tav>
                                        <p:tav tm="69900">
                                          <p:val>
                                            <p:strVal val="45"/>
                                          </p:val>
                                        </p:tav>
                                        <p:tav tm="100000">
                                          <p:val>
                                            <p:strVal val="0"/>
                                          </p:val>
                                        </p:tav>
                                      </p:tavLst>
                                    </p:anim>
                                    <p:anim calcmode="lin" valueType="num">
                                      <p:cBhvr additive="repl">
                                        <p:cTn id="328" dur="455" fill="hold">
                                          <p:stCondLst>
                                            <p:cond delay="0"/>
                                          </p:stCondLst>
                                        </p:cTn>
                                        <p:tgtEl>
                                          <p:spTgt spid="139"/>
                                        </p:tgtEl>
                                        <p:attrNameLst>
                                          <p:attrName>ppt_y</p:attrName>
                                        </p:attrNameLst>
                                      </p:cBhvr>
                                      <p:tavLst>
                                        <p:tav tm="0">
                                          <p:val>
                                            <p:strVal val="#ppt_y-1"/>
                                          </p:val>
                                        </p:tav>
                                        <p:tav tm="100000">
                                          <p:val>
                                            <p:strVal val="#ppt_y-(0.354*#ppt_w-0.172*#ppt_h)"/>
                                          </p:val>
                                        </p:tav>
                                      </p:tavLst>
                                    </p:anim>
                                    <p:anim calcmode="lin" valueType="num">
                                      <p:cBhvr additive="repl">
                                        <p:cTn id="329" dur="156" autoRev="1" fill="hold">
                                          <p:stCondLst>
                                            <p:cond delay="455"/>
                                          </p:stCondLst>
                                        </p:cTn>
                                        <p:tgtEl>
                                          <p:spTgt spid="139"/>
                                        </p:tgtEl>
                                        <p:attrNameLst>
                                          <p:attrName>ppt_y</p:attrName>
                                        </p:attrNameLst>
                                      </p:cBhvr>
                                      <p:tavLst>
                                        <p:tav tm="0">
                                          <p:val>
                                            <p:strVal val="#ppt_y-(0.354*#ppt_w-0.172*#ppt_h)"/>
                                          </p:val>
                                        </p:tav>
                                        <p:tav tm="100000">
                                          <p:val>
                                            <p:strVal val="#ppt_y-(0.354*#ppt_w-0.172*#ppt_h)-#ppt_h/2"/>
                                          </p:val>
                                        </p:tav>
                                      </p:tavLst>
                                    </p:anim>
                                    <p:anim calcmode="lin" valueType="num">
                                      <p:cBhvr additive="repl">
                                        <p:cTn id="330" dur="136" fill="hold">
                                          <p:stCondLst>
                                            <p:cond delay="864"/>
                                          </p:stCondLst>
                                        </p:cTn>
                                        <p:tgtEl>
                                          <p:spTgt spid="139"/>
                                        </p:tgtEl>
                                        <p:attrNameLst>
                                          <p:attrName>ppt_y</p:attrName>
                                        </p:attrNameLst>
                                      </p:cBhvr>
                                      <p:tavLst>
                                        <p:tav tm="0">
                                          <p:val>
                                            <p:strVal val="#ppt_y-(0.354*#ppt_w-0.172*#ppt_h)"/>
                                          </p:val>
                                        </p:tav>
                                        <p:tav tm="100000">
                                          <p:val>
                                            <p:strVal val="#ppt_y"/>
                                          </p:val>
                                        </p:tav>
                                      </p:tavLst>
                                    </p:anim>
                                  </p:childTnLst>
                                </p:cTn>
                              </p:par>
                            </p:childTnLst>
                          </p:cTn>
                        </p:par>
                      </p:childTnLst>
                    </p:cTn>
                  </p:par>
                  <p:par>
                    <p:cTn id="331" dur="indefinite" nodeType="clickEffect" fill="hold">
                      <p:stCondLst>
                        <p:cond delay="indefinite"/>
                      </p:stCondLst>
                      <p:childTnLst>
                        <p:par>
                          <p:cTn id="332" dur="indefinite" nodeType="withEffect" fill="hold">
                            <p:stCondLst>
                              <p:cond delay="0"/>
                            </p:stCondLst>
                            <p:childTnLst>
                              <p:par>
                                <p:cTn id="333" dur="indefinite" nodeType="clickEffect" fill="hold" presetClass="entr" presetID="3" presetSubtype="10">
                                  <p:stCondLst>
                                    <p:cond delay="0"/>
                                  </p:stCondLst>
                                  <p:childTnLst>
                                    <p:set>
                                      <p:cBhvr>
                                        <p:cTn id="334" dur="1" fill="hold">
                                          <p:stCondLst>
                                            <p:cond delay="0"/>
                                          </p:stCondLst>
                                        </p:cTn>
                                        <p:tgtEl>
                                          <p:spTgt spid="144"/>
                                        </p:tgtEl>
                                        <p:attrNameLst>
                                          <p:attrName>style.visibility</p:attrName>
                                        </p:attrNameLst>
                                      </p:cBhvr>
                                      <p:to>
                                        <p:strVal val="visible"/>
                                      </p:to>
                                    </p:set>
                                    <p:animEffect filter="blinds(horizontal)" transition="in">
                                      <p:cBhvr additive="repl">
                                        <p:cTn id="335" dur="500"/>
                                        <p:tgtEl>
                                          <p:spTgt spid="144"/>
                                        </p:tgtEl>
                                      </p:cBhvr>
                                    </p:animEffect>
                                  </p:childTnLst>
                                </p:cTn>
                              </p:par>
                            </p:childTnLst>
                          </p:cTn>
                        </p:par>
                      </p:childTnLst>
                    </p:cTn>
                  </p:par>
                  <p:par>
                    <p:cTn id="336" dur="indefinite" nodeType="clickEffect" fill="hold">
                      <p:stCondLst>
                        <p:cond delay="indefinite"/>
                      </p:stCondLst>
                      <p:childTnLst>
                        <p:par>
                          <p:cTn id="337" dur="indefinite" nodeType="withEffect" fill="hold">
                            <p:stCondLst>
                              <p:cond delay="0"/>
                            </p:stCondLst>
                            <p:childTnLst>
                              <p:par>
                                <p:cTn id="338" nodeType="clickEffect" fill="hold" presetClass="entr" presetID="38">
                                  <p:stCondLst>
                                    <p:cond delay="0"/>
                                  </p:stCondLst>
                                  <p:iterate type="lt">
                                    <p:tmAbs val="500"/>
                                  </p:iterate>
                                  <p:childTnLst>
                                    <p:set>
                                      <p:cBhvr>
                                        <p:cTn id="339" dur="1" fill="hold">
                                          <p:stCondLst>
                                            <p:cond delay="0"/>
                                          </p:stCondLst>
                                        </p:cTn>
                                        <p:tgtEl>
                                          <p:spTgt spid="143"/>
                                        </p:tgtEl>
                                        <p:attrNameLst>
                                          <p:attrName>style.visibility</p:attrName>
                                        </p:attrNameLst>
                                      </p:cBhvr>
                                      <p:to>
                                        <p:strVal val="visible"/>
                                      </p:to>
                                    </p:set>
                                    <p:set>
                                      <p:cBhvr>
                                        <p:cTn id="340" dur="455" fill="hold">
                                          <p:stCondLst>
                                            <p:cond delay="0"/>
                                          </p:stCondLst>
                                        </p:cTn>
                                        <p:tgtEl>
                                          <p:spTgt spid="143"/>
                                        </p:tgtEl>
                                        <p:attrNameLst>
                                          <p:attrName>r</p:attrName>
                                        </p:attrNameLst>
                                      </p:cBhvr>
                                      <p:to>
                                        <p:strVal val="-45"/>
                                      </p:to>
                                    </p:set>
                                    <p:anim calcmode="lin" valueType="num">
                                      <p:cBhvr additive="repl">
                                        <p:cTn id="341" dur="455" fill="hold">
                                          <p:stCondLst>
                                            <p:cond delay="455"/>
                                          </p:stCondLst>
                                        </p:cTn>
                                        <p:tgtEl>
                                          <p:spTgt spid="143"/>
                                        </p:tgtEl>
                                        <p:attrNameLst>
                                          <p:attrName>r</p:attrName>
                                        </p:attrNameLst>
                                      </p:cBhvr>
                                      <p:tavLst>
                                        <p:tav tm="0">
                                          <p:val>
                                            <p:strVal val="-45"/>
                                          </p:val>
                                        </p:tav>
                                        <p:tav tm="69900">
                                          <p:val>
                                            <p:strVal val="45"/>
                                          </p:val>
                                        </p:tav>
                                        <p:tav tm="100000">
                                          <p:val>
                                            <p:strVal val="0"/>
                                          </p:val>
                                        </p:tav>
                                      </p:tavLst>
                                    </p:anim>
                                    <p:anim calcmode="lin" valueType="num">
                                      <p:cBhvr additive="repl">
                                        <p:cTn id="342" dur="455" fill="hold">
                                          <p:stCondLst>
                                            <p:cond delay="0"/>
                                          </p:stCondLst>
                                        </p:cTn>
                                        <p:tgtEl>
                                          <p:spTgt spid="143"/>
                                        </p:tgtEl>
                                        <p:attrNameLst>
                                          <p:attrName>ppt_y</p:attrName>
                                        </p:attrNameLst>
                                      </p:cBhvr>
                                      <p:tavLst>
                                        <p:tav tm="0">
                                          <p:val>
                                            <p:strVal val="#ppt_y-1"/>
                                          </p:val>
                                        </p:tav>
                                        <p:tav tm="100000">
                                          <p:val>
                                            <p:strVal val="#ppt_y-(0.354*#ppt_w-0.172*#ppt_h)"/>
                                          </p:val>
                                        </p:tav>
                                      </p:tavLst>
                                    </p:anim>
                                    <p:anim calcmode="lin" valueType="num">
                                      <p:cBhvr additive="repl">
                                        <p:cTn id="343" dur="156" autoRev="1" fill="hold">
                                          <p:stCondLst>
                                            <p:cond delay="455"/>
                                          </p:stCondLst>
                                        </p:cTn>
                                        <p:tgtEl>
                                          <p:spTgt spid="143"/>
                                        </p:tgtEl>
                                        <p:attrNameLst>
                                          <p:attrName>ppt_y</p:attrName>
                                        </p:attrNameLst>
                                      </p:cBhvr>
                                      <p:tavLst>
                                        <p:tav tm="0">
                                          <p:val>
                                            <p:strVal val="#ppt_y-(0.354*#ppt_w-0.172*#ppt_h)"/>
                                          </p:val>
                                        </p:tav>
                                        <p:tav tm="100000">
                                          <p:val>
                                            <p:strVal val="#ppt_y-(0.354*#ppt_w-0.172*#ppt_h)-#ppt_h/2"/>
                                          </p:val>
                                        </p:tav>
                                      </p:tavLst>
                                    </p:anim>
                                    <p:anim calcmode="lin" valueType="num">
                                      <p:cBhvr additive="repl">
                                        <p:cTn id="344" dur="136" fill="hold">
                                          <p:stCondLst>
                                            <p:cond delay="864"/>
                                          </p:stCondLst>
                                        </p:cTn>
                                        <p:tgtEl>
                                          <p:spTgt spid="143"/>
                                        </p:tgtEl>
                                        <p:attrNameLst>
                                          <p:attrName>ppt_y</p:attrName>
                                        </p:attrNameLst>
                                      </p:cBhvr>
                                      <p:tavLst>
                                        <p:tav tm="0">
                                          <p:val>
                                            <p:strVal val="#ppt_y-(0.354*#ppt_w-0.172*#ppt_h)"/>
                                          </p:val>
                                        </p:tav>
                                        <p:tav tm="100000">
                                          <p:val>
                                            <p:strVal val="#ppt_y"/>
                                          </p:val>
                                        </p:tav>
                                      </p:tavLst>
                                    </p:anim>
                                  </p:childTnLst>
                                </p:cTn>
                              </p:par>
                            </p:childTnLst>
                          </p:cTn>
                        </p:par>
                      </p:childTnLst>
                    </p:cTn>
                  </p:par>
                  <p:par>
                    <p:cTn id="345" dur="indefinite" nodeType="clickEffect" fill="hold">
                      <p:stCondLst>
                        <p:cond delay="indefinite"/>
                      </p:stCondLst>
                      <p:childTnLst>
                        <p:par>
                          <p:cTn id="346" dur="indefinite" nodeType="withEffect" fill="hold">
                            <p:stCondLst>
                              <p:cond delay="0"/>
                            </p:stCondLst>
                            <p:childTnLst>
                              <p:par>
                                <p:cTn id="347" dur="indefinite" nodeType="clickEffect" fill="hold" presetClass="entr" presetID="3" presetSubtype="10">
                                  <p:stCondLst>
                                    <p:cond delay="0"/>
                                  </p:stCondLst>
                                  <p:childTnLst>
                                    <p:set>
                                      <p:cBhvr>
                                        <p:cTn id="348" dur="1" fill="hold">
                                          <p:stCondLst>
                                            <p:cond delay="0"/>
                                          </p:stCondLst>
                                        </p:cTn>
                                        <p:tgtEl>
                                          <p:spTgt spid="146"/>
                                        </p:tgtEl>
                                        <p:attrNameLst>
                                          <p:attrName>style.visibility</p:attrName>
                                        </p:attrNameLst>
                                      </p:cBhvr>
                                      <p:to>
                                        <p:strVal val="visible"/>
                                      </p:to>
                                    </p:set>
                                    <p:animEffect filter="blinds(horizontal)" transition="in">
                                      <p:cBhvr additive="repl">
                                        <p:cTn id="349" dur="500"/>
                                        <p:tgtEl>
                                          <p:spTgt spid="146"/>
                                        </p:tgtEl>
                                      </p:cBhvr>
                                    </p:animEffect>
                                  </p:childTnLst>
                                </p:cTn>
                              </p:par>
                            </p:childTnLst>
                          </p:cTn>
                        </p:par>
                      </p:childTnLst>
                    </p:cTn>
                  </p:par>
                  <p:par>
                    <p:cTn id="350" dur="indefinite" nodeType="clickEffect" fill="hold">
                      <p:stCondLst>
                        <p:cond delay="indefinite"/>
                      </p:stCondLst>
                      <p:childTnLst>
                        <p:par>
                          <p:cTn id="351" dur="indefinite" nodeType="withEffect" fill="hold">
                            <p:stCondLst>
                              <p:cond delay="0"/>
                            </p:stCondLst>
                            <p:childTnLst>
                              <p:par>
                                <p:cTn id="352" nodeType="clickEffect" fill="hold" presetClass="entr" presetID="38">
                                  <p:stCondLst>
                                    <p:cond delay="0"/>
                                  </p:stCondLst>
                                  <p:iterate type="lt">
                                    <p:tmAbs val="500"/>
                                  </p:iterate>
                                  <p:childTnLst>
                                    <p:set>
                                      <p:cBhvr>
                                        <p:cTn id="353" dur="1" fill="hold">
                                          <p:stCondLst>
                                            <p:cond delay="0"/>
                                          </p:stCondLst>
                                        </p:cTn>
                                        <p:tgtEl>
                                          <p:spTgt spid="145"/>
                                        </p:tgtEl>
                                        <p:attrNameLst>
                                          <p:attrName>style.visibility</p:attrName>
                                        </p:attrNameLst>
                                      </p:cBhvr>
                                      <p:to>
                                        <p:strVal val="visible"/>
                                      </p:to>
                                    </p:set>
                                    <p:set>
                                      <p:cBhvr>
                                        <p:cTn id="354" dur="455" fill="hold">
                                          <p:stCondLst>
                                            <p:cond delay="0"/>
                                          </p:stCondLst>
                                        </p:cTn>
                                        <p:tgtEl>
                                          <p:spTgt spid="145"/>
                                        </p:tgtEl>
                                        <p:attrNameLst>
                                          <p:attrName>r</p:attrName>
                                        </p:attrNameLst>
                                      </p:cBhvr>
                                      <p:to>
                                        <p:strVal val="-45"/>
                                      </p:to>
                                    </p:set>
                                    <p:anim calcmode="lin" valueType="num">
                                      <p:cBhvr additive="repl">
                                        <p:cTn id="355" dur="455" fill="hold">
                                          <p:stCondLst>
                                            <p:cond delay="455"/>
                                          </p:stCondLst>
                                        </p:cTn>
                                        <p:tgtEl>
                                          <p:spTgt spid="145"/>
                                        </p:tgtEl>
                                        <p:attrNameLst>
                                          <p:attrName>r</p:attrName>
                                        </p:attrNameLst>
                                      </p:cBhvr>
                                      <p:tavLst>
                                        <p:tav tm="0">
                                          <p:val>
                                            <p:strVal val="-45"/>
                                          </p:val>
                                        </p:tav>
                                        <p:tav tm="69900">
                                          <p:val>
                                            <p:strVal val="45"/>
                                          </p:val>
                                        </p:tav>
                                        <p:tav tm="100000">
                                          <p:val>
                                            <p:strVal val="0"/>
                                          </p:val>
                                        </p:tav>
                                      </p:tavLst>
                                    </p:anim>
                                    <p:anim calcmode="lin" valueType="num">
                                      <p:cBhvr additive="repl">
                                        <p:cTn id="356" dur="455" fill="hold">
                                          <p:stCondLst>
                                            <p:cond delay="0"/>
                                          </p:stCondLst>
                                        </p:cTn>
                                        <p:tgtEl>
                                          <p:spTgt spid="145"/>
                                        </p:tgtEl>
                                        <p:attrNameLst>
                                          <p:attrName>ppt_y</p:attrName>
                                        </p:attrNameLst>
                                      </p:cBhvr>
                                      <p:tavLst>
                                        <p:tav tm="0">
                                          <p:val>
                                            <p:strVal val="#ppt_y-1"/>
                                          </p:val>
                                        </p:tav>
                                        <p:tav tm="100000">
                                          <p:val>
                                            <p:strVal val="#ppt_y-(0.354*#ppt_w-0.172*#ppt_h)"/>
                                          </p:val>
                                        </p:tav>
                                      </p:tavLst>
                                    </p:anim>
                                    <p:anim calcmode="lin" valueType="num">
                                      <p:cBhvr additive="repl">
                                        <p:cTn id="357" dur="156" autoRev="1" fill="hold">
                                          <p:stCondLst>
                                            <p:cond delay="455"/>
                                          </p:stCondLst>
                                        </p:cTn>
                                        <p:tgtEl>
                                          <p:spTgt spid="145"/>
                                        </p:tgtEl>
                                        <p:attrNameLst>
                                          <p:attrName>ppt_y</p:attrName>
                                        </p:attrNameLst>
                                      </p:cBhvr>
                                      <p:tavLst>
                                        <p:tav tm="0">
                                          <p:val>
                                            <p:strVal val="#ppt_y-(0.354*#ppt_w-0.172*#ppt_h)"/>
                                          </p:val>
                                        </p:tav>
                                        <p:tav tm="100000">
                                          <p:val>
                                            <p:strVal val="#ppt_y-(0.354*#ppt_w-0.172*#ppt_h)-#ppt_h/2"/>
                                          </p:val>
                                        </p:tav>
                                      </p:tavLst>
                                    </p:anim>
                                    <p:anim calcmode="lin" valueType="num">
                                      <p:cBhvr additive="repl">
                                        <p:cTn id="358" dur="136" fill="hold">
                                          <p:stCondLst>
                                            <p:cond delay="864"/>
                                          </p:stCondLst>
                                        </p:cTn>
                                        <p:tgtEl>
                                          <p:spTgt spid="145"/>
                                        </p:tgtEl>
                                        <p:attrNameLst>
                                          <p:attrName>ppt_y</p:attrName>
                                        </p:attrNameLst>
                                      </p:cBhvr>
                                      <p:tavLst>
                                        <p:tav tm="0">
                                          <p:val>
                                            <p:strVal val="#ppt_y-(0.354*#ppt_w-0.172*#ppt_h)"/>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147" name=""/>
          <p:cNvSpPr/>
          <p:nvPr/>
        </p:nvSpPr>
        <p:spPr>
          <a:xfrm>
            <a:off x="7099200" y="6246720"/>
            <a:ext cx="2311560" cy="453960"/>
          </a:xfrm>
          <a:prstGeom prst="rect">
            <a:avLst/>
          </a:prstGeom>
          <a:noFill/>
          <a:ln w="0">
            <a:noFill/>
          </a:ln>
        </p:spPr>
        <p:style>
          <a:lnRef idx="0"/>
          <a:fillRef idx="0"/>
          <a:effectRef idx="0"/>
          <a:fontRef idx="minor"/>
        </p:style>
        <p:txBody>
          <a:bodyPr lIns="95760" rIns="95760" tIns="47880" bIns="47880" anchor="b">
            <a:noAutofit/>
          </a:bodyPr>
          <a:p>
            <a:pPr algn="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fld id="{44BB8105-6E9D-4164-A9B3-3BD5666A37E7}" type="slidenum">
              <a:rPr b="0" lang="en-US" sz="3400" strike="noStrike" u="none">
                <a:solidFill>
                  <a:srgbClr val="ffffff"/>
                </a:solidFill>
                <a:effectLst/>
                <a:uFillTx/>
                <a:latin typeface="Arial"/>
              </a:rPr>
              <a:t>&lt;number&gt;</a:t>
            </a:fld>
            <a:endParaRPr b="0" lang="en-US" sz="3400" strike="noStrike" u="none">
              <a:solidFill>
                <a:srgbClr val="ffffff"/>
              </a:solidFill>
              <a:effectLst/>
              <a:uFillTx/>
              <a:latin typeface="VNI-Times"/>
            </a:endParaRPr>
          </a:p>
        </p:txBody>
      </p:sp>
      <p:sp>
        <p:nvSpPr>
          <p:cNvPr id="148" name=""/>
          <p:cNvSpPr/>
          <p:nvPr/>
        </p:nvSpPr>
        <p:spPr>
          <a:xfrm>
            <a:off x="495360" y="277920"/>
            <a:ext cx="8915400" cy="636480"/>
          </a:xfrm>
          <a:prstGeom prst="rect">
            <a:avLst/>
          </a:prstGeom>
          <a:noFill/>
          <a:ln w="0">
            <a:noFill/>
          </a:ln>
        </p:spPr>
        <p:style>
          <a:lnRef idx="0"/>
          <a:fillRef idx="0"/>
          <a:effectRef idx="0"/>
          <a:fontRef idx="minor"/>
        </p:style>
        <p:txBody>
          <a:bodyPr lIns="95760" rIns="95760" tIns="47880" bIns="47880" anchor="ctr">
            <a:noAutofit/>
          </a:bodyPr>
          <a:p>
            <a:pPr algn="ct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br>
              <a:rPr sz="3400"/>
            </a:br>
            <a:endParaRPr b="0" lang="en-US" sz="3400" strike="noStrike" u="none">
              <a:solidFill>
                <a:srgbClr val="ffffff"/>
              </a:solidFill>
              <a:effectLst/>
              <a:uFillTx/>
              <a:latin typeface="VNI-Times"/>
            </a:endParaRPr>
          </a:p>
        </p:txBody>
      </p:sp>
      <p:sp>
        <p:nvSpPr>
          <p:cNvPr id="149" name=""/>
          <p:cNvSpPr/>
          <p:nvPr/>
        </p:nvSpPr>
        <p:spPr>
          <a:xfrm>
            <a:off x="0" y="152280"/>
            <a:ext cx="9753480" cy="6858000"/>
          </a:xfrm>
          <a:prstGeom prst="rect">
            <a:avLst/>
          </a:prstGeom>
          <a:noFill/>
          <a:ln w="0">
            <a:noFill/>
          </a:ln>
        </p:spPr>
        <p:style>
          <a:lnRef idx="0"/>
          <a:fillRef idx="0"/>
          <a:effectRef idx="0"/>
          <a:fontRef idx="minor"/>
        </p:style>
        <p:txBody>
          <a:bodyPr lIns="95760" rIns="95760" tIns="47880" bIns="47880" anchor="t">
            <a:noAutofit/>
          </a:bodyPr>
          <a:p>
            <a:pPr>
              <a:lnSpc>
                <a:spcPct val="100000"/>
              </a:lnSpc>
              <a:spcBef>
                <a:spcPts val="88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vi-VN" sz="3400" strike="noStrike" u="none">
                <a:solidFill>
                  <a:srgbClr val="ffffff"/>
                </a:solidFill>
                <a:effectLst/>
                <a:uFillTx/>
                <a:latin typeface="Arial"/>
              </a:rPr>
              <a:t>4. Phương pháp dạy học và đánh giá môn học</a:t>
            </a:r>
            <a:endParaRPr b="0" lang="en-US" sz="3400" strike="noStrike" u="none">
              <a:solidFill>
                <a:srgbClr val="ffffff"/>
              </a:solidFill>
              <a:effectLst/>
              <a:uFillTx/>
              <a:latin typeface="VNI-Times"/>
            </a:endParaRPr>
          </a:p>
          <a:p>
            <a:pPr>
              <a:lnSpc>
                <a:spcPct val="100000"/>
              </a:lnSpc>
              <a:spcBef>
                <a:spcPts val="88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3400" strike="noStrike" u="none">
              <a:solidFill>
                <a:srgbClr val="ffffff"/>
              </a:solidFill>
              <a:effectLst/>
              <a:uFillTx/>
              <a:latin typeface="VNI-Times"/>
            </a:endParaRPr>
          </a:p>
        </p:txBody>
      </p:sp>
      <p:sp>
        <p:nvSpPr>
          <p:cNvPr id="150" name=""/>
          <p:cNvSpPr/>
          <p:nvPr/>
        </p:nvSpPr>
        <p:spPr>
          <a:xfrm>
            <a:off x="457200" y="838080"/>
            <a:ext cx="9220320" cy="533520"/>
          </a:xfrm>
          <a:prstGeom prst="rect">
            <a:avLst/>
          </a:prstGeom>
          <a:solidFill>
            <a:srgbClr val="3366ff"/>
          </a:solidFill>
          <a:ln w="9360">
            <a:solidFill>
              <a:srgbClr val="ffffff"/>
            </a:solidFill>
            <a:round/>
          </a:ln>
        </p:spPr>
        <p:style>
          <a:lnRef idx="0"/>
          <a:fillRef idx="0"/>
          <a:effectRef idx="0"/>
          <a:fontRef idx="minor"/>
        </p:style>
        <p:txBody>
          <a:bodyPr lIns="90000" rIns="90000" tIns="46800" bIns="46800" anchor="t">
            <a:noAutofit/>
          </a:bodyPr>
          <a:p>
            <a:pP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i="1" lang="pl-PL" sz="3400" strike="noStrike" u="none">
                <a:solidFill>
                  <a:srgbClr val="ffffff"/>
                </a:solidFill>
                <a:effectLst/>
                <a:uFillTx/>
                <a:latin typeface="Arial"/>
              </a:rPr>
              <a:t>4.1. Phương pháp dạy và học </a:t>
            </a:r>
            <a:endParaRPr b="0" lang="en-US" sz="3400" strike="noStrike" u="none">
              <a:solidFill>
                <a:srgbClr val="ffffff"/>
              </a:solidFill>
              <a:effectLst/>
              <a:uFillTx/>
              <a:latin typeface="VNI-Times"/>
            </a:endParaRPr>
          </a:p>
          <a:p>
            <a:pP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3400" strike="noStrike" u="none">
              <a:solidFill>
                <a:srgbClr val="ffffff"/>
              </a:solidFill>
              <a:effectLst/>
              <a:uFillTx/>
              <a:latin typeface="VNI-Times"/>
            </a:endParaRPr>
          </a:p>
        </p:txBody>
      </p:sp>
      <p:sp>
        <p:nvSpPr>
          <p:cNvPr id="151" name=""/>
          <p:cNvSpPr/>
          <p:nvPr/>
        </p:nvSpPr>
        <p:spPr>
          <a:xfrm>
            <a:off x="152280" y="2133720"/>
            <a:ext cx="2133720" cy="4724280"/>
          </a:xfrm>
          <a:prstGeom prst="rect">
            <a:avLst/>
          </a:prstGeom>
          <a:solidFill>
            <a:srgbClr val="3366ff"/>
          </a:solidFill>
          <a:ln w="9360">
            <a:solidFill>
              <a:srgbClr val="ffffff"/>
            </a:solidFill>
            <a:round/>
          </a:ln>
        </p:spPr>
        <p:style>
          <a:lnRef idx="0"/>
          <a:fillRef idx="0"/>
          <a:effectRef idx="0"/>
          <a:fontRef idx="minor"/>
        </p:style>
        <p:txBody>
          <a:bodyPr lIns="90000" rIns="90000" tIns="46800" bIns="46800" anchor="t">
            <a:noAutofit/>
          </a:bodyPr>
          <a:p>
            <a:pPr algn="ct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2800" strike="noStrike" u="none">
                <a:solidFill>
                  <a:srgbClr val="ffffff"/>
                </a:solidFill>
                <a:effectLst/>
                <a:uFillTx/>
                <a:latin typeface="Arial"/>
              </a:rPr>
              <a:t>L</a:t>
            </a:r>
            <a:r>
              <a:rPr b="0" lang="pl-PL" sz="2800" strike="noStrike" u="none">
                <a:solidFill>
                  <a:srgbClr val="ffffff"/>
                </a:solidFill>
                <a:effectLst/>
                <a:uFillTx/>
                <a:latin typeface="Arial"/>
              </a:rPr>
              <a:t>ấy phương pháp luận của </a:t>
            </a:r>
            <a:r>
              <a:rPr b="0" lang="en-US" sz="2800" strike="noStrike" u="none">
                <a:solidFill>
                  <a:srgbClr val="ffffff"/>
                </a:solidFill>
                <a:effectLst/>
                <a:uFillTx/>
                <a:latin typeface="Arial"/>
              </a:rPr>
              <a:t>CNMLN </a:t>
            </a:r>
            <a:r>
              <a:rPr b="0" lang="pl-PL" sz="2800" strike="noStrike" u="none">
                <a:solidFill>
                  <a:srgbClr val="ffffff"/>
                </a:solidFill>
                <a:effectLst/>
                <a:uFillTx/>
                <a:latin typeface="Arial"/>
              </a:rPr>
              <a:t>, </a:t>
            </a:r>
            <a:r>
              <a:rPr b="0" lang="en-US" sz="2800" strike="noStrike" u="none">
                <a:solidFill>
                  <a:srgbClr val="ffffff"/>
                </a:solidFill>
                <a:effectLst/>
                <a:uFillTx/>
                <a:latin typeface="Arial"/>
              </a:rPr>
              <a:t>TT HCM;</a:t>
            </a:r>
            <a:r>
              <a:rPr b="0" lang="pl-PL" sz="2800" strike="noStrike" u="none">
                <a:solidFill>
                  <a:srgbClr val="ffffff"/>
                </a:solidFill>
                <a:effectLst/>
                <a:uFillTx/>
                <a:latin typeface="Arial"/>
              </a:rPr>
              <a:t> sử dụng các phương pháp dạy học tích cực. </a:t>
            </a:r>
            <a:r>
              <a:rPr b="0" lang="de-DE" sz="2800" strike="noStrike" u="none">
                <a:solidFill>
                  <a:srgbClr val="ffffff"/>
                </a:solidFill>
                <a:effectLst/>
                <a:uFillTx/>
                <a:latin typeface="Times New Roman"/>
                <a:ea typeface="Times New Roman"/>
              </a:rPr>
              <a:t>.</a:t>
            </a:r>
            <a:endParaRPr b="0" lang="en-US" sz="2800" strike="noStrike" u="none">
              <a:solidFill>
                <a:srgbClr val="ffffff"/>
              </a:solidFill>
              <a:effectLst/>
              <a:uFillTx/>
              <a:latin typeface="VNI-Times"/>
            </a:endParaRPr>
          </a:p>
        </p:txBody>
      </p:sp>
      <p:sp>
        <p:nvSpPr>
          <p:cNvPr id="152" name=""/>
          <p:cNvSpPr/>
          <p:nvPr/>
        </p:nvSpPr>
        <p:spPr>
          <a:xfrm>
            <a:off x="2673360" y="2095560"/>
            <a:ext cx="1523880" cy="4724280"/>
          </a:xfrm>
          <a:prstGeom prst="rect">
            <a:avLst/>
          </a:prstGeom>
          <a:solidFill>
            <a:srgbClr val="3366ff"/>
          </a:solidFill>
          <a:ln w="9360">
            <a:solidFill>
              <a:srgbClr val="ffffff"/>
            </a:solidFill>
            <a:round/>
          </a:ln>
        </p:spPr>
        <p:style>
          <a:lnRef idx="0"/>
          <a:fillRef idx="0"/>
          <a:effectRef idx="0"/>
          <a:fontRef idx="minor"/>
        </p:style>
        <p:txBody>
          <a:bodyPr lIns="90000" rIns="90000" tIns="46800" bIns="46800" anchor="t">
            <a:noAutofit/>
          </a:bodyPr>
          <a:p>
            <a:pPr algn="ct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3400" strike="noStrike" u="none">
                <a:solidFill>
                  <a:srgbClr val="ffffff"/>
                </a:solidFill>
                <a:effectLst/>
                <a:uFillTx/>
                <a:latin typeface="Arial"/>
              </a:rPr>
              <a:t>L</a:t>
            </a:r>
            <a:r>
              <a:rPr b="0" lang="pl-PL" sz="2800" strike="noStrike" u="none">
                <a:solidFill>
                  <a:srgbClr val="ffffff"/>
                </a:solidFill>
                <a:effectLst/>
                <a:uFillTx/>
                <a:latin typeface="Arial"/>
              </a:rPr>
              <a:t>iên hệ với thực tiễn gắn dạy lý thuyết với </a:t>
            </a:r>
            <a:r>
              <a:rPr b="0" lang="en-US" sz="3400" strike="noStrike" u="none">
                <a:solidFill>
                  <a:srgbClr val="ffffff"/>
                </a:solidFill>
                <a:effectLst/>
                <a:uFillTx/>
                <a:latin typeface="Arial"/>
              </a:rPr>
              <a:t>thực tiễn</a:t>
            </a:r>
            <a:r>
              <a:rPr b="0" lang="pl-PL" sz="3400" strike="noStrike" u="none">
                <a:solidFill>
                  <a:srgbClr val="ffffff"/>
                </a:solidFill>
                <a:effectLst/>
                <a:uFillTx/>
                <a:latin typeface="Arial"/>
              </a:rPr>
              <a:t> </a:t>
            </a:r>
            <a:r>
              <a:rPr b="0" lang="de-DE" sz="3000" strike="noStrike" u="none">
                <a:solidFill>
                  <a:srgbClr val="ffffff"/>
                </a:solidFill>
                <a:effectLst/>
                <a:uFillTx/>
                <a:latin typeface="Times New Roman"/>
                <a:ea typeface="Times New Roman"/>
              </a:rPr>
              <a:t>. </a:t>
            </a:r>
            <a:endParaRPr b="0" lang="en-US" sz="3000" strike="noStrike" u="none">
              <a:solidFill>
                <a:srgbClr val="ffffff"/>
              </a:solidFill>
              <a:effectLst/>
              <a:uFillTx/>
              <a:latin typeface="VNI-Times"/>
            </a:endParaRPr>
          </a:p>
        </p:txBody>
      </p:sp>
      <p:cxnSp>
        <p:nvCxnSpPr>
          <p:cNvPr id="153" name=""/>
          <p:cNvCxnSpPr>
            <a:stCxn id="150" idx="2"/>
            <a:endCxn id="151" idx="0"/>
          </p:cNvCxnSpPr>
          <p:nvPr/>
        </p:nvCxnSpPr>
        <p:spPr>
          <a:xfrm flipH="1">
            <a:off x="1218600" y="1371240"/>
            <a:ext cx="3848760" cy="762840"/>
          </a:xfrm>
          <a:prstGeom prst="straightConnector1">
            <a:avLst/>
          </a:prstGeom>
          <a:ln w="38160">
            <a:solidFill>
              <a:srgbClr val="ffffff"/>
            </a:solidFill>
            <a:miter/>
            <a:tailEnd len="med" type="triangle" w="med"/>
          </a:ln>
        </p:spPr>
      </p:cxnSp>
      <p:cxnSp>
        <p:nvCxnSpPr>
          <p:cNvPr id="154" name=""/>
          <p:cNvCxnSpPr>
            <a:stCxn id="150" idx="2"/>
          </p:cNvCxnSpPr>
          <p:nvPr/>
        </p:nvCxnSpPr>
        <p:spPr>
          <a:xfrm flipH="1">
            <a:off x="3047400" y="1371240"/>
            <a:ext cx="2019960" cy="762840"/>
          </a:xfrm>
          <a:prstGeom prst="straightConnector1">
            <a:avLst/>
          </a:prstGeom>
          <a:ln w="38160">
            <a:solidFill>
              <a:srgbClr val="ffffff"/>
            </a:solidFill>
            <a:miter/>
            <a:tailEnd len="med" type="triangle" w="med"/>
          </a:ln>
        </p:spPr>
      </p:cxnSp>
      <p:sp>
        <p:nvSpPr>
          <p:cNvPr id="155" name=""/>
          <p:cNvSpPr/>
          <p:nvPr/>
        </p:nvSpPr>
        <p:spPr>
          <a:xfrm>
            <a:off x="4557600" y="2095560"/>
            <a:ext cx="1866960" cy="4724280"/>
          </a:xfrm>
          <a:prstGeom prst="rect">
            <a:avLst/>
          </a:prstGeom>
          <a:solidFill>
            <a:srgbClr val="3366ff"/>
          </a:solidFill>
          <a:ln w="9360">
            <a:solidFill>
              <a:srgbClr val="ffffff"/>
            </a:solidFill>
            <a:round/>
          </a:ln>
        </p:spPr>
        <p:style>
          <a:lnRef idx="0"/>
          <a:fillRef idx="0"/>
          <a:effectRef idx="0"/>
          <a:fontRef idx="minor"/>
        </p:style>
        <p:txBody>
          <a:bodyPr lIns="90000" rIns="90000" tIns="46800" bIns="46800" anchor="t">
            <a:noAutofit/>
          </a:bodyPr>
          <a:p>
            <a:pPr algn="ct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i="1" lang="en-US" sz="2800" strike="noStrike" u="none">
                <a:solidFill>
                  <a:srgbClr val="ffffff"/>
                </a:solidFill>
                <a:effectLst/>
                <a:uFillTx/>
                <a:latin typeface="Arial"/>
              </a:rPr>
              <a:t>Đối với giảng viên: </a:t>
            </a:r>
            <a:r>
              <a:rPr b="0" lang="en-US" sz="2800" strike="noStrike" u="none">
                <a:solidFill>
                  <a:srgbClr val="ffffff"/>
                </a:solidFill>
                <a:effectLst/>
                <a:uFillTx/>
                <a:latin typeface="Arial"/>
              </a:rPr>
              <a:t>phải có tâm huyết, luôn luôn tìm tòi…</a:t>
            </a:r>
            <a:r>
              <a:rPr b="0" lang="de-DE" sz="2800" strike="noStrike" u="none">
                <a:solidFill>
                  <a:srgbClr val="ffffff"/>
                </a:solidFill>
                <a:effectLst/>
                <a:uFillTx/>
                <a:latin typeface="Times New Roman"/>
                <a:ea typeface="Times New Roman"/>
              </a:rPr>
              <a:t> </a:t>
            </a:r>
            <a:endParaRPr b="0" lang="en-US" sz="2800" strike="noStrike" u="none">
              <a:solidFill>
                <a:srgbClr val="ffffff"/>
              </a:solidFill>
              <a:effectLst/>
              <a:uFillTx/>
              <a:latin typeface="VNI-Times"/>
            </a:endParaRPr>
          </a:p>
        </p:txBody>
      </p:sp>
      <p:cxnSp>
        <p:nvCxnSpPr>
          <p:cNvPr id="156" name=""/>
          <p:cNvCxnSpPr>
            <a:stCxn id="150" idx="2"/>
            <a:endCxn id="155" idx="0"/>
          </p:cNvCxnSpPr>
          <p:nvPr/>
        </p:nvCxnSpPr>
        <p:spPr>
          <a:xfrm>
            <a:off x="5067000" y="1371240"/>
            <a:ext cx="424440" cy="724680"/>
          </a:xfrm>
          <a:prstGeom prst="straightConnector1">
            <a:avLst/>
          </a:prstGeom>
          <a:ln w="38160">
            <a:solidFill>
              <a:srgbClr val="ffffff"/>
            </a:solidFill>
            <a:miter/>
            <a:tailEnd len="med" type="triangle" w="med"/>
          </a:ln>
        </p:spPr>
      </p:cxnSp>
      <p:sp>
        <p:nvSpPr>
          <p:cNvPr id="157" name=""/>
          <p:cNvSpPr/>
          <p:nvPr/>
        </p:nvSpPr>
        <p:spPr>
          <a:xfrm>
            <a:off x="6781680" y="2075040"/>
            <a:ext cx="2743200" cy="4724280"/>
          </a:xfrm>
          <a:prstGeom prst="rect">
            <a:avLst/>
          </a:prstGeom>
          <a:solidFill>
            <a:srgbClr val="3366ff"/>
          </a:solidFill>
          <a:ln w="9360">
            <a:solidFill>
              <a:srgbClr val="ffffff"/>
            </a:solidFill>
            <a:round/>
          </a:ln>
        </p:spPr>
        <p:style>
          <a:lnRef idx="0"/>
          <a:fillRef idx="0"/>
          <a:effectRef idx="0"/>
          <a:fontRef idx="minor"/>
        </p:style>
        <p:txBody>
          <a:bodyPr lIns="90000" rIns="90000" tIns="46800" bIns="46800" anchor="t">
            <a:noAutofit/>
          </a:bodyPr>
          <a:p>
            <a:pPr algn="ctr">
              <a:lnSpc>
                <a:spcPct val="100000"/>
              </a:lnSpc>
              <a:spcBef>
                <a:spcPts val="7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i="1" lang="en-US" sz="2800" strike="noStrike" u="none">
                <a:solidFill>
                  <a:srgbClr val="ffffff"/>
                </a:solidFill>
                <a:effectLst/>
                <a:uFillTx/>
                <a:latin typeface="Arial"/>
              </a:rPr>
              <a:t>Đối với HS</a:t>
            </a:r>
            <a:r>
              <a:rPr b="0" lang="en-US" sz="2800" strike="noStrike" u="none">
                <a:solidFill>
                  <a:srgbClr val="ffffff"/>
                </a:solidFill>
                <a:effectLst/>
                <a:uFillTx/>
                <a:latin typeface="Arial"/>
              </a:rPr>
              <a:t>: xác định được động cơ, mục đích học tập thật đúng đắn, tự giác trong học tập, </a:t>
            </a:r>
            <a:endParaRPr b="0" lang="en-US" sz="2800" strike="noStrike" u="none">
              <a:solidFill>
                <a:srgbClr val="ffffff"/>
              </a:solidFill>
              <a:effectLst/>
              <a:uFillTx/>
              <a:latin typeface="VNI-Times"/>
            </a:endParaRPr>
          </a:p>
        </p:txBody>
      </p:sp>
      <p:cxnSp>
        <p:nvCxnSpPr>
          <p:cNvPr id="158" name=""/>
          <p:cNvCxnSpPr>
            <a:endCxn id="157" idx="0"/>
          </p:cNvCxnSpPr>
          <p:nvPr/>
        </p:nvCxnSpPr>
        <p:spPr>
          <a:xfrm>
            <a:off x="4984560" y="1218960"/>
            <a:ext cx="3169080" cy="856440"/>
          </a:xfrm>
          <a:prstGeom prst="straightConnector1">
            <a:avLst/>
          </a:prstGeom>
          <a:ln w="38160">
            <a:solidFill>
              <a:srgbClr val="ffffff"/>
            </a:solidFill>
            <a:miter/>
            <a:tailEnd len="med" type="triangle" w="med"/>
          </a:ln>
        </p:spPr>
      </p:cxnSp>
    </p:spTree>
  </p:cSld>
  <p:timing>
    <p:tnLst>
      <p:par>
        <p:cTn id="359" dur="indefinite" restart="never" nodeType="tmRoot">
          <p:childTnLst>
            <p:seq>
              <p:cTn id="360" dur="indefinite" nodeType="mainSeq">
                <p:childTnLst>
                  <p:par>
                    <p:cTn id="361" dur="indefinite" nodeType="clickEffect" fill="hold">
                      <p:stCondLst>
                        <p:cond delay="indefinite"/>
                      </p:stCondLst>
                      <p:childTnLst>
                        <p:par>
                          <p:cTn id="362" dur="indefinite" nodeType="withEffect" fill="hold">
                            <p:stCondLst>
                              <p:cond delay="0"/>
                            </p:stCondLst>
                            <p:childTnLst>
                              <p:par>
                                <p:cTn id="363" dur="indefinite" nodeType="clickEffect" fill="hold" presetClass="entr" presetID="26">
                                  <p:stCondLst>
                                    <p:cond delay="0"/>
                                  </p:stCondLst>
                                  <p:childTnLst>
                                    <p:set>
                                      <p:cBhvr>
                                        <p:cTn id="364" dur="1" fill="hold">
                                          <p:stCondLst>
                                            <p:cond delay="0"/>
                                          </p:stCondLst>
                                        </p:cTn>
                                        <p:tgtEl>
                                          <p:spTgt spid="150"/>
                                        </p:tgtEl>
                                        <p:attrNameLst>
                                          <p:attrName>style.visibility</p:attrName>
                                        </p:attrNameLst>
                                      </p:cBhvr>
                                      <p:to>
                                        <p:strVal val="visible"/>
                                      </p:to>
                                    </p:set>
                                    <p:animEffect filter="wipe(down)" transition="in">
                                      <p:cBhvr additive="repl">
                                        <p:cTn id="365" dur="580">
                                          <p:stCondLst>
                                            <p:cond delay="0"/>
                                          </p:stCondLst>
                                        </p:cTn>
                                        <p:tgtEl>
                                          <p:spTgt spid="150"/>
                                        </p:tgtEl>
                                      </p:cBhvr>
                                    </p:animEffect>
                                    <p:anim calcmode="lin" valueType="num">
                                      <p:cBhvr additive="repl">
                                        <p:cTn id="366" dur="1822">
                                          <p:stCondLst>
                                            <p:cond delay="0"/>
                                          </p:stCondLst>
                                        </p:cTn>
                                        <p:tgtEl>
                                          <p:spTgt spid="150"/>
                                        </p:tgtEl>
                                        <p:attrNameLst>
                                          <p:attrName>ppt_x</p:attrName>
                                        </p:attrNameLst>
                                      </p:cBhvr>
                                      <p:tavLst>
                                        <p:tav tm="0">
                                          <p:val>
                                            <p:strVal val="#ppt_x-0.25"/>
                                          </p:val>
                                        </p:tav>
                                        <p:tav tm="100000">
                                          <p:val>
                                            <p:strVal val="#ppt_x"/>
                                          </p:val>
                                        </p:tav>
                                      </p:tavLst>
                                    </p:anim>
                                    <p:anim calcmode="lin" valueType="num">
                                      <p:cBhvr additive="repl">
                                        <p:cTn id="367" dur="664">
                                          <p:stCondLst>
                                            <p:cond delay="0"/>
                                          </p:stCondLst>
                                        </p:cTn>
                                        <p:tgtEl>
                                          <p:spTgt spid="150"/>
                                        </p:tgtEl>
                                        <p:attrNameLst>
                                          <p:attrName>ppt_y</p:attrName>
                                        </p:attrNameLst>
                                      </p:cBhvr>
                                      <p:tavLst>
                                        <p:tav fmla="y-sin(pi*$)/3" tm="0">
                                          <p:val>
                                            <p:fltVal val="0.5"/>
                                          </p:val>
                                        </p:tav>
                                        <p:tav fmla="y-sin(pi*$)/3" tm="100000">
                                          <p:val>
                                            <p:fltVal val="1"/>
                                          </p:val>
                                        </p:tav>
                                      </p:tavLst>
                                    </p:anim>
                                    <p:anim calcmode="lin" valueType="num">
                                      <p:cBhvr additive="repl">
                                        <p:cTn id="368" dur="664">
                                          <p:stCondLst>
                                            <p:cond delay="664"/>
                                          </p:stCondLst>
                                        </p:cTn>
                                        <p:tgtEl>
                                          <p:spTgt spid="150"/>
                                        </p:tgtEl>
                                        <p:attrNameLst>
                                          <p:attrName>ppt_y</p:attrName>
                                        </p:attrNameLst>
                                      </p:cBhvr>
                                      <p:tavLst>
                                        <p:tav fmla="y-sin(pi*$)/9" tm="0">
                                          <p:val>
                                            <p:fltVal val="0"/>
                                          </p:val>
                                        </p:tav>
                                        <p:tav fmla="y-sin(pi*$)/9" tm="100000">
                                          <p:val>
                                            <p:fltVal val="1"/>
                                          </p:val>
                                        </p:tav>
                                      </p:tavLst>
                                    </p:anim>
                                    <p:anim calcmode="lin" valueType="num">
                                      <p:cBhvr additive="repl">
                                        <p:cTn id="369" dur="332">
                                          <p:stCondLst>
                                            <p:cond delay="1324"/>
                                          </p:stCondLst>
                                        </p:cTn>
                                        <p:tgtEl>
                                          <p:spTgt spid="150"/>
                                        </p:tgtEl>
                                        <p:attrNameLst>
                                          <p:attrName>ppt_y</p:attrName>
                                        </p:attrNameLst>
                                      </p:cBhvr>
                                      <p:tavLst>
                                        <p:tav fmla="y-sin(pi*$)/27" tm="0">
                                          <p:val>
                                            <p:fltVal val="0"/>
                                          </p:val>
                                        </p:tav>
                                        <p:tav fmla="y-sin(pi*$)/27" tm="100000">
                                          <p:val>
                                            <p:fltVal val="1"/>
                                          </p:val>
                                        </p:tav>
                                      </p:tavLst>
                                    </p:anim>
                                    <p:anim calcmode="lin" valueType="num">
                                      <p:cBhvr additive="repl">
                                        <p:cTn id="370" dur="164">
                                          <p:stCondLst>
                                            <p:cond delay="1656"/>
                                          </p:stCondLst>
                                        </p:cTn>
                                        <p:tgtEl>
                                          <p:spTgt spid="150"/>
                                        </p:tgtEl>
                                        <p:attrNameLst>
                                          <p:attrName>ppt_y</p:attrName>
                                        </p:attrNameLst>
                                      </p:cBhvr>
                                      <p:tavLst>
                                        <p:tav fmla="y-sin(pi*$)/81" tm="0">
                                          <p:val>
                                            <p:fltVal val="0"/>
                                          </p:val>
                                        </p:tav>
                                        <p:tav fmla="y-sin(pi*$)/81" tm="100000">
                                          <p:val>
                                            <p:fltVal val="1"/>
                                          </p:val>
                                        </p:tav>
                                      </p:tavLst>
                                    </p:anim>
                                    <p:animScale>
                                      <p:cBhvr>
                                        <p:cTn id="371" dur="26" fill="hold">
                                          <p:stCondLst>
                                            <p:cond delay="650"/>
                                          </p:stCondLst>
                                        </p:cTn>
                                        <p:tgtEl>
                                          <p:spTgt spid="150"/>
                                        </p:tgtEl>
                                      </p:cBhvr>
                                      <p:to x="100000" y="60000"/>
                                    </p:animScale>
                                    <p:animScale>
                                      <p:cBhvr>
                                        <p:cTn id="372" dur="166" fill="hold">
                                          <p:stCondLst>
                                            <p:cond delay="676"/>
                                          </p:stCondLst>
                                        </p:cTn>
                                        <p:tgtEl>
                                          <p:spTgt spid="150"/>
                                        </p:tgtEl>
                                      </p:cBhvr>
                                      <p:to x="100000" y="100000"/>
                                    </p:animScale>
                                    <p:animScale>
                                      <p:cBhvr>
                                        <p:cTn id="373" dur="26" fill="hold">
                                          <p:stCondLst>
                                            <p:cond delay="1312"/>
                                          </p:stCondLst>
                                        </p:cTn>
                                        <p:tgtEl>
                                          <p:spTgt spid="150"/>
                                        </p:tgtEl>
                                      </p:cBhvr>
                                      <p:to x="100000" y="80000"/>
                                    </p:animScale>
                                    <p:animScale>
                                      <p:cBhvr>
                                        <p:cTn id="374" dur="166" fill="hold">
                                          <p:stCondLst>
                                            <p:cond delay="1338"/>
                                          </p:stCondLst>
                                        </p:cTn>
                                        <p:tgtEl>
                                          <p:spTgt spid="150"/>
                                        </p:tgtEl>
                                      </p:cBhvr>
                                      <p:to x="100000" y="100000"/>
                                    </p:animScale>
                                    <p:animScale>
                                      <p:cBhvr>
                                        <p:cTn id="375" dur="26" fill="hold">
                                          <p:stCondLst>
                                            <p:cond delay="1642"/>
                                          </p:stCondLst>
                                        </p:cTn>
                                        <p:tgtEl>
                                          <p:spTgt spid="150"/>
                                        </p:tgtEl>
                                      </p:cBhvr>
                                      <p:to x="100000" y="90000"/>
                                    </p:animScale>
                                    <p:animScale>
                                      <p:cBhvr>
                                        <p:cTn id="376" dur="166" fill="hold">
                                          <p:stCondLst>
                                            <p:cond delay="1668"/>
                                          </p:stCondLst>
                                        </p:cTn>
                                        <p:tgtEl>
                                          <p:spTgt spid="150"/>
                                        </p:tgtEl>
                                      </p:cBhvr>
                                      <p:to x="100000" y="100000"/>
                                    </p:animScale>
                                    <p:animScale>
                                      <p:cBhvr>
                                        <p:cTn id="377" dur="26" fill="hold">
                                          <p:stCondLst>
                                            <p:cond delay="1808"/>
                                          </p:stCondLst>
                                        </p:cTn>
                                        <p:tgtEl>
                                          <p:spTgt spid="150"/>
                                        </p:tgtEl>
                                      </p:cBhvr>
                                      <p:to x="100000" y="95000"/>
                                    </p:animScale>
                                    <p:animScale>
                                      <p:cBhvr>
                                        <p:cTn id="378" dur="166" fill="hold">
                                          <p:stCondLst>
                                            <p:cond delay="1834"/>
                                          </p:stCondLst>
                                        </p:cTn>
                                        <p:tgtEl>
                                          <p:spTgt spid="150"/>
                                        </p:tgtEl>
                                      </p:cBhvr>
                                      <p:to x="100000" y="100000"/>
                                    </p:animScale>
                                  </p:childTnLst>
                                </p:cTn>
                              </p:par>
                            </p:childTnLst>
                          </p:cTn>
                        </p:par>
                      </p:childTnLst>
                    </p:cTn>
                  </p:par>
                  <p:par>
                    <p:cTn id="379" dur="indefinite" nodeType="clickEffect" fill="hold">
                      <p:stCondLst>
                        <p:cond delay="indefinite"/>
                      </p:stCondLst>
                      <p:childTnLst>
                        <p:par>
                          <p:cTn id="380" dur="indefinite" nodeType="withEffect" fill="hold">
                            <p:stCondLst>
                              <p:cond delay="0"/>
                            </p:stCondLst>
                            <p:childTnLst>
                              <p:par>
                                <p:cTn id="381" dur="indefinite" nodeType="clickEffect" fill="hold" presetClass="entr" presetID="3" presetSubtype="10">
                                  <p:stCondLst>
                                    <p:cond delay="0"/>
                                  </p:stCondLst>
                                  <p:childTnLst>
                                    <p:set>
                                      <p:cBhvr>
                                        <p:cTn id="382" dur="1" fill="hold">
                                          <p:stCondLst>
                                            <p:cond delay="0"/>
                                          </p:stCondLst>
                                        </p:cTn>
                                        <p:tgtEl>
                                          <p:spTgt spid="153"/>
                                        </p:tgtEl>
                                        <p:attrNameLst>
                                          <p:attrName>style.visibility</p:attrName>
                                        </p:attrNameLst>
                                      </p:cBhvr>
                                      <p:to>
                                        <p:strVal val="visible"/>
                                      </p:to>
                                    </p:set>
                                    <p:animEffect filter="blinds(horizontal)" transition="in">
                                      <p:cBhvr additive="repl">
                                        <p:cTn id="383" dur="500"/>
                                        <p:tgtEl>
                                          <p:spTgt spid="153"/>
                                        </p:tgtEl>
                                      </p:cBhvr>
                                    </p:animEffect>
                                  </p:childTnLst>
                                </p:cTn>
                              </p:par>
                            </p:childTnLst>
                          </p:cTn>
                        </p:par>
                      </p:childTnLst>
                    </p:cTn>
                  </p:par>
                  <p:par>
                    <p:cTn id="384" dur="indefinite" nodeType="clickEffect" fill="hold">
                      <p:stCondLst>
                        <p:cond delay="indefinite"/>
                      </p:stCondLst>
                      <p:childTnLst>
                        <p:par>
                          <p:cTn id="385" dur="indefinite" nodeType="withEffect" fill="hold">
                            <p:stCondLst>
                              <p:cond delay="0"/>
                            </p:stCondLst>
                            <p:childTnLst>
                              <p:par>
                                <p:cTn id="386" dur="indefinite" nodeType="clickEffect" fill="hold" presetClass="entr" presetID="52">
                                  <p:stCondLst>
                                    <p:cond delay="0"/>
                                  </p:stCondLst>
                                  <p:childTnLst>
                                    <p:set>
                                      <p:cBhvr>
                                        <p:cTn id="387" dur="1" fill="hold">
                                          <p:stCondLst>
                                            <p:cond delay="0"/>
                                          </p:stCondLst>
                                        </p:cTn>
                                        <p:tgtEl>
                                          <p:spTgt spid="151"/>
                                        </p:tgtEl>
                                        <p:attrNameLst>
                                          <p:attrName>style.visibility</p:attrName>
                                        </p:attrNameLst>
                                      </p:cBhvr>
                                      <p:to>
                                        <p:strVal val="visible"/>
                                      </p:to>
                                    </p:set>
                                    <p:animScale>
                                      <p:cBhvr>
                                        <p:cTn id="388" dur="1000" fill="hold">
                                          <p:stCondLst>
                                            <p:cond delay="0"/>
                                          </p:stCondLst>
                                        </p:cTn>
                                        <p:tgtEl>
                                          <p:spTgt spid="151"/>
                                        </p:tgtEl>
                                      </p:cBhvr>
                                      <p:from x="250000" y="250000"/>
                                      <p:to x="100000" y="100000"/>
                                    </p:animScale>
                                    <p:animMotion origin="layout" path="M -0.46736 0.92887 C -0.37517 0.88508 -0.02552 0.75279 0.0908 0.66613 C 0.20747 0.57948 0.21649 0.50394 0.23177 0.40825 C 0.24705 0.31256 0.22118 0.15964 0.18264 0.09152 C 0.1441 0.02341 0.03802 0 0 0 E">
                                      <p:cBhvr>
                                        <p:cTn id="389" dur="1000" fill="hold">
                                          <p:stCondLst>
                                            <p:cond delay="0"/>
                                          </p:stCondLst>
                                        </p:cTn>
                                        <p:tgtEl>
                                          <p:spTgt spid="151"/>
                                        </p:tgtEl>
                                      </p:cBhvr>
                                    </p:animMotion>
                                    <p:animEffect filter="fade" transition="in">
                                      <p:cBhvr additive="repl">
                                        <p:cTn id="390" dur="1000"/>
                                        <p:tgtEl>
                                          <p:spTgt spid="151"/>
                                        </p:tgtEl>
                                      </p:cBhvr>
                                    </p:animEffect>
                                  </p:childTnLst>
                                </p:cTn>
                              </p:par>
                            </p:childTnLst>
                          </p:cTn>
                        </p:par>
                      </p:childTnLst>
                    </p:cTn>
                  </p:par>
                  <p:par>
                    <p:cTn id="391" dur="indefinite" nodeType="clickEffect" fill="hold">
                      <p:stCondLst>
                        <p:cond delay="indefinite"/>
                      </p:stCondLst>
                      <p:childTnLst>
                        <p:par>
                          <p:cTn id="392" dur="indefinite" nodeType="withEffect" fill="hold">
                            <p:stCondLst>
                              <p:cond delay="0"/>
                            </p:stCondLst>
                            <p:childTnLst>
                              <p:par>
                                <p:cTn id="393" dur="indefinite" nodeType="clickEffect" fill="hold" presetClass="entr" presetID="3" presetSubtype="10">
                                  <p:stCondLst>
                                    <p:cond delay="0"/>
                                  </p:stCondLst>
                                  <p:childTnLst>
                                    <p:set>
                                      <p:cBhvr>
                                        <p:cTn id="394" dur="1" fill="hold">
                                          <p:stCondLst>
                                            <p:cond delay="0"/>
                                          </p:stCondLst>
                                        </p:cTn>
                                        <p:tgtEl>
                                          <p:spTgt spid="154"/>
                                        </p:tgtEl>
                                        <p:attrNameLst>
                                          <p:attrName>style.visibility</p:attrName>
                                        </p:attrNameLst>
                                      </p:cBhvr>
                                      <p:to>
                                        <p:strVal val="visible"/>
                                      </p:to>
                                    </p:set>
                                    <p:animEffect filter="blinds(horizontal)" transition="in">
                                      <p:cBhvr additive="repl">
                                        <p:cTn id="395" dur="500"/>
                                        <p:tgtEl>
                                          <p:spTgt spid="154"/>
                                        </p:tgtEl>
                                      </p:cBhvr>
                                    </p:animEffect>
                                  </p:childTnLst>
                                </p:cTn>
                              </p:par>
                            </p:childTnLst>
                          </p:cTn>
                        </p:par>
                      </p:childTnLst>
                    </p:cTn>
                  </p:par>
                  <p:par>
                    <p:cTn id="396" dur="indefinite" nodeType="clickEffect" fill="hold">
                      <p:stCondLst>
                        <p:cond delay="indefinite"/>
                      </p:stCondLst>
                      <p:childTnLst>
                        <p:par>
                          <p:cTn id="397" dur="indefinite" nodeType="withEffect" fill="hold">
                            <p:stCondLst>
                              <p:cond delay="0"/>
                            </p:stCondLst>
                            <p:childTnLst>
                              <p:par>
                                <p:cTn id="398" dur="indefinite" nodeType="clickEffect" fill="hold" presetClass="entr" presetID="52">
                                  <p:stCondLst>
                                    <p:cond delay="0"/>
                                  </p:stCondLst>
                                  <p:childTnLst>
                                    <p:set>
                                      <p:cBhvr>
                                        <p:cTn id="399" dur="1" fill="hold">
                                          <p:stCondLst>
                                            <p:cond delay="0"/>
                                          </p:stCondLst>
                                        </p:cTn>
                                        <p:tgtEl>
                                          <p:spTgt spid="152"/>
                                        </p:tgtEl>
                                        <p:attrNameLst>
                                          <p:attrName>style.visibility</p:attrName>
                                        </p:attrNameLst>
                                      </p:cBhvr>
                                      <p:to>
                                        <p:strVal val="visible"/>
                                      </p:to>
                                    </p:set>
                                    <p:animScale>
                                      <p:cBhvr>
                                        <p:cTn id="400" dur="1000" fill="hold">
                                          <p:stCondLst>
                                            <p:cond delay="0"/>
                                          </p:stCondLst>
                                        </p:cTn>
                                        <p:tgtEl>
                                          <p:spTgt spid="152"/>
                                        </p:tgtEl>
                                      </p:cBhvr>
                                      <p:from x="250000" y="250000"/>
                                      <p:to x="100000" y="100000"/>
                                    </p:animScale>
                                    <p:animMotion origin="layout" path="M -0.46736 0.92887 C -0.37517 0.88508 -0.02552 0.75279 0.0908 0.66613 C 0.20747 0.57948 0.21649 0.50394 0.23177 0.40825 C 0.24705 0.31256 0.22118 0.15964 0.18264 0.09152 C 0.1441 0.02341 0.03802 0 0 0 E">
                                      <p:cBhvr>
                                        <p:cTn id="401" dur="1000" fill="hold">
                                          <p:stCondLst>
                                            <p:cond delay="0"/>
                                          </p:stCondLst>
                                        </p:cTn>
                                        <p:tgtEl>
                                          <p:spTgt spid="152"/>
                                        </p:tgtEl>
                                      </p:cBhvr>
                                    </p:animMotion>
                                    <p:animEffect filter="fade" transition="in">
                                      <p:cBhvr additive="repl">
                                        <p:cTn id="402" dur="1000"/>
                                        <p:tgtEl>
                                          <p:spTgt spid="152"/>
                                        </p:tgtEl>
                                      </p:cBhvr>
                                    </p:animEffect>
                                  </p:childTnLst>
                                </p:cTn>
                              </p:par>
                            </p:childTnLst>
                          </p:cTn>
                        </p:par>
                      </p:childTnLst>
                    </p:cTn>
                  </p:par>
                  <p:par>
                    <p:cTn id="403" dur="indefinite" nodeType="clickEffect" fill="hold">
                      <p:stCondLst>
                        <p:cond delay="indefinite"/>
                      </p:stCondLst>
                      <p:childTnLst>
                        <p:par>
                          <p:cTn id="404" dur="indefinite" nodeType="withEffect" fill="hold">
                            <p:stCondLst>
                              <p:cond delay="0"/>
                            </p:stCondLst>
                            <p:childTnLst>
                              <p:par>
                                <p:cTn id="405" dur="indefinite" nodeType="clickEffect" fill="hold" presetClass="entr" presetID="3" presetSubtype="10">
                                  <p:stCondLst>
                                    <p:cond delay="0"/>
                                  </p:stCondLst>
                                  <p:childTnLst>
                                    <p:set>
                                      <p:cBhvr>
                                        <p:cTn id="406" dur="1" fill="hold">
                                          <p:stCondLst>
                                            <p:cond delay="0"/>
                                          </p:stCondLst>
                                        </p:cTn>
                                        <p:tgtEl>
                                          <p:spTgt spid="156"/>
                                        </p:tgtEl>
                                        <p:attrNameLst>
                                          <p:attrName>style.visibility</p:attrName>
                                        </p:attrNameLst>
                                      </p:cBhvr>
                                      <p:to>
                                        <p:strVal val="visible"/>
                                      </p:to>
                                    </p:set>
                                    <p:animEffect filter="blinds(horizontal)" transition="in">
                                      <p:cBhvr additive="repl">
                                        <p:cTn id="407" dur="500"/>
                                        <p:tgtEl>
                                          <p:spTgt spid="156"/>
                                        </p:tgtEl>
                                      </p:cBhvr>
                                    </p:animEffect>
                                  </p:childTnLst>
                                </p:cTn>
                              </p:par>
                            </p:childTnLst>
                          </p:cTn>
                        </p:par>
                      </p:childTnLst>
                    </p:cTn>
                  </p:par>
                  <p:par>
                    <p:cTn id="408" dur="indefinite" nodeType="clickEffect" fill="hold">
                      <p:stCondLst>
                        <p:cond delay="indefinite"/>
                      </p:stCondLst>
                      <p:childTnLst>
                        <p:par>
                          <p:cTn id="409" dur="indefinite" nodeType="withEffect" fill="hold">
                            <p:stCondLst>
                              <p:cond delay="0"/>
                            </p:stCondLst>
                            <p:childTnLst>
                              <p:par>
                                <p:cTn id="410" dur="indefinite" nodeType="clickEffect" fill="hold" presetClass="entr" presetID="52">
                                  <p:stCondLst>
                                    <p:cond delay="0"/>
                                  </p:stCondLst>
                                  <p:childTnLst>
                                    <p:set>
                                      <p:cBhvr>
                                        <p:cTn id="411" dur="1" fill="hold">
                                          <p:stCondLst>
                                            <p:cond delay="0"/>
                                          </p:stCondLst>
                                        </p:cTn>
                                        <p:tgtEl>
                                          <p:spTgt spid="155"/>
                                        </p:tgtEl>
                                        <p:attrNameLst>
                                          <p:attrName>style.visibility</p:attrName>
                                        </p:attrNameLst>
                                      </p:cBhvr>
                                      <p:to>
                                        <p:strVal val="visible"/>
                                      </p:to>
                                    </p:set>
                                    <p:animScale>
                                      <p:cBhvr>
                                        <p:cTn id="412" dur="1000" fill="hold">
                                          <p:stCondLst>
                                            <p:cond delay="0"/>
                                          </p:stCondLst>
                                        </p:cTn>
                                        <p:tgtEl>
                                          <p:spTgt spid="155"/>
                                        </p:tgtEl>
                                      </p:cBhvr>
                                      <p:from x="250000" y="250000"/>
                                      <p:to x="100000" y="100000"/>
                                    </p:animScale>
                                    <p:animMotion origin="layout" path="M -0.46736 0.92887 C -0.37517 0.88508 -0.02552 0.75279 0.0908 0.66613 C 0.20747 0.57948 0.21649 0.50394 0.23177 0.40825 C 0.24705 0.31256 0.22118 0.15964 0.18264 0.09152 C 0.1441 0.02341 0.03802 0 0 0 E">
                                      <p:cBhvr>
                                        <p:cTn id="413" dur="1000" fill="hold">
                                          <p:stCondLst>
                                            <p:cond delay="0"/>
                                          </p:stCondLst>
                                        </p:cTn>
                                        <p:tgtEl>
                                          <p:spTgt spid="155"/>
                                        </p:tgtEl>
                                      </p:cBhvr>
                                    </p:animMotion>
                                    <p:animEffect filter="fade" transition="in">
                                      <p:cBhvr additive="repl">
                                        <p:cTn id="414" dur="1000"/>
                                        <p:tgtEl>
                                          <p:spTgt spid="155"/>
                                        </p:tgtEl>
                                      </p:cBhvr>
                                    </p:animEffect>
                                  </p:childTnLst>
                                </p:cTn>
                              </p:par>
                            </p:childTnLst>
                          </p:cTn>
                        </p:par>
                      </p:childTnLst>
                    </p:cTn>
                  </p:par>
                  <p:par>
                    <p:cTn id="415" dur="indefinite" nodeType="clickEffect" fill="hold">
                      <p:stCondLst>
                        <p:cond delay="indefinite"/>
                      </p:stCondLst>
                      <p:childTnLst>
                        <p:par>
                          <p:cTn id="416" dur="indefinite" nodeType="withEffect" fill="hold">
                            <p:stCondLst>
                              <p:cond delay="0"/>
                            </p:stCondLst>
                            <p:childTnLst>
                              <p:par>
                                <p:cTn id="417" dur="indefinite" nodeType="clickEffect" fill="hold" presetClass="entr" presetID="3" presetSubtype="10">
                                  <p:stCondLst>
                                    <p:cond delay="0"/>
                                  </p:stCondLst>
                                  <p:childTnLst>
                                    <p:set>
                                      <p:cBhvr>
                                        <p:cTn id="418" dur="1" fill="hold">
                                          <p:stCondLst>
                                            <p:cond delay="0"/>
                                          </p:stCondLst>
                                        </p:cTn>
                                        <p:tgtEl>
                                          <p:spTgt spid="158"/>
                                        </p:tgtEl>
                                        <p:attrNameLst>
                                          <p:attrName>style.visibility</p:attrName>
                                        </p:attrNameLst>
                                      </p:cBhvr>
                                      <p:to>
                                        <p:strVal val="visible"/>
                                      </p:to>
                                    </p:set>
                                    <p:animEffect filter="blinds(horizontal)" transition="in">
                                      <p:cBhvr additive="repl">
                                        <p:cTn id="419" dur="500"/>
                                        <p:tgtEl>
                                          <p:spTgt spid="158"/>
                                        </p:tgtEl>
                                      </p:cBhvr>
                                    </p:animEffect>
                                  </p:childTnLst>
                                </p:cTn>
                              </p:par>
                            </p:childTnLst>
                          </p:cTn>
                        </p:par>
                      </p:childTnLst>
                    </p:cTn>
                  </p:par>
                  <p:par>
                    <p:cTn id="420" dur="indefinite" nodeType="clickEffect" fill="hold">
                      <p:stCondLst>
                        <p:cond delay="indefinite"/>
                      </p:stCondLst>
                      <p:childTnLst>
                        <p:par>
                          <p:cTn id="421" dur="indefinite" nodeType="withEffect" fill="hold">
                            <p:stCondLst>
                              <p:cond delay="0"/>
                            </p:stCondLst>
                            <p:childTnLst>
                              <p:par>
                                <p:cTn id="422" dur="indefinite" nodeType="clickEffect" fill="hold" presetClass="entr" presetID="52">
                                  <p:stCondLst>
                                    <p:cond delay="0"/>
                                  </p:stCondLst>
                                  <p:childTnLst>
                                    <p:set>
                                      <p:cBhvr>
                                        <p:cTn id="423" dur="1" fill="hold">
                                          <p:stCondLst>
                                            <p:cond delay="0"/>
                                          </p:stCondLst>
                                        </p:cTn>
                                        <p:tgtEl>
                                          <p:spTgt spid="157"/>
                                        </p:tgtEl>
                                        <p:attrNameLst>
                                          <p:attrName>style.visibility</p:attrName>
                                        </p:attrNameLst>
                                      </p:cBhvr>
                                      <p:to>
                                        <p:strVal val="visible"/>
                                      </p:to>
                                    </p:set>
                                    <p:animScale>
                                      <p:cBhvr>
                                        <p:cTn id="424" dur="1000" fill="hold">
                                          <p:stCondLst>
                                            <p:cond delay="0"/>
                                          </p:stCondLst>
                                        </p:cTn>
                                        <p:tgtEl>
                                          <p:spTgt spid="157"/>
                                        </p:tgtEl>
                                      </p:cBhvr>
                                      <p:from x="250000" y="250000"/>
                                      <p:to x="100000" y="100000"/>
                                    </p:animScale>
                                    <p:animMotion origin="layout" path="M -0.46736 0.92887 C -0.37517 0.88508 -0.02552 0.75279 0.0908 0.66613 C 0.20747 0.57948 0.21649 0.50394 0.23177 0.40825 C 0.24705 0.31256 0.22118 0.15964 0.18264 0.09152 C 0.1441 0.02341 0.03802 0 0 0 E">
                                      <p:cBhvr>
                                        <p:cTn id="425" dur="1000" fill="hold">
                                          <p:stCondLst>
                                            <p:cond delay="0"/>
                                          </p:stCondLst>
                                        </p:cTn>
                                        <p:tgtEl>
                                          <p:spTgt spid="157"/>
                                        </p:tgtEl>
                                      </p:cBhvr>
                                    </p:animMotion>
                                    <p:animEffect filter="fade" transition="in">
                                      <p:cBhvr additive="repl">
                                        <p:cTn id="426" dur="1000"/>
                                        <p:tgtEl>
                                          <p:spTgt spid="1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159" name=""/>
          <p:cNvSpPr/>
          <p:nvPr/>
        </p:nvSpPr>
        <p:spPr>
          <a:xfrm>
            <a:off x="7099200" y="6246720"/>
            <a:ext cx="2311560" cy="453960"/>
          </a:xfrm>
          <a:prstGeom prst="rect">
            <a:avLst/>
          </a:prstGeom>
          <a:noFill/>
          <a:ln w="0">
            <a:noFill/>
          </a:ln>
        </p:spPr>
        <p:style>
          <a:lnRef idx="0"/>
          <a:fillRef idx="0"/>
          <a:effectRef idx="0"/>
          <a:fontRef idx="minor"/>
        </p:style>
        <p:txBody>
          <a:bodyPr lIns="95760" rIns="95760" tIns="47880" bIns="47880" anchor="b">
            <a:noAutofit/>
          </a:bodyPr>
          <a:p>
            <a:pPr algn="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fld id="{2FFC5D74-F532-4454-A064-5CC339C2676F}" type="slidenum">
              <a:rPr b="0" lang="en-US" sz="1200" strike="noStrike" u="none">
                <a:solidFill>
                  <a:srgbClr val="ffffff"/>
                </a:solidFill>
                <a:effectLst/>
                <a:uFillTx/>
                <a:latin typeface="Arial"/>
              </a:rPr>
              <a:t>&lt;number&gt;</a:t>
            </a:fld>
            <a:endParaRPr b="0" lang="en-US" sz="1200" strike="noStrike" u="none">
              <a:solidFill>
                <a:srgbClr val="ffffff"/>
              </a:solidFill>
              <a:effectLst/>
              <a:uFillTx/>
              <a:latin typeface="VNI-Times"/>
            </a:endParaRPr>
          </a:p>
        </p:txBody>
      </p:sp>
      <p:sp>
        <p:nvSpPr>
          <p:cNvPr id="160" name=""/>
          <p:cNvSpPr/>
          <p:nvPr/>
        </p:nvSpPr>
        <p:spPr>
          <a:xfrm>
            <a:off x="304920" y="380880"/>
            <a:ext cx="9144000" cy="6248520"/>
          </a:xfrm>
          <a:prstGeom prst="rect">
            <a:avLst/>
          </a:prstGeom>
          <a:noFill/>
          <a:ln w="0">
            <a:noFill/>
          </a:ln>
        </p:spPr>
        <p:style>
          <a:lnRef idx="0"/>
          <a:fillRef idx="0"/>
          <a:effectRef idx="0"/>
          <a:fontRef idx="minor"/>
        </p:style>
        <p:txBody>
          <a:bodyPr lIns="95760" rIns="95760" tIns="47880" bIns="47880" anchor="t">
            <a:noAutofit/>
          </a:bodyPr>
          <a:p>
            <a:pPr>
              <a:lnSpc>
                <a:spcPct val="100000"/>
              </a:lnSpc>
              <a:spcBef>
                <a:spcPts val="1188"/>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i="1" lang="en-US" sz="4600" strike="noStrike" u="none">
                <a:solidFill>
                  <a:srgbClr val="86d1ec"/>
                </a:solidFill>
                <a:effectLst/>
                <a:uFillTx/>
                <a:latin typeface=".VnArial"/>
              </a:rPr>
              <a:t>	</a:t>
            </a:r>
            <a:endParaRPr b="0" lang="en-US" sz="4600" strike="noStrike" u="none">
              <a:solidFill>
                <a:srgbClr val="ffffff"/>
              </a:solidFill>
              <a:effectLst/>
              <a:uFillTx/>
              <a:latin typeface="VNI-Times"/>
            </a:endParaRPr>
          </a:p>
          <a:p>
            <a:pPr>
              <a:lnSpc>
                <a:spcPct val="100000"/>
              </a:lnSpc>
              <a:spcBef>
                <a:spcPts val="1188"/>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4600" strike="noStrike" u="none">
              <a:solidFill>
                <a:srgbClr val="ffffff"/>
              </a:solidFill>
              <a:effectLst/>
              <a:uFillTx/>
              <a:latin typeface="VNI-Times"/>
            </a:endParaRPr>
          </a:p>
        </p:txBody>
      </p:sp>
      <p:sp>
        <p:nvSpPr>
          <p:cNvPr id="161" name=""/>
          <p:cNvSpPr/>
          <p:nvPr/>
        </p:nvSpPr>
        <p:spPr>
          <a:xfrm>
            <a:off x="990720" y="533520"/>
            <a:ext cx="7619760" cy="914400"/>
          </a:xfrm>
          <a:prstGeom prst="rect">
            <a:avLst/>
          </a:prstGeom>
          <a:solidFill>
            <a:srgbClr val="3366ff"/>
          </a:solidFill>
          <a:ln w="9360">
            <a:solidFill>
              <a:srgbClr val="ffffff"/>
            </a:solidFill>
            <a:round/>
          </a:ln>
        </p:spPr>
        <p:style>
          <a:lnRef idx="0"/>
          <a:fillRef idx="0"/>
          <a:effectRef idx="0"/>
          <a:fontRef idx="minor"/>
        </p:style>
        <p:txBody>
          <a:bodyPr lIns="90000" rIns="90000" tIns="46800" bIns="46800" anchor="t">
            <a:noAutofit/>
          </a:bodyPr>
          <a:p>
            <a:pPr>
              <a:lnSpc>
                <a:spcPct val="100000"/>
              </a:lnSpc>
              <a:spcBef>
                <a:spcPts val="88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i="1" lang="pl-PL" sz="3400" strike="noStrike" u="none">
                <a:solidFill>
                  <a:srgbClr val="ffffff"/>
                </a:solidFill>
                <a:effectLst/>
                <a:uFillTx/>
                <a:latin typeface="Arial"/>
              </a:rPr>
              <a:t>4.2. Đánh giá môn học </a:t>
            </a:r>
            <a:endParaRPr b="0" lang="en-US" sz="3400" strike="noStrike" u="none">
              <a:solidFill>
                <a:srgbClr val="ffffff"/>
              </a:solidFill>
              <a:effectLst/>
              <a:uFillTx/>
              <a:latin typeface="VNI-Times"/>
            </a:endParaRPr>
          </a:p>
        </p:txBody>
      </p:sp>
      <p:sp>
        <p:nvSpPr>
          <p:cNvPr id="162" name=""/>
          <p:cNvSpPr/>
          <p:nvPr/>
        </p:nvSpPr>
        <p:spPr>
          <a:xfrm>
            <a:off x="533520" y="2133720"/>
            <a:ext cx="3657600" cy="4190760"/>
          </a:xfrm>
          <a:prstGeom prst="rect">
            <a:avLst/>
          </a:prstGeom>
          <a:solidFill>
            <a:srgbClr val="3366ff"/>
          </a:solidFill>
          <a:ln w="9360">
            <a:solidFill>
              <a:srgbClr val="ffffff"/>
            </a:solidFill>
            <a:round/>
          </a:ln>
        </p:spPr>
        <p:style>
          <a:lnRef idx="0"/>
          <a:fillRef idx="0"/>
          <a:effectRef idx="0"/>
          <a:fontRef idx="minor"/>
        </p:style>
        <p:txBody>
          <a:bodyPr lIns="90000" rIns="90000" tIns="46800" bIns="46800" anchor="t">
            <a:noAutofit/>
          </a:bodyPr>
          <a:p>
            <a:pPr algn="ctr">
              <a:lnSpc>
                <a:spcPct val="100000"/>
              </a:lnSpc>
              <a:spcBef>
                <a:spcPts val="37"/>
              </a:spcBef>
              <a:spcAft>
                <a:spcPts val="37"/>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r>
              <a:rPr b="0" lang="vi-VN" sz="3200" strike="noStrike" u="none">
                <a:solidFill>
                  <a:srgbClr val="ffffff"/>
                </a:solidFill>
                <a:effectLst/>
                <a:uFillTx/>
                <a:latin typeface="Arial"/>
              </a:rPr>
              <a:t>Thông tư 04/2022/TT-BLĐTBXH ngày 30/3/2022 của Bộ Lao động – Thương binh</a:t>
            </a:r>
            <a:endParaRPr b="0" lang="en-US" sz="3200" strike="noStrike" u="none">
              <a:solidFill>
                <a:srgbClr val="ffffff"/>
              </a:solidFill>
              <a:effectLst/>
              <a:uFillTx/>
              <a:latin typeface="VNI-Times"/>
            </a:endParaRPr>
          </a:p>
        </p:txBody>
      </p:sp>
      <p:sp>
        <p:nvSpPr>
          <p:cNvPr id="163" name=""/>
          <p:cNvSpPr/>
          <p:nvPr/>
        </p:nvSpPr>
        <p:spPr>
          <a:xfrm>
            <a:off x="4724280" y="2209680"/>
            <a:ext cx="3886200" cy="3965760"/>
          </a:xfrm>
          <a:prstGeom prst="rect">
            <a:avLst/>
          </a:prstGeom>
          <a:solidFill>
            <a:srgbClr val="3366ff"/>
          </a:solidFill>
          <a:ln w="9360">
            <a:solidFill>
              <a:srgbClr val="ffffff"/>
            </a:solidFill>
            <a:round/>
          </a:ln>
        </p:spPr>
        <p:style>
          <a:lnRef idx="0"/>
          <a:fillRef idx="0"/>
          <a:effectRef idx="0"/>
          <a:fontRef idx="minor"/>
        </p:style>
        <p:txBody>
          <a:bodyPr lIns="90000" rIns="90000" tIns="46800" bIns="46800" anchor="t">
            <a:noAutofit/>
          </a:bodyPr>
          <a:p>
            <a:pPr algn="ctr">
              <a:lnSpc>
                <a:spcPct val="100000"/>
              </a:lnSpc>
              <a:spcBef>
                <a:spcPts val="37"/>
              </a:spcBef>
              <a:spcAft>
                <a:spcPts val="37"/>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r>
              <a:rPr b="0" lang="nl-NL" sz="2800" strike="noStrike" u="none">
                <a:solidFill>
                  <a:srgbClr val="ffffff"/>
                </a:solidFill>
                <a:effectLst/>
                <a:uFillTx/>
                <a:latin typeface="Arial"/>
              </a:rPr>
              <a:t>Có ý nghĩa nền tảng để mỗi người vận dụng vào thực tiễn cuộc sống, rèn luyện phẩm chất chính trị, đạo đức, lối sống...để tu dưỡng, rèn luyện trở thành người công dân tốt, người lao động tốt. </a:t>
            </a:r>
            <a:endParaRPr b="0" lang="en-US" sz="2800" strike="noStrike" u="none">
              <a:solidFill>
                <a:srgbClr val="ffffff"/>
              </a:solidFill>
              <a:effectLst/>
              <a:uFillTx/>
              <a:latin typeface="VNI-Times"/>
            </a:endParaRPr>
          </a:p>
          <a:p>
            <a:pPr algn="ctr">
              <a:lnSpc>
                <a:spcPct val="100000"/>
              </a:lnSpc>
              <a:spcBef>
                <a:spcPts val="37"/>
              </a:spcBef>
              <a:spcAft>
                <a:spcPts val="37"/>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endParaRPr b="0" lang="en-US" sz="2800" strike="noStrike" u="none">
              <a:solidFill>
                <a:srgbClr val="ffffff"/>
              </a:solidFill>
              <a:effectLst/>
              <a:uFillTx/>
              <a:latin typeface="VNI-Times"/>
            </a:endParaRPr>
          </a:p>
        </p:txBody>
      </p:sp>
      <p:cxnSp>
        <p:nvCxnSpPr>
          <p:cNvPr id="164" name=""/>
          <p:cNvCxnSpPr/>
          <p:nvPr/>
        </p:nvCxnSpPr>
        <p:spPr>
          <a:xfrm flipV="1" rot="10800000">
            <a:off x="2747160" y="1523520"/>
            <a:ext cx="2134440" cy="535680"/>
          </a:xfrm>
          <a:prstGeom prst="bentConnector3">
            <a:avLst>
              <a:gd name="adj1" fmla="val 49983"/>
            </a:avLst>
          </a:prstGeom>
          <a:ln w="41400">
            <a:solidFill>
              <a:srgbClr val="ffffff"/>
            </a:solidFill>
            <a:round/>
            <a:tailEnd len="med" type="triangle" w="med"/>
          </a:ln>
        </p:spPr>
      </p:cxnSp>
      <p:cxnSp>
        <p:nvCxnSpPr>
          <p:cNvPr id="165" name=""/>
          <p:cNvCxnSpPr/>
          <p:nvPr/>
        </p:nvCxnSpPr>
        <p:spPr>
          <a:xfrm>
            <a:off x="4876560" y="1523880"/>
            <a:ext cx="1981800" cy="613440"/>
          </a:xfrm>
          <a:prstGeom prst="bentConnector3">
            <a:avLst>
              <a:gd name="adj1" fmla="val 50000"/>
            </a:avLst>
          </a:prstGeom>
          <a:ln w="44280">
            <a:solidFill>
              <a:srgbClr val="ffffff"/>
            </a:solidFill>
            <a:round/>
            <a:tailEnd len="med" type="triangle" w="med"/>
          </a:ln>
        </p:spPr>
      </p:cxnSp>
    </p:spTree>
  </p:cSld>
  <p:timing>
    <p:tnLst>
      <p:par>
        <p:cTn id="427" dur="indefinite" restart="never" nodeType="tmRoot">
          <p:childTnLst>
            <p:seq>
              <p:cTn id="428" dur="indefinite" nodeType="mainSeq">
                <p:childTnLst>
                  <p:par>
                    <p:cTn id="429" dur="indefinite" nodeType="clickEffect" fill="hold">
                      <p:stCondLst>
                        <p:cond delay="indefinite"/>
                      </p:stCondLst>
                      <p:childTnLst>
                        <p:par>
                          <p:cTn id="430" dur="indefinite" nodeType="withEffect" fill="hold">
                            <p:stCondLst>
                              <p:cond delay="0"/>
                            </p:stCondLst>
                            <p:childTnLst>
                              <p:par>
                                <p:cTn id="431" dur="indefinite" nodeType="clickEffect" fill="hold" presetClass="entr" presetID="3" presetSubtype="10">
                                  <p:stCondLst>
                                    <p:cond delay="0"/>
                                  </p:stCondLst>
                                  <p:childTnLst>
                                    <p:set>
                                      <p:cBhvr>
                                        <p:cTn id="432" dur="1" fill="hold">
                                          <p:stCondLst>
                                            <p:cond delay="0"/>
                                          </p:stCondLst>
                                        </p:cTn>
                                        <p:tgtEl>
                                          <p:spTgt spid="161"/>
                                        </p:tgtEl>
                                        <p:attrNameLst>
                                          <p:attrName>style.visibility</p:attrName>
                                        </p:attrNameLst>
                                      </p:cBhvr>
                                      <p:to>
                                        <p:strVal val="visible"/>
                                      </p:to>
                                    </p:set>
                                    <p:animEffect filter="blinds(horizontal)" transition="in">
                                      <p:cBhvr additive="repl">
                                        <p:cTn id="433" dur="500"/>
                                        <p:tgtEl>
                                          <p:spTgt spid="161"/>
                                        </p:tgtEl>
                                      </p:cBhvr>
                                    </p:animEffect>
                                  </p:childTnLst>
                                </p:cTn>
                              </p:par>
                            </p:childTnLst>
                          </p:cTn>
                        </p:par>
                      </p:childTnLst>
                    </p:cTn>
                  </p:par>
                  <p:par>
                    <p:cTn id="434" dur="indefinite" nodeType="clickEffect" fill="hold">
                      <p:stCondLst>
                        <p:cond delay="indefinite"/>
                      </p:stCondLst>
                      <p:childTnLst>
                        <p:par>
                          <p:cTn id="435" dur="indefinite" nodeType="withEffect" fill="hold">
                            <p:stCondLst>
                              <p:cond delay="0"/>
                            </p:stCondLst>
                            <p:childTnLst>
                              <p:par>
                                <p:cTn id="436" dur="indefinite" nodeType="clickEffect" fill="hold" presetClass="entr" presetID="3" presetSubtype="10">
                                  <p:stCondLst>
                                    <p:cond delay="0"/>
                                  </p:stCondLst>
                                  <p:childTnLst>
                                    <p:set>
                                      <p:cBhvr>
                                        <p:cTn id="437" dur="1" fill="hold">
                                          <p:stCondLst>
                                            <p:cond delay="0"/>
                                          </p:stCondLst>
                                        </p:cTn>
                                        <p:tgtEl>
                                          <p:spTgt spid="164"/>
                                        </p:tgtEl>
                                        <p:attrNameLst>
                                          <p:attrName>style.visibility</p:attrName>
                                        </p:attrNameLst>
                                      </p:cBhvr>
                                      <p:to>
                                        <p:strVal val="visible"/>
                                      </p:to>
                                    </p:set>
                                    <p:animEffect filter="blinds(horizontal)" transition="in">
                                      <p:cBhvr additive="repl">
                                        <p:cTn id="438" dur="500"/>
                                        <p:tgtEl>
                                          <p:spTgt spid="164"/>
                                        </p:tgtEl>
                                      </p:cBhvr>
                                    </p:animEffect>
                                  </p:childTnLst>
                                </p:cTn>
                              </p:par>
                            </p:childTnLst>
                          </p:cTn>
                        </p:par>
                      </p:childTnLst>
                    </p:cTn>
                  </p:par>
                  <p:par>
                    <p:cTn id="439" dur="indefinite" nodeType="clickEffect" fill="hold">
                      <p:stCondLst>
                        <p:cond delay="indefinite"/>
                      </p:stCondLst>
                      <p:childTnLst>
                        <p:par>
                          <p:cTn id="440" dur="indefinite" nodeType="withEffect" fill="hold">
                            <p:stCondLst>
                              <p:cond delay="0"/>
                            </p:stCondLst>
                            <p:childTnLst>
                              <p:par>
                                <p:cTn id="441" dur="indefinite" nodeType="clickEffect" fill="hold" presetClass="entr" presetID="51">
                                  <p:stCondLst>
                                    <p:cond delay="0"/>
                                  </p:stCondLst>
                                  <p:childTnLst>
                                    <p:set>
                                      <p:cBhvr>
                                        <p:cTn id="442" dur="1" fill="hold">
                                          <p:stCondLst>
                                            <p:cond delay="0"/>
                                          </p:stCondLst>
                                        </p:cTn>
                                        <p:tgtEl>
                                          <p:spTgt spid="162"/>
                                        </p:tgtEl>
                                        <p:attrNameLst>
                                          <p:attrName>style.visibility</p:attrName>
                                        </p:attrNameLst>
                                      </p:cBhvr>
                                      <p:to>
                                        <p:strVal val="visible"/>
                                      </p:to>
                                    </p:set>
                                    <p:animEffect filter="fade" transition="in">
                                      <p:cBhvr additive="repl">
                                        <p:cTn id="443" dur="770"/>
                                        <p:tgtEl>
                                          <p:spTgt spid="162"/>
                                        </p:tgtEl>
                                      </p:cBhvr>
                                    </p:animEffect>
                                    <p:animScale>
                                      <p:cBhvr>
                                        <p:cTn id="444" dur="770" fill="hold"/>
                                        <p:tgtEl>
                                          <p:spTgt spid="162"/>
                                        </p:tgtEl>
                                      </p:cBhvr>
                                      <p:from x="10000" y="10000"/>
                                      <p:to x="200000" y="450000"/>
                                    </p:animScale>
                                    <p:animScale>
                                      <p:cBhvr>
                                        <p:cTn id="445" dur="1230" fill="hold">
                                          <p:stCondLst>
                                            <p:cond delay="770"/>
                                          </p:stCondLst>
                                        </p:cTn>
                                        <p:tgtEl>
                                          <p:spTgt spid="162"/>
                                        </p:tgtEl>
                                      </p:cBhvr>
                                      <p:from x="200000" y="450000"/>
                                      <p:to x="100000" y="100000"/>
                                    </p:animScale>
                                    <p:set>
                                      <p:cBhvr>
                                        <p:cTn id="446" dur="770" fill="hold"/>
                                        <p:tgtEl>
                                          <p:spTgt spid="162"/>
                                        </p:tgtEl>
                                        <p:attrNameLst>
                                          <p:attrName>ppt_x</p:attrName>
                                        </p:attrNameLst>
                                      </p:cBhvr>
                                      <p:to>
                                        <p:strVal val="(0.5)"/>
                                      </p:to>
                                    </p:set>
                                    <p:anim calcmode="lin" valueType="num" from="(0.5)" to="(#ppt_x)">
                                      <p:cBhvr additive="repl">
                                        <p:cTn id="447" dur="1230" fill="hold">
                                          <p:stCondLst>
                                            <p:cond delay="770"/>
                                          </p:stCondLst>
                                        </p:cTn>
                                        <p:tgtEl>
                                          <p:spTgt spid="162"/>
                                        </p:tgtEl>
                                        <p:attrNameLst>
                                          <p:attrName>ppt_x</p:attrName>
                                        </p:attrNameLst>
                                      </p:cBhvr>
                                    </p:anim>
                                    <p:set>
                                      <p:cBhvr>
                                        <p:cTn id="448" dur="770" fill="hold"/>
                                        <p:tgtEl>
                                          <p:spTgt spid="162"/>
                                        </p:tgtEl>
                                        <p:attrNameLst>
                                          <p:attrName>ppt_y</p:attrName>
                                        </p:attrNameLst>
                                      </p:cBhvr>
                                      <p:to>
                                        <p:strVal val="(#ppt_y+0.4)"/>
                                      </p:to>
                                    </p:set>
                                    <p:anim calcmode="lin" valueType="num" from="(#ppt_y+0.4)" to="(#ppt_y)">
                                      <p:cBhvr additive="repl">
                                        <p:cTn id="449" dur="1230" fill="hold">
                                          <p:stCondLst>
                                            <p:cond delay="770"/>
                                          </p:stCondLst>
                                        </p:cTn>
                                        <p:tgtEl>
                                          <p:spTgt spid="162"/>
                                        </p:tgtEl>
                                        <p:attrNameLst>
                                          <p:attrName>ppt_y</p:attrName>
                                        </p:attrNameLst>
                                      </p:cBhvr>
                                    </p:anim>
                                  </p:childTnLst>
                                </p:cTn>
                              </p:par>
                            </p:childTnLst>
                          </p:cTn>
                        </p:par>
                      </p:childTnLst>
                    </p:cTn>
                  </p:par>
                  <p:par>
                    <p:cTn id="450" dur="indefinite" nodeType="clickEffect" fill="hold">
                      <p:stCondLst>
                        <p:cond delay="indefinite"/>
                      </p:stCondLst>
                      <p:childTnLst>
                        <p:par>
                          <p:cTn id="451" dur="indefinite" nodeType="withEffect" fill="hold">
                            <p:stCondLst>
                              <p:cond delay="0"/>
                            </p:stCondLst>
                            <p:childTnLst>
                              <p:par>
                                <p:cTn id="452" dur="indefinite" nodeType="clickEffect" fill="hold" presetClass="entr" presetID="52">
                                  <p:stCondLst>
                                    <p:cond delay="0"/>
                                  </p:stCondLst>
                                  <p:childTnLst>
                                    <p:set>
                                      <p:cBhvr>
                                        <p:cTn id="453" dur="1" fill="hold">
                                          <p:stCondLst>
                                            <p:cond delay="0"/>
                                          </p:stCondLst>
                                        </p:cTn>
                                        <p:tgtEl>
                                          <p:spTgt spid="165"/>
                                        </p:tgtEl>
                                        <p:attrNameLst>
                                          <p:attrName>style.visibility</p:attrName>
                                        </p:attrNameLst>
                                      </p:cBhvr>
                                      <p:to>
                                        <p:strVal val="visible"/>
                                      </p:to>
                                    </p:set>
                                    <p:animScale>
                                      <p:cBhvr>
                                        <p:cTn id="454" dur="1000" fill="hold">
                                          <p:stCondLst>
                                            <p:cond delay="0"/>
                                          </p:stCondLst>
                                        </p:cTn>
                                        <p:tgtEl>
                                          <p:spTgt spid="165"/>
                                        </p:tgtEl>
                                      </p:cBhvr>
                                      <p:from x="250000" y="250000"/>
                                      <p:to x="100000" y="100000"/>
                                    </p:animScale>
                                    <p:animMotion origin="layout" path="M -0.46736 0.92887 C -0.37517 0.88508 -0.02552 0.75279 0.0908 0.66613 C 0.20747 0.57948 0.21649 0.50394 0.23177 0.40825 C 0.24705 0.31256 0.22118 0.15964 0.18264 0.09152 C 0.1441 0.02341 0.03802 0 0 0 E">
                                      <p:cBhvr>
                                        <p:cTn id="455" dur="1000" fill="hold">
                                          <p:stCondLst>
                                            <p:cond delay="0"/>
                                          </p:stCondLst>
                                        </p:cTn>
                                        <p:tgtEl>
                                          <p:spTgt spid="165"/>
                                        </p:tgtEl>
                                      </p:cBhvr>
                                    </p:animMotion>
                                    <p:animEffect filter="fade" transition="in">
                                      <p:cBhvr additive="repl">
                                        <p:cTn id="456" dur="1000"/>
                                        <p:tgtEl>
                                          <p:spTgt spid="165"/>
                                        </p:tgtEl>
                                      </p:cBhvr>
                                    </p:animEffect>
                                  </p:childTnLst>
                                </p:cTn>
                              </p:par>
                            </p:childTnLst>
                          </p:cTn>
                        </p:par>
                      </p:childTnLst>
                    </p:cTn>
                  </p:par>
                  <p:par>
                    <p:cTn id="457" dur="indefinite" nodeType="clickEffect" fill="hold">
                      <p:stCondLst>
                        <p:cond delay="indefinite"/>
                      </p:stCondLst>
                      <p:childTnLst>
                        <p:par>
                          <p:cTn id="458" dur="indefinite" nodeType="withEffect" fill="hold">
                            <p:stCondLst>
                              <p:cond delay="0"/>
                            </p:stCondLst>
                            <p:childTnLst>
                              <p:par>
                                <p:cTn id="459" dur="indefinite" nodeType="clickEffect" fill="hold" presetClass="entr" presetID="39">
                                  <p:stCondLst>
                                    <p:cond delay="0"/>
                                  </p:stCondLst>
                                  <p:childTnLst>
                                    <p:set>
                                      <p:cBhvr>
                                        <p:cTn id="460" dur="1" fill="hold">
                                          <p:stCondLst>
                                            <p:cond delay="0"/>
                                          </p:stCondLst>
                                        </p:cTn>
                                        <p:tgtEl>
                                          <p:spTgt spid="163"/>
                                        </p:tgtEl>
                                        <p:attrNameLst>
                                          <p:attrName>style.visibility</p:attrName>
                                        </p:attrNameLst>
                                      </p:cBhvr>
                                      <p:to>
                                        <p:strVal val="visible"/>
                                      </p:to>
                                    </p:set>
                                    <p:anim calcmode="lin" valueType="num">
                                      <p:cBhvr additive="repl">
                                        <p:cTn id="461" dur="500" fill="hold"/>
                                        <p:tgtEl>
                                          <p:spTgt spid="163"/>
                                        </p:tgtEl>
                                        <p:attrNameLst>
                                          <p:attrName>ppt_h</p:attrName>
                                        </p:attrNameLst>
                                      </p:cBhvr>
                                      <p:tavLst>
                                        <p:tav tm="0">
                                          <p:val>
                                            <p:strVal val="#ppt_h/20"/>
                                          </p:val>
                                        </p:tav>
                                        <p:tav tm="50000">
                                          <p:val>
                                            <p:strVal val="#ppt_h/20"/>
                                          </p:val>
                                        </p:tav>
                                        <p:tav tm="100000">
                                          <p:val>
                                            <p:strVal val="#ppt_h"/>
                                          </p:val>
                                        </p:tav>
                                      </p:tavLst>
                                    </p:anim>
                                    <p:anim calcmode="lin" valueType="num">
                                      <p:cBhvr additive="repl">
                                        <p:cTn id="462" dur="500" fill="hold"/>
                                        <p:tgtEl>
                                          <p:spTgt spid="163"/>
                                        </p:tgtEl>
                                        <p:attrNameLst>
                                          <p:attrName>ppt_w</p:attrName>
                                        </p:attrNameLst>
                                      </p:cBhvr>
                                      <p:tavLst>
                                        <p:tav tm="0">
                                          <p:val>
                                            <p:strVal val="#ppt_w+.3"/>
                                          </p:val>
                                        </p:tav>
                                        <p:tav tm="50000">
                                          <p:val>
                                            <p:strVal val="#ppt_w+.3"/>
                                          </p:val>
                                        </p:tav>
                                        <p:tav tm="100000">
                                          <p:val>
                                            <p:strVal val="#ppt_w"/>
                                          </p:val>
                                        </p:tav>
                                      </p:tavLst>
                                    </p:anim>
                                    <p:anim calcmode="lin" valueType="num">
                                      <p:cBhvr additive="repl">
                                        <p:cTn id="463" dur="500" fill="hold"/>
                                        <p:tgtEl>
                                          <p:spTgt spid="163"/>
                                        </p:tgtEl>
                                        <p:attrNameLst>
                                          <p:attrName>ppt_x</p:attrName>
                                        </p:attrNameLst>
                                      </p:cBhvr>
                                      <p:tavLst>
                                        <p:tav tm="0">
                                          <p:val>
                                            <p:strVal val="#ppt_x-.3"/>
                                          </p:val>
                                        </p:tav>
                                        <p:tav tm="50000">
                                          <p:val>
                                            <p:strVal val="#ppt_x"/>
                                          </p:val>
                                        </p:tav>
                                        <p:tav tm="100000">
                                          <p:val>
                                            <p:strVal val="#ppt_x"/>
                                          </p:val>
                                        </p:tav>
                                      </p:tavLst>
                                    </p:anim>
                                    <p:anim calcmode="lin" valueType="num">
                                      <p:cBhvr additive="repl">
                                        <p:cTn id="464" dur="500" fill="hold"/>
                                        <p:tgtEl>
                                          <p:spTgt spid="1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166" name=""/>
          <p:cNvSpPr/>
          <p:nvPr/>
        </p:nvSpPr>
        <p:spPr>
          <a:xfrm>
            <a:off x="7099200" y="6246720"/>
            <a:ext cx="2311560" cy="453960"/>
          </a:xfrm>
          <a:prstGeom prst="rect">
            <a:avLst/>
          </a:prstGeom>
          <a:noFill/>
          <a:ln w="0">
            <a:noFill/>
          </a:ln>
        </p:spPr>
        <p:style>
          <a:lnRef idx="0"/>
          <a:fillRef idx="0"/>
          <a:effectRef idx="0"/>
          <a:fontRef idx="minor"/>
        </p:style>
        <p:txBody>
          <a:bodyPr lIns="95760" rIns="95760" tIns="47880" bIns="47880" anchor="b">
            <a:noAutofit/>
          </a:bodyPr>
          <a:p>
            <a:pPr algn="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fld id="{4AEDD541-A9A0-4B78-8097-9EA4D64DB823}" type="slidenum">
              <a:rPr b="0" lang="en-US" sz="1200" strike="noStrike" u="none">
                <a:solidFill>
                  <a:srgbClr val="ffffff"/>
                </a:solidFill>
                <a:effectLst/>
                <a:uFillTx/>
                <a:latin typeface="Arial"/>
              </a:rPr>
              <a:t>&lt;number&gt;</a:t>
            </a:fld>
            <a:endParaRPr b="0" lang="en-US" sz="1200" strike="noStrike" u="none">
              <a:solidFill>
                <a:srgbClr val="ffffff"/>
              </a:solidFill>
              <a:effectLst/>
              <a:uFillTx/>
              <a:latin typeface="VNI-Times"/>
            </a:endParaRPr>
          </a:p>
        </p:txBody>
      </p:sp>
      <p:sp>
        <p:nvSpPr>
          <p:cNvPr id="167" name=""/>
          <p:cNvSpPr/>
          <p:nvPr/>
        </p:nvSpPr>
        <p:spPr>
          <a:xfrm>
            <a:off x="152280" y="152280"/>
            <a:ext cx="9448920" cy="6324840"/>
          </a:xfrm>
          <a:prstGeom prst="rect">
            <a:avLst/>
          </a:prstGeom>
          <a:noFill/>
          <a:ln w="0">
            <a:noFill/>
          </a:ln>
        </p:spPr>
        <p:style>
          <a:lnRef idx="0"/>
          <a:fillRef idx="0"/>
          <a:effectRef idx="0"/>
          <a:fontRef idx="minor"/>
        </p:style>
        <p:txBody>
          <a:bodyPr lIns="95760" rIns="95760" tIns="47880" bIns="47880" anchor="t">
            <a:noAutofit/>
          </a:bodyPr>
          <a:p>
            <a:pPr marL="358920" indent="-358920">
              <a:lnSpc>
                <a:spcPct val="100000"/>
              </a:lnSpc>
              <a:spcBef>
                <a:spcPts val="513"/>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1900" strike="noStrike" u="none">
              <a:solidFill>
                <a:srgbClr val="ffffff"/>
              </a:solidFill>
              <a:effectLst/>
              <a:uFillTx/>
              <a:latin typeface="VNI-Times"/>
            </a:endParaRPr>
          </a:p>
          <a:p>
            <a:pPr marL="358920" indent="-358920">
              <a:lnSpc>
                <a:spcPct val="100000"/>
              </a:lnSpc>
              <a:spcBef>
                <a:spcPts val="513"/>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1900" strike="noStrike" u="none">
              <a:solidFill>
                <a:srgbClr val="ffffff"/>
              </a:solidFill>
              <a:effectLst/>
              <a:uFillTx/>
              <a:latin typeface="VNI-Times"/>
            </a:endParaRPr>
          </a:p>
        </p:txBody>
      </p:sp>
      <p:sp>
        <p:nvSpPr>
          <p:cNvPr id="168" name=""/>
          <p:cNvSpPr/>
          <p:nvPr/>
        </p:nvSpPr>
        <p:spPr>
          <a:xfrm>
            <a:off x="1447920" y="533520"/>
            <a:ext cx="7086600" cy="914400"/>
          </a:xfrm>
          <a:prstGeom prst="rect">
            <a:avLst/>
          </a:prstGeom>
          <a:solidFill>
            <a:srgbClr val="000080"/>
          </a:solidFill>
          <a:ln w="9360">
            <a:solidFill>
              <a:srgbClr val="3366ff"/>
            </a:solidFill>
            <a:round/>
          </a:ln>
        </p:spPr>
        <p:style>
          <a:lnRef idx="0"/>
          <a:fillRef idx="0"/>
          <a:effectRef idx="0"/>
          <a:fontRef idx="minor"/>
        </p:style>
        <p:txBody>
          <a:bodyPr lIns="90000" rIns="90000" tIns="46800" bIns="46800" anchor="t">
            <a:noAutofit/>
          </a:bodyPr>
          <a:p>
            <a:pPr algn="ctr">
              <a:lnSpc>
                <a:spcPct val="100000"/>
              </a:lnSpc>
              <a:spcBef>
                <a:spcPts val="938"/>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1900" strike="noStrike" u="none">
                <a:solidFill>
                  <a:srgbClr val="ff0000"/>
                </a:solidFill>
                <a:effectLst/>
                <a:uFillTx/>
                <a:latin typeface="Times New Roman"/>
                <a:ea typeface="Times New Roman"/>
              </a:rPr>
              <a:t> </a:t>
            </a:r>
            <a:r>
              <a:rPr b="1" lang="vi-VN" sz="3600" strike="noStrike" u="none">
                <a:solidFill>
                  <a:srgbClr val="ffffff"/>
                </a:solidFill>
                <a:effectLst/>
                <a:uFillTx/>
                <a:latin typeface="Times New Roman"/>
                <a:ea typeface="Times New Roman"/>
              </a:rPr>
              <a:t>Phương pháp đánh giá</a:t>
            </a:r>
            <a:endParaRPr b="0" lang="en-US" sz="3600" strike="noStrike" u="none">
              <a:solidFill>
                <a:srgbClr val="ffffff"/>
              </a:solidFill>
              <a:effectLst/>
              <a:uFillTx/>
              <a:latin typeface="VNI-Times"/>
            </a:endParaRPr>
          </a:p>
        </p:txBody>
      </p:sp>
      <p:sp>
        <p:nvSpPr>
          <p:cNvPr id="169" name=""/>
          <p:cNvSpPr/>
          <p:nvPr/>
        </p:nvSpPr>
        <p:spPr>
          <a:xfrm>
            <a:off x="142920" y="2585880"/>
            <a:ext cx="2298600" cy="4102200"/>
          </a:xfrm>
          <a:prstGeom prst="rect">
            <a:avLst/>
          </a:prstGeom>
          <a:solidFill>
            <a:srgbClr val="3366ff"/>
          </a:solidFill>
          <a:ln w="9360">
            <a:solidFill>
              <a:srgbClr val="3366ff"/>
            </a:solidFill>
            <a:round/>
          </a:ln>
        </p:spPr>
        <p:style>
          <a:lnRef idx="0"/>
          <a:fillRef idx="0"/>
          <a:effectRef idx="0"/>
          <a:fontRef idx="minor"/>
        </p:style>
        <p:txBody>
          <a:bodyPr lIns="90000" rIns="90000" tIns="46800" bIns="46800" anchor="t">
            <a:noAutofit/>
          </a:bodyPr>
          <a:p>
            <a:pPr algn="ctr">
              <a:lnSpc>
                <a:spcPct val="100000"/>
              </a:lnSpc>
              <a:spcBef>
                <a:spcPts val="836"/>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vi-VN" sz="3200" strike="noStrike" u="none">
                <a:solidFill>
                  <a:srgbClr val="ffffff"/>
                </a:solidFill>
                <a:effectLst/>
                <a:uFillTx/>
                <a:latin typeface="Times New Roman"/>
                <a:ea typeface="Times New Roman"/>
              </a:rPr>
              <a:t>- Đánh giá chuyên cần</a:t>
            </a:r>
            <a:r>
              <a:rPr b="1" lang="vi-VN" sz="3200" strike="noStrike" u="none">
                <a:solidFill>
                  <a:srgbClr val="ffc000"/>
                </a:solidFill>
                <a:effectLst/>
                <a:uFillTx/>
                <a:latin typeface="Times New Roman"/>
                <a:ea typeface="Times New Roman"/>
              </a:rPr>
              <a:t>:</a:t>
            </a:r>
            <a:endParaRPr b="0" lang="en-US" sz="3200" strike="noStrike" u="none">
              <a:solidFill>
                <a:srgbClr val="ffffff"/>
              </a:solidFill>
              <a:effectLst/>
              <a:uFillTx/>
              <a:latin typeface="VNI-Times"/>
            </a:endParaRPr>
          </a:p>
          <a:p>
            <a:pPr algn="ctr">
              <a:lnSpc>
                <a:spcPct val="100000"/>
              </a:lnSpc>
              <a:spcBef>
                <a:spcPts val="836"/>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3200" strike="noStrike" u="none">
                <a:solidFill>
                  <a:srgbClr val="ffffff"/>
                </a:solidFill>
                <a:effectLst/>
                <a:uFillTx/>
                <a:latin typeface="Times New Roman"/>
                <a:ea typeface="Times New Roman"/>
              </a:rPr>
              <a:t>Tham gia &gt;= 70% số tiết học lý thuyết trên lớp</a:t>
            </a:r>
            <a:endParaRPr b="0" lang="en-US" sz="3200" strike="noStrike" u="none">
              <a:solidFill>
                <a:srgbClr val="ffffff"/>
              </a:solidFill>
              <a:effectLst/>
              <a:uFillTx/>
              <a:latin typeface="VNI-Times"/>
            </a:endParaRPr>
          </a:p>
        </p:txBody>
      </p:sp>
      <p:sp>
        <p:nvSpPr>
          <p:cNvPr id="170" name=""/>
          <p:cNvSpPr/>
          <p:nvPr/>
        </p:nvSpPr>
        <p:spPr>
          <a:xfrm>
            <a:off x="2514600" y="2558880"/>
            <a:ext cx="3708360" cy="4141800"/>
          </a:xfrm>
          <a:prstGeom prst="rect">
            <a:avLst/>
          </a:prstGeom>
          <a:solidFill>
            <a:srgbClr val="000080"/>
          </a:solidFill>
          <a:ln w="9360">
            <a:solidFill>
              <a:srgbClr val="ffffff"/>
            </a:solidFill>
            <a:round/>
          </a:ln>
        </p:spPr>
        <p:style>
          <a:lnRef idx="0"/>
          <a:fillRef idx="0"/>
          <a:effectRef idx="0"/>
          <a:fontRef idx="minor"/>
        </p:style>
        <p:txBody>
          <a:bodyPr lIns="90000" rIns="90000" tIns="46800" bIns="46800" anchor="t">
            <a:noAutofit/>
          </a:bodyPr>
          <a:p>
            <a:pPr algn="ctr">
              <a:lnSpc>
                <a:spcPct val="100000"/>
              </a:lnSpc>
              <a:spcBef>
                <a:spcPts val="836"/>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vi-VN" sz="3200" strike="noStrike" u="none">
                <a:solidFill>
                  <a:srgbClr val="ffffff"/>
                </a:solidFill>
                <a:effectLst/>
                <a:uFillTx/>
                <a:latin typeface="Times New Roman"/>
                <a:ea typeface="Times New Roman"/>
              </a:rPr>
              <a:t>- Đ</a:t>
            </a:r>
            <a:r>
              <a:rPr b="1" lang="en-US" sz="3200" strike="noStrike" u="none">
                <a:solidFill>
                  <a:srgbClr val="ffffff"/>
                </a:solidFill>
                <a:effectLst/>
                <a:uFillTx/>
                <a:latin typeface="Times New Roman"/>
                <a:ea typeface="Times New Roman"/>
              </a:rPr>
              <a:t>G </a:t>
            </a:r>
            <a:r>
              <a:rPr b="1" lang="vi-VN" sz="3200" strike="noStrike" u="none">
                <a:solidFill>
                  <a:srgbClr val="ffffff"/>
                </a:solidFill>
                <a:effectLst/>
                <a:uFillTx/>
                <a:latin typeface="Times New Roman"/>
                <a:ea typeface="Times New Roman"/>
              </a:rPr>
              <a:t>thường xuyên</a:t>
            </a:r>
            <a:r>
              <a:rPr b="1" lang="en-US" sz="3200" strike="noStrike" u="none">
                <a:solidFill>
                  <a:srgbClr val="ffc000"/>
                </a:solidFill>
                <a:effectLst/>
                <a:uFillTx/>
                <a:latin typeface="Times New Roman"/>
                <a:ea typeface="Times New Roman"/>
              </a:rPr>
              <a:t>:</a:t>
            </a:r>
            <a:endParaRPr b="0" lang="en-US" sz="3200" strike="noStrike" u="none">
              <a:solidFill>
                <a:srgbClr val="ffffff"/>
              </a:solidFill>
              <a:effectLst/>
              <a:uFillTx/>
              <a:latin typeface="VNI-Times"/>
            </a:endParaRPr>
          </a:p>
          <a:p>
            <a:pPr>
              <a:lnSpc>
                <a:spcPct val="100000"/>
              </a:lnSpc>
              <a:spcBef>
                <a:spcPts val="7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vi-VN" sz="3200" strike="noStrike" u="none">
                <a:solidFill>
                  <a:srgbClr val="ffc000"/>
                </a:solidFill>
                <a:effectLst/>
                <a:uFillTx/>
                <a:latin typeface="Times New Roman"/>
                <a:ea typeface="Times New Roman"/>
              </a:rPr>
              <a:t> </a:t>
            </a:r>
            <a:r>
              <a:rPr b="1" lang="en-US" sz="3200" strike="noStrike" u="none">
                <a:solidFill>
                  <a:srgbClr val="ffffff"/>
                </a:solidFill>
                <a:effectLst/>
                <a:uFillTx/>
                <a:latin typeface="Times New Roman"/>
                <a:ea typeface="Times New Roman"/>
              </a:rPr>
              <a:t>+</a:t>
            </a:r>
            <a:r>
              <a:rPr b="1" lang="en-US" sz="3200" strike="noStrike" u="none">
                <a:solidFill>
                  <a:srgbClr val="ffc000"/>
                </a:solidFill>
                <a:effectLst/>
                <a:uFillTx/>
                <a:latin typeface="Times New Roman"/>
                <a:ea typeface="Times New Roman"/>
              </a:rPr>
              <a:t> </a:t>
            </a:r>
            <a:r>
              <a:rPr b="0" lang="vi-VN" sz="2800" strike="noStrike" u="none">
                <a:solidFill>
                  <a:srgbClr val="ffffff"/>
                </a:solidFill>
                <a:effectLst/>
                <a:uFillTx/>
                <a:latin typeface="Times New Roman"/>
                <a:ea typeface="Times New Roman"/>
              </a:rPr>
              <a:t>Là kết quả điểm đánh giá phần tự học, kiểm tra bài cũ,</a:t>
            </a:r>
            <a:r>
              <a:rPr b="0" lang="en-US" sz="2800" strike="noStrike" u="none">
                <a:solidFill>
                  <a:srgbClr val="ffffff"/>
                </a:solidFill>
                <a:effectLst/>
                <a:uFillTx/>
                <a:latin typeface="Times New Roman"/>
                <a:ea typeface="Times New Roman"/>
              </a:rPr>
              <a:t>…</a:t>
            </a:r>
            <a:endParaRPr b="0" lang="en-US" sz="2800" strike="noStrike" u="none">
              <a:solidFill>
                <a:srgbClr val="ffffff"/>
              </a:solidFill>
              <a:effectLst/>
              <a:uFillTx/>
              <a:latin typeface="VNI-Times"/>
            </a:endParaRPr>
          </a:p>
          <a:p>
            <a:pPr>
              <a:lnSpc>
                <a:spcPct val="100000"/>
              </a:lnSpc>
              <a:spcBef>
                <a:spcPts val="7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2800" strike="noStrike" u="none">
                <a:solidFill>
                  <a:srgbClr val="ffffff"/>
                </a:solidFill>
                <a:effectLst/>
                <a:uFillTx/>
                <a:latin typeface="Times New Roman"/>
                <a:ea typeface="Times New Roman"/>
              </a:rPr>
              <a:t>+ </a:t>
            </a:r>
            <a:r>
              <a:rPr b="0" lang="vi-VN" sz="2800" strike="noStrike" u="none">
                <a:solidFill>
                  <a:srgbClr val="ffffff"/>
                </a:solidFill>
                <a:effectLst/>
                <a:uFillTx/>
                <a:latin typeface="Times New Roman"/>
                <a:ea typeface="Times New Roman"/>
              </a:rPr>
              <a:t>Kiểm tra trắc nghiệm.</a:t>
            </a:r>
            <a:endParaRPr b="0" lang="en-US" sz="2800" strike="noStrike" u="none">
              <a:solidFill>
                <a:srgbClr val="ffffff"/>
              </a:solidFill>
              <a:effectLst/>
              <a:uFillTx/>
              <a:latin typeface="VNI-Times"/>
            </a:endParaRPr>
          </a:p>
          <a:p>
            <a:pPr>
              <a:lnSpc>
                <a:spcPct val="100000"/>
              </a:lnSpc>
              <a:spcBef>
                <a:spcPts val="7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vi-VN" sz="2800" strike="noStrike" u="none">
                <a:solidFill>
                  <a:srgbClr val="ffffff"/>
                </a:solidFill>
                <a:effectLst/>
                <a:uFillTx/>
                <a:latin typeface="Times New Roman"/>
                <a:ea typeface="Times New Roman"/>
              </a:rPr>
              <a:t> </a:t>
            </a:r>
            <a:r>
              <a:rPr b="1" lang="vi-VN" sz="2800" strike="noStrike" u="none">
                <a:solidFill>
                  <a:srgbClr val="ffffff"/>
                </a:solidFill>
                <a:effectLst/>
                <a:uFillTx/>
                <a:latin typeface="Times New Roman"/>
                <a:ea typeface="Times New Roman"/>
              </a:rPr>
              <a:t>01 điểm là điểm trung bình cộng của các điểm trên.</a:t>
            </a:r>
            <a:endParaRPr b="0" lang="en-US" sz="2800" strike="noStrike" u="none">
              <a:solidFill>
                <a:srgbClr val="ffffff"/>
              </a:solidFill>
              <a:effectLst/>
              <a:uFillTx/>
              <a:latin typeface="VNI-Times"/>
            </a:endParaRPr>
          </a:p>
        </p:txBody>
      </p:sp>
      <p:sp>
        <p:nvSpPr>
          <p:cNvPr id="171" name=""/>
          <p:cNvSpPr/>
          <p:nvPr/>
        </p:nvSpPr>
        <p:spPr>
          <a:xfrm>
            <a:off x="6296040" y="2558880"/>
            <a:ext cx="1752480" cy="4111920"/>
          </a:xfrm>
          <a:prstGeom prst="rect">
            <a:avLst/>
          </a:prstGeom>
          <a:solidFill>
            <a:srgbClr val="3366ff"/>
          </a:solidFill>
          <a:ln w="9360">
            <a:solidFill>
              <a:srgbClr val="ffffff"/>
            </a:solidFill>
            <a:round/>
          </a:ln>
        </p:spPr>
        <p:style>
          <a:lnRef idx="0"/>
          <a:fillRef idx="0"/>
          <a:effectRef idx="0"/>
          <a:fontRef idx="minor"/>
        </p:style>
        <p:txBody>
          <a:bodyPr lIns="90000" rIns="90000" tIns="46800" bIns="46800" anchor="t">
            <a:noAutofit/>
          </a:bodyPr>
          <a:p>
            <a:pPr algn="ct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vi-VN" sz="3200" strike="noStrike" u="none">
                <a:solidFill>
                  <a:srgbClr val="ffc000"/>
                </a:solidFill>
                <a:effectLst/>
                <a:uFillTx/>
                <a:latin typeface="Times New Roman"/>
                <a:ea typeface="Times New Roman"/>
              </a:rPr>
              <a:t>- Đ</a:t>
            </a:r>
            <a:r>
              <a:rPr b="1" lang="en-US" sz="3200" strike="noStrike" u="none">
                <a:solidFill>
                  <a:srgbClr val="ffc000"/>
                </a:solidFill>
                <a:effectLst/>
                <a:uFillTx/>
                <a:latin typeface="Times New Roman"/>
                <a:ea typeface="Times New Roman"/>
              </a:rPr>
              <a:t>G</a:t>
            </a:r>
            <a:r>
              <a:rPr b="1" lang="vi-VN" sz="3200" strike="noStrike" u="none">
                <a:solidFill>
                  <a:srgbClr val="ffc000"/>
                </a:solidFill>
                <a:effectLst/>
                <a:uFillTx/>
                <a:latin typeface="Times New Roman"/>
                <a:ea typeface="Times New Roman"/>
              </a:rPr>
              <a:t> định kỳ.</a:t>
            </a:r>
            <a:endParaRPr b="0" lang="en-US" sz="3200" strike="noStrike" u="none">
              <a:solidFill>
                <a:srgbClr val="ffffff"/>
              </a:solidFill>
              <a:effectLst/>
              <a:uFillTx/>
              <a:latin typeface="VNI-Times"/>
            </a:endParaRPr>
          </a:p>
          <a:p>
            <a:pPr algn="ct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vi-VN" sz="2800" strike="noStrike" u="none">
                <a:solidFill>
                  <a:srgbClr val="ffffff"/>
                </a:solidFill>
                <a:effectLst/>
                <a:uFillTx/>
                <a:latin typeface="Times New Roman"/>
                <a:ea typeface="Times New Roman"/>
              </a:rPr>
              <a:t>Có 01 điểm </a:t>
            </a:r>
            <a:r>
              <a:rPr b="0" lang="en-US" sz="2800" strike="noStrike" u="none">
                <a:solidFill>
                  <a:srgbClr val="ffffff"/>
                </a:solidFill>
                <a:effectLst/>
                <a:uFillTx/>
                <a:latin typeface="Times New Roman"/>
                <a:ea typeface="Times New Roman"/>
              </a:rPr>
              <a:t>kiểm tra 45 phút</a:t>
            </a:r>
            <a:r>
              <a:rPr b="1" lang="vi-VN" sz="2800" strike="noStrike" u="none">
                <a:solidFill>
                  <a:srgbClr val="ffc000"/>
                </a:solidFill>
                <a:effectLst/>
                <a:uFillTx/>
                <a:latin typeface="Times New Roman"/>
                <a:ea typeface="Times New Roman"/>
              </a:rPr>
              <a:t> </a:t>
            </a:r>
            <a:endParaRPr b="0" lang="en-US" sz="2800" strike="noStrike" u="none">
              <a:solidFill>
                <a:srgbClr val="ffffff"/>
              </a:solidFill>
              <a:effectLst/>
              <a:uFillTx/>
              <a:latin typeface="VNI-Times"/>
            </a:endParaRPr>
          </a:p>
        </p:txBody>
      </p:sp>
      <p:cxnSp>
        <p:nvCxnSpPr>
          <p:cNvPr id="172" name=""/>
          <p:cNvCxnSpPr>
            <a:stCxn id="168" idx="2"/>
            <a:endCxn id="170" idx="0"/>
          </p:cNvCxnSpPr>
          <p:nvPr/>
        </p:nvCxnSpPr>
        <p:spPr>
          <a:xfrm flipH="1">
            <a:off x="4368600" y="1447920"/>
            <a:ext cx="622800" cy="1111680"/>
          </a:xfrm>
          <a:prstGeom prst="straightConnector1">
            <a:avLst/>
          </a:prstGeom>
          <a:ln w="38160">
            <a:solidFill>
              <a:srgbClr val="ffffff"/>
            </a:solidFill>
            <a:miter/>
            <a:tailEnd len="med" type="triangle" w="med"/>
          </a:ln>
        </p:spPr>
      </p:cxnSp>
      <p:cxnSp>
        <p:nvCxnSpPr>
          <p:cNvPr id="173" name=""/>
          <p:cNvCxnSpPr>
            <a:stCxn id="168" idx="2"/>
            <a:endCxn id="169" idx="0"/>
          </p:cNvCxnSpPr>
          <p:nvPr/>
        </p:nvCxnSpPr>
        <p:spPr>
          <a:xfrm flipH="1">
            <a:off x="1292040" y="1447560"/>
            <a:ext cx="3699360" cy="1138680"/>
          </a:xfrm>
          <a:prstGeom prst="straightConnector1">
            <a:avLst/>
          </a:prstGeom>
          <a:ln w="38160">
            <a:solidFill>
              <a:srgbClr val="ffffff"/>
            </a:solidFill>
            <a:miter/>
            <a:tailEnd len="med" type="triangle" w="med"/>
          </a:ln>
        </p:spPr>
      </p:cxnSp>
      <p:cxnSp>
        <p:nvCxnSpPr>
          <p:cNvPr id="174" name=""/>
          <p:cNvCxnSpPr>
            <a:stCxn id="168" idx="2"/>
            <a:endCxn id="171" idx="0"/>
          </p:cNvCxnSpPr>
          <p:nvPr/>
        </p:nvCxnSpPr>
        <p:spPr>
          <a:xfrm>
            <a:off x="4990680" y="1447920"/>
            <a:ext cx="2181960" cy="1111680"/>
          </a:xfrm>
          <a:prstGeom prst="straightConnector1">
            <a:avLst/>
          </a:prstGeom>
          <a:ln w="38160">
            <a:solidFill>
              <a:srgbClr val="ffffff"/>
            </a:solidFill>
            <a:miter/>
            <a:tailEnd len="med" type="triangle" w="med"/>
          </a:ln>
        </p:spPr>
      </p:cxnSp>
      <p:sp>
        <p:nvSpPr>
          <p:cNvPr id="175" name=""/>
          <p:cNvSpPr/>
          <p:nvPr/>
        </p:nvSpPr>
        <p:spPr>
          <a:xfrm>
            <a:off x="8021520" y="2585880"/>
            <a:ext cx="1752840" cy="4111920"/>
          </a:xfrm>
          <a:prstGeom prst="rect">
            <a:avLst/>
          </a:prstGeom>
          <a:solidFill>
            <a:srgbClr val="000080"/>
          </a:solidFill>
          <a:ln w="9360">
            <a:solidFill>
              <a:srgbClr val="ffffff"/>
            </a:solidFill>
            <a:round/>
          </a:ln>
        </p:spPr>
        <p:style>
          <a:lnRef idx="0"/>
          <a:fillRef idx="0"/>
          <a:effectRef idx="0"/>
          <a:fontRef idx="minor"/>
        </p:style>
        <p:txBody>
          <a:bodyPr lIns="90000" rIns="90000" tIns="46800" bIns="46800" anchor="t">
            <a:noAutofit/>
          </a:bodyPr>
          <a:p>
            <a:pPr algn="ct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vi-VN" sz="3200" strike="noStrike" u="none">
                <a:solidFill>
                  <a:srgbClr val="ffc000"/>
                </a:solidFill>
                <a:effectLst/>
                <a:uFillTx/>
                <a:latin typeface="Times New Roman"/>
                <a:ea typeface="Times New Roman"/>
              </a:rPr>
              <a:t>- </a:t>
            </a:r>
            <a:r>
              <a:rPr b="1" lang="en-US" sz="3200" strike="noStrike" u="none">
                <a:solidFill>
                  <a:srgbClr val="ffffff"/>
                </a:solidFill>
                <a:effectLst/>
                <a:uFillTx/>
                <a:latin typeface="Times New Roman"/>
                <a:ea typeface="Times New Roman"/>
              </a:rPr>
              <a:t>Thi hết học phần </a:t>
            </a:r>
            <a:endParaRPr b="0" lang="en-US" sz="3200" strike="noStrike" u="none">
              <a:solidFill>
                <a:srgbClr val="ffffff"/>
              </a:solidFill>
              <a:effectLst/>
              <a:uFillTx/>
              <a:latin typeface="VNI-Times"/>
            </a:endParaRPr>
          </a:p>
        </p:txBody>
      </p:sp>
      <p:cxnSp>
        <p:nvCxnSpPr>
          <p:cNvPr id="176" name=""/>
          <p:cNvCxnSpPr>
            <a:stCxn id="168" idx="2"/>
            <a:endCxn id="175" idx="0"/>
          </p:cNvCxnSpPr>
          <p:nvPr/>
        </p:nvCxnSpPr>
        <p:spPr>
          <a:xfrm>
            <a:off x="4991040" y="1447560"/>
            <a:ext cx="3907440" cy="1138680"/>
          </a:xfrm>
          <a:prstGeom prst="straightConnector1">
            <a:avLst/>
          </a:prstGeom>
          <a:ln w="38160">
            <a:solidFill>
              <a:srgbClr val="ffffff"/>
            </a:solidFill>
            <a:miter/>
            <a:tailEnd len="med" type="triangle" w="med"/>
          </a:ln>
        </p:spPr>
      </p:cxnSp>
    </p:spTree>
  </p:cSld>
  <p:timing>
    <p:tnLst>
      <p:par>
        <p:cTn id="465" dur="indefinite" restart="never" nodeType="tmRoot">
          <p:childTnLst>
            <p:seq>
              <p:cTn id="466" dur="indefinite" nodeType="mainSeq">
                <p:childTnLst>
                  <p:par>
                    <p:cTn id="467" dur="indefinite" nodeType="clickEffect" fill="hold">
                      <p:stCondLst>
                        <p:cond delay="indefinite"/>
                      </p:stCondLst>
                      <p:childTnLst>
                        <p:par>
                          <p:cTn id="468" dur="indefinite" nodeType="withEffect" fill="hold">
                            <p:stCondLst>
                              <p:cond delay="0"/>
                            </p:stCondLst>
                            <p:childTnLst>
                              <p:par>
                                <p:cTn id="469" dur="indefinite" nodeType="clickEffect" fill="hold" presetClass="entr" presetID="39">
                                  <p:stCondLst>
                                    <p:cond delay="0"/>
                                  </p:stCondLst>
                                  <p:childTnLst>
                                    <p:set>
                                      <p:cBhvr>
                                        <p:cTn id="470" dur="1" fill="hold">
                                          <p:stCondLst>
                                            <p:cond delay="0"/>
                                          </p:stCondLst>
                                        </p:cTn>
                                        <p:tgtEl>
                                          <p:spTgt spid="168"/>
                                        </p:tgtEl>
                                        <p:attrNameLst>
                                          <p:attrName>style.visibility</p:attrName>
                                        </p:attrNameLst>
                                      </p:cBhvr>
                                      <p:to>
                                        <p:strVal val="visible"/>
                                      </p:to>
                                    </p:set>
                                    <p:anim calcmode="lin" valueType="num">
                                      <p:cBhvr additive="repl">
                                        <p:cTn id="471" dur="500" fill="hold"/>
                                        <p:tgtEl>
                                          <p:spTgt spid="168"/>
                                        </p:tgtEl>
                                        <p:attrNameLst>
                                          <p:attrName>ppt_h</p:attrName>
                                        </p:attrNameLst>
                                      </p:cBhvr>
                                      <p:tavLst>
                                        <p:tav tm="0">
                                          <p:val>
                                            <p:strVal val="#ppt_h/20"/>
                                          </p:val>
                                        </p:tav>
                                        <p:tav tm="50000">
                                          <p:val>
                                            <p:strVal val="#ppt_h/20"/>
                                          </p:val>
                                        </p:tav>
                                        <p:tav tm="100000">
                                          <p:val>
                                            <p:strVal val="#ppt_h"/>
                                          </p:val>
                                        </p:tav>
                                      </p:tavLst>
                                    </p:anim>
                                    <p:anim calcmode="lin" valueType="num">
                                      <p:cBhvr additive="repl">
                                        <p:cTn id="472" dur="500" fill="hold"/>
                                        <p:tgtEl>
                                          <p:spTgt spid="168"/>
                                        </p:tgtEl>
                                        <p:attrNameLst>
                                          <p:attrName>ppt_w</p:attrName>
                                        </p:attrNameLst>
                                      </p:cBhvr>
                                      <p:tavLst>
                                        <p:tav tm="0">
                                          <p:val>
                                            <p:strVal val="#ppt_w+.3"/>
                                          </p:val>
                                        </p:tav>
                                        <p:tav tm="50000">
                                          <p:val>
                                            <p:strVal val="#ppt_w+.3"/>
                                          </p:val>
                                        </p:tav>
                                        <p:tav tm="100000">
                                          <p:val>
                                            <p:strVal val="#ppt_w"/>
                                          </p:val>
                                        </p:tav>
                                      </p:tavLst>
                                    </p:anim>
                                    <p:anim calcmode="lin" valueType="num">
                                      <p:cBhvr additive="repl">
                                        <p:cTn id="473" dur="500" fill="hold"/>
                                        <p:tgtEl>
                                          <p:spTgt spid="168"/>
                                        </p:tgtEl>
                                        <p:attrNameLst>
                                          <p:attrName>ppt_x</p:attrName>
                                        </p:attrNameLst>
                                      </p:cBhvr>
                                      <p:tavLst>
                                        <p:tav tm="0">
                                          <p:val>
                                            <p:strVal val="#ppt_x-.3"/>
                                          </p:val>
                                        </p:tav>
                                        <p:tav tm="50000">
                                          <p:val>
                                            <p:strVal val="#ppt_x"/>
                                          </p:val>
                                        </p:tav>
                                        <p:tav tm="100000">
                                          <p:val>
                                            <p:strVal val="#ppt_x"/>
                                          </p:val>
                                        </p:tav>
                                      </p:tavLst>
                                    </p:anim>
                                    <p:anim calcmode="lin" valueType="num">
                                      <p:cBhvr additive="repl">
                                        <p:cTn id="474" dur="500" fill="hold"/>
                                        <p:tgtEl>
                                          <p:spTgt spid="168"/>
                                        </p:tgtEl>
                                        <p:attrNameLst>
                                          <p:attrName>ppt_y</p:attrName>
                                        </p:attrNameLst>
                                      </p:cBhvr>
                                      <p:tavLst>
                                        <p:tav tm="0">
                                          <p:val>
                                            <p:strVal val="#ppt_y"/>
                                          </p:val>
                                        </p:tav>
                                        <p:tav tm="100000">
                                          <p:val>
                                            <p:strVal val="#ppt_y"/>
                                          </p:val>
                                        </p:tav>
                                      </p:tavLst>
                                    </p:anim>
                                  </p:childTnLst>
                                </p:cTn>
                              </p:par>
                            </p:childTnLst>
                          </p:cTn>
                        </p:par>
                      </p:childTnLst>
                    </p:cTn>
                  </p:par>
                  <p:par>
                    <p:cTn id="475" dur="indefinite" nodeType="clickEffect" fill="hold">
                      <p:stCondLst>
                        <p:cond delay="indefinite"/>
                      </p:stCondLst>
                      <p:childTnLst>
                        <p:par>
                          <p:cTn id="476" dur="indefinite" nodeType="withEffect" fill="hold">
                            <p:stCondLst>
                              <p:cond delay="0"/>
                            </p:stCondLst>
                            <p:childTnLst>
                              <p:par>
                                <p:cTn id="477" dur="indefinite" nodeType="clickEffect" fill="hold" presetClass="entr" presetID="3" presetSubtype="10">
                                  <p:stCondLst>
                                    <p:cond delay="0"/>
                                  </p:stCondLst>
                                  <p:childTnLst>
                                    <p:set>
                                      <p:cBhvr>
                                        <p:cTn id="478" dur="1" fill="hold">
                                          <p:stCondLst>
                                            <p:cond delay="0"/>
                                          </p:stCondLst>
                                        </p:cTn>
                                        <p:tgtEl>
                                          <p:spTgt spid="173"/>
                                        </p:tgtEl>
                                        <p:attrNameLst>
                                          <p:attrName>style.visibility</p:attrName>
                                        </p:attrNameLst>
                                      </p:cBhvr>
                                      <p:to>
                                        <p:strVal val="visible"/>
                                      </p:to>
                                    </p:set>
                                    <p:animEffect filter="blinds(horizontal)" transition="in">
                                      <p:cBhvr additive="repl">
                                        <p:cTn id="479" dur="500"/>
                                        <p:tgtEl>
                                          <p:spTgt spid="173"/>
                                        </p:tgtEl>
                                      </p:cBhvr>
                                    </p:animEffect>
                                  </p:childTnLst>
                                </p:cTn>
                              </p:par>
                            </p:childTnLst>
                          </p:cTn>
                        </p:par>
                      </p:childTnLst>
                    </p:cTn>
                  </p:par>
                  <p:par>
                    <p:cTn id="480" dur="indefinite" nodeType="clickEffect" fill="hold">
                      <p:stCondLst>
                        <p:cond delay="indefinite"/>
                      </p:stCondLst>
                      <p:childTnLst>
                        <p:par>
                          <p:cTn id="481" dur="indefinite" nodeType="withEffect" fill="hold">
                            <p:stCondLst>
                              <p:cond delay="0"/>
                            </p:stCondLst>
                            <p:childTnLst>
                              <p:par>
                                <p:cTn id="482" dur="indefinite" nodeType="clickEffect" fill="hold" presetClass="entr" presetID="52">
                                  <p:stCondLst>
                                    <p:cond delay="0"/>
                                  </p:stCondLst>
                                  <p:childTnLst>
                                    <p:set>
                                      <p:cBhvr>
                                        <p:cTn id="483" dur="1" fill="hold">
                                          <p:stCondLst>
                                            <p:cond delay="0"/>
                                          </p:stCondLst>
                                        </p:cTn>
                                        <p:tgtEl>
                                          <p:spTgt spid="169"/>
                                        </p:tgtEl>
                                        <p:attrNameLst>
                                          <p:attrName>style.visibility</p:attrName>
                                        </p:attrNameLst>
                                      </p:cBhvr>
                                      <p:to>
                                        <p:strVal val="visible"/>
                                      </p:to>
                                    </p:set>
                                    <p:animScale>
                                      <p:cBhvr>
                                        <p:cTn id="484" dur="1000" fill="hold">
                                          <p:stCondLst>
                                            <p:cond delay="0"/>
                                          </p:stCondLst>
                                        </p:cTn>
                                        <p:tgtEl>
                                          <p:spTgt spid="169"/>
                                        </p:tgtEl>
                                      </p:cBhvr>
                                      <p:from x="250000" y="250000"/>
                                      <p:to x="100000" y="100000"/>
                                    </p:animScale>
                                    <p:animMotion origin="layout" path="M -0.46736 0.92887 C -0.37517 0.88508 -0.02552 0.75279 0.0908 0.66613 C 0.20747 0.57948 0.21649 0.50394 0.23177 0.40825 C 0.24705 0.31256 0.22118 0.15964 0.18264 0.09152 C 0.1441 0.02341 0.03802 0 0 0 E">
                                      <p:cBhvr>
                                        <p:cTn id="485" dur="1000" fill="hold">
                                          <p:stCondLst>
                                            <p:cond delay="0"/>
                                          </p:stCondLst>
                                        </p:cTn>
                                        <p:tgtEl>
                                          <p:spTgt spid="169"/>
                                        </p:tgtEl>
                                      </p:cBhvr>
                                    </p:animMotion>
                                    <p:animEffect filter="fade" transition="in">
                                      <p:cBhvr additive="repl">
                                        <p:cTn id="486" dur="1000"/>
                                        <p:tgtEl>
                                          <p:spTgt spid="169"/>
                                        </p:tgtEl>
                                      </p:cBhvr>
                                    </p:animEffect>
                                  </p:childTnLst>
                                </p:cTn>
                              </p:par>
                            </p:childTnLst>
                          </p:cTn>
                        </p:par>
                      </p:childTnLst>
                    </p:cTn>
                  </p:par>
                  <p:par>
                    <p:cTn id="487" dur="indefinite" nodeType="clickEffect" fill="hold">
                      <p:stCondLst>
                        <p:cond delay="indefinite"/>
                      </p:stCondLst>
                      <p:childTnLst>
                        <p:par>
                          <p:cTn id="488" dur="indefinite" nodeType="withEffect" fill="hold">
                            <p:stCondLst>
                              <p:cond delay="0"/>
                            </p:stCondLst>
                            <p:childTnLst>
                              <p:par>
                                <p:cTn id="489" dur="indefinite" nodeType="clickEffect" fill="hold" presetClass="entr" presetID="3" presetSubtype="10">
                                  <p:stCondLst>
                                    <p:cond delay="0"/>
                                  </p:stCondLst>
                                  <p:childTnLst>
                                    <p:set>
                                      <p:cBhvr>
                                        <p:cTn id="490" dur="1" fill="hold">
                                          <p:stCondLst>
                                            <p:cond delay="0"/>
                                          </p:stCondLst>
                                        </p:cTn>
                                        <p:tgtEl>
                                          <p:spTgt spid="172"/>
                                        </p:tgtEl>
                                        <p:attrNameLst>
                                          <p:attrName>style.visibility</p:attrName>
                                        </p:attrNameLst>
                                      </p:cBhvr>
                                      <p:to>
                                        <p:strVal val="visible"/>
                                      </p:to>
                                    </p:set>
                                    <p:animEffect filter="blinds(horizontal)" transition="in">
                                      <p:cBhvr additive="repl">
                                        <p:cTn id="491" dur="500"/>
                                        <p:tgtEl>
                                          <p:spTgt spid="172"/>
                                        </p:tgtEl>
                                      </p:cBhvr>
                                    </p:animEffect>
                                  </p:childTnLst>
                                </p:cTn>
                              </p:par>
                            </p:childTnLst>
                          </p:cTn>
                        </p:par>
                      </p:childTnLst>
                    </p:cTn>
                  </p:par>
                  <p:par>
                    <p:cTn id="492" dur="indefinite" nodeType="clickEffect" fill="hold">
                      <p:stCondLst>
                        <p:cond delay="indefinite"/>
                      </p:stCondLst>
                      <p:childTnLst>
                        <p:par>
                          <p:cTn id="493" dur="indefinite" nodeType="withEffect" fill="hold">
                            <p:stCondLst>
                              <p:cond delay="0"/>
                            </p:stCondLst>
                            <p:childTnLst>
                              <p:par>
                                <p:cTn id="494" dur="indefinite" nodeType="clickEffect" fill="hold" presetClass="entr" presetID="52">
                                  <p:stCondLst>
                                    <p:cond delay="0"/>
                                  </p:stCondLst>
                                  <p:childTnLst>
                                    <p:set>
                                      <p:cBhvr>
                                        <p:cTn id="495" dur="1" fill="hold">
                                          <p:stCondLst>
                                            <p:cond delay="0"/>
                                          </p:stCondLst>
                                        </p:cTn>
                                        <p:tgtEl>
                                          <p:spTgt spid="170"/>
                                        </p:tgtEl>
                                        <p:attrNameLst>
                                          <p:attrName>style.visibility</p:attrName>
                                        </p:attrNameLst>
                                      </p:cBhvr>
                                      <p:to>
                                        <p:strVal val="visible"/>
                                      </p:to>
                                    </p:set>
                                    <p:animScale>
                                      <p:cBhvr>
                                        <p:cTn id="496" dur="1000" fill="hold">
                                          <p:stCondLst>
                                            <p:cond delay="0"/>
                                          </p:stCondLst>
                                        </p:cTn>
                                        <p:tgtEl>
                                          <p:spTgt spid="170"/>
                                        </p:tgtEl>
                                      </p:cBhvr>
                                      <p:from x="250000" y="250000"/>
                                      <p:to x="100000" y="100000"/>
                                    </p:animScale>
                                    <p:animMotion origin="layout" path="M -0.46736 0.92887 C -0.37517 0.88508 -0.02552 0.75279 0.0908 0.66613 C 0.20747 0.57948 0.21649 0.50394 0.23177 0.40825 C 0.24705 0.31256 0.22118 0.15964 0.18264 0.09152 C 0.1441 0.02341 0.03802 0 0 0 E">
                                      <p:cBhvr>
                                        <p:cTn id="497" dur="1000" fill="hold">
                                          <p:stCondLst>
                                            <p:cond delay="0"/>
                                          </p:stCondLst>
                                        </p:cTn>
                                        <p:tgtEl>
                                          <p:spTgt spid="170"/>
                                        </p:tgtEl>
                                      </p:cBhvr>
                                    </p:animMotion>
                                    <p:animEffect filter="fade" transition="in">
                                      <p:cBhvr additive="repl">
                                        <p:cTn id="498" dur="1000"/>
                                        <p:tgtEl>
                                          <p:spTgt spid="170"/>
                                        </p:tgtEl>
                                      </p:cBhvr>
                                    </p:animEffect>
                                  </p:childTnLst>
                                </p:cTn>
                              </p:par>
                            </p:childTnLst>
                          </p:cTn>
                        </p:par>
                      </p:childTnLst>
                    </p:cTn>
                  </p:par>
                  <p:par>
                    <p:cTn id="499" dur="indefinite" nodeType="clickEffect" fill="hold">
                      <p:stCondLst>
                        <p:cond delay="indefinite"/>
                      </p:stCondLst>
                      <p:childTnLst>
                        <p:par>
                          <p:cTn id="500" dur="indefinite" nodeType="withEffect" fill="hold">
                            <p:stCondLst>
                              <p:cond delay="0"/>
                            </p:stCondLst>
                            <p:childTnLst>
                              <p:par>
                                <p:cTn id="501" dur="indefinite" nodeType="clickEffect" fill="hold" presetClass="entr" presetID="3" presetSubtype="10">
                                  <p:stCondLst>
                                    <p:cond delay="0"/>
                                  </p:stCondLst>
                                  <p:childTnLst>
                                    <p:set>
                                      <p:cBhvr>
                                        <p:cTn id="502" dur="1" fill="hold">
                                          <p:stCondLst>
                                            <p:cond delay="0"/>
                                          </p:stCondLst>
                                        </p:cTn>
                                        <p:tgtEl>
                                          <p:spTgt spid="174"/>
                                        </p:tgtEl>
                                        <p:attrNameLst>
                                          <p:attrName>style.visibility</p:attrName>
                                        </p:attrNameLst>
                                      </p:cBhvr>
                                      <p:to>
                                        <p:strVal val="visible"/>
                                      </p:to>
                                    </p:set>
                                    <p:animEffect filter="blinds(horizontal)" transition="in">
                                      <p:cBhvr additive="repl">
                                        <p:cTn id="503" dur="500"/>
                                        <p:tgtEl>
                                          <p:spTgt spid="174"/>
                                        </p:tgtEl>
                                      </p:cBhvr>
                                    </p:animEffect>
                                  </p:childTnLst>
                                </p:cTn>
                              </p:par>
                            </p:childTnLst>
                          </p:cTn>
                        </p:par>
                      </p:childTnLst>
                    </p:cTn>
                  </p:par>
                  <p:par>
                    <p:cTn id="504" dur="indefinite" nodeType="clickEffect" fill="hold">
                      <p:stCondLst>
                        <p:cond delay="indefinite"/>
                      </p:stCondLst>
                      <p:childTnLst>
                        <p:par>
                          <p:cTn id="505" dur="indefinite" nodeType="withEffect" fill="hold">
                            <p:stCondLst>
                              <p:cond delay="0"/>
                            </p:stCondLst>
                            <p:childTnLst>
                              <p:par>
                                <p:cTn id="506" nodeType="clickEffect" fill="hold" presetClass="entr" presetID="38">
                                  <p:stCondLst>
                                    <p:cond delay="0"/>
                                  </p:stCondLst>
                                  <p:iterate type="lt">
                                    <p:tmAbs val="500"/>
                                  </p:iterate>
                                  <p:childTnLst>
                                    <p:set>
                                      <p:cBhvr>
                                        <p:cTn id="507" dur="1" fill="hold">
                                          <p:stCondLst>
                                            <p:cond delay="0"/>
                                          </p:stCondLst>
                                        </p:cTn>
                                        <p:tgtEl>
                                          <p:spTgt spid="171"/>
                                        </p:tgtEl>
                                        <p:attrNameLst>
                                          <p:attrName>style.visibility</p:attrName>
                                        </p:attrNameLst>
                                      </p:cBhvr>
                                      <p:to>
                                        <p:strVal val="visible"/>
                                      </p:to>
                                    </p:set>
                                    <p:set>
                                      <p:cBhvr>
                                        <p:cTn id="508" dur="455" fill="hold">
                                          <p:stCondLst>
                                            <p:cond delay="0"/>
                                          </p:stCondLst>
                                        </p:cTn>
                                        <p:tgtEl>
                                          <p:spTgt spid="171"/>
                                        </p:tgtEl>
                                        <p:attrNameLst>
                                          <p:attrName>r</p:attrName>
                                        </p:attrNameLst>
                                      </p:cBhvr>
                                      <p:to>
                                        <p:strVal val="-45"/>
                                      </p:to>
                                    </p:set>
                                    <p:anim calcmode="lin" valueType="num">
                                      <p:cBhvr additive="repl">
                                        <p:cTn id="509" dur="455" fill="hold">
                                          <p:stCondLst>
                                            <p:cond delay="455"/>
                                          </p:stCondLst>
                                        </p:cTn>
                                        <p:tgtEl>
                                          <p:spTgt spid="171"/>
                                        </p:tgtEl>
                                        <p:attrNameLst>
                                          <p:attrName>r</p:attrName>
                                        </p:attrNameLst>
                                      </p:cBhvr>
                                      <p:tavLst>
                                        <p:tav tm="0">
                                          <p:val>
                                            <p:strVal val="-45"/>
                                          </p:val>
                                        </p:tav>
                                        <p:tav tm="69900">
                                          <p:val>
                                            <p:strVal val="45"/>
                                          </p:val>
                                        </p:tav>
                                        <p:tav tm="100000">
                                          <p:val>
                                            <p:strVal val="0"/>
                                          </p:val>
                                        </p:tav>
                                      </p:tavLst>
                                    </p:anim>
                                    <p:anim calcmode="lin" valueType="num">
                                      <p:cBhvr additive="repl">
                                        <p:cTn id="510" dur="455" fill="hold">
                                          <p:stCondLst>
                                            <p:cond delay="0"/>
                                          </p:stCondLst>
                                        </p:cTn>
                                        <p:tgtEl>
                                          <p:spTgt spid="171"/>
                                        </p:tgtEl>
                                        <p:attrNameLst>
                                          <p:attrName>ppt_y</p:attrName>
                                        </p:attrNameLst>
                                      </p:cBhvr>
                                      <p:tavLst>
                                        <p:tav tm="0">
                                          <p:val>
                                            <p:strVal val="#ppt_y-1"/>
                                          </p:val>
                                        </p:tav>
                                        <p:tav tm="100000">
                                          <p:val>
                                            <p:strVal val="#ppt_y-(0.354*#ppt_w-0.172*#ppt_h)"/>
                                          </p:val>
                                        </p:tav>
                                      </p:tavLst>
                                    </p:anim>
                                    <p:anim calcmode="lin" valueType="num">
                                      <p:cBhvr additive="repl">
                                        <p:cTn id="511" dur="156" autoRev="1" fill="hold">
                                          <p:stCondLst>
                                            <p:cond delay="455"/>
                                          </p:stCondLst>
                                        </p:cTn>
                                        <p:tgtEl>
                                          <p:spTgt spid="171"/>
                                        </p:tgtEl>
                                        <p:attrNameLst>
                                          <p:attrName>ppt_y</p:attrName>
                                        </p:attrNameLst>
                                      </p:cBhvr>
                                      <p:tavLst>
                                        <p:tav tm="0">
                                          <p:val>
                                            <p:strVal val="#ppt_y-(0.354*#ppt_w-0.172*#ppt_h)"/>
                                          </p:val>
                                        </p:tav>
                                        <p:tav tm="100000">
                                          <p:val>
                                            <p:strVal val="#ppt_y-(0.354*#ppt_w-0.172*#ppt_h)-#ppt_h/2"/>
                                          </p:val>
                                        </p:tav>
                                      </p:tavLst>
                                    </p:anim>
                                    <p:anim calcmode="lin" valueType="num">
                                      <p:cBhvr additive="repl">
                                        <p:cTn id="512" dur="136" fill="hold">
                                          <p:stCondLst>
                                            <p:cond delay="864"/>
                                          </p:stCondLst>
                                        </p:cTn>
                                        <p:tgtEl>
                                          <p:spTgt spid="171"/>
                                        </p:tgtEl>
                                        <p:attrNameLst>
                                          <p:attrName>ppt_y</p:attrName>
                                        </p:attrNameLst>
                                      </p:cBhvr>
                                      <p:tavLst>
                                        <p:tav tm="0">
                                          <p:val>
                                            <p:strVal val="#ppt_y-(0.354*#ppt_w-0.172*#ppt_h)"/>
                                          </p:val>
                                        </p:tav>
                                        <p:tav tm="100000">
                                          <p:val>
                                            <p:strVal val="#ppt_y"/>
                                          </p:val>
                                        </p:tav>
                                      </p:tavLst>
                                    </p:anim>
                                  </p:childTnLst>
                                </p:cTn>
                              </p:par>
                            </p:childTnLst>
                          </p:cTn>
                        </p:par>
                      </p:childTnLst>
                    </p:cTn>
                  </p:par>
                  <p:par>
                    <p:cTn id="513" dur="indefinite" nodeType="clickEffect" fill="hold">
                      <p:stCondLst>
                        <p:cond delay="indefinite"/>
                      </p:stCondLst>
                      <p:childTnLst>
                        <p:par>
                          <p:cTn id="514" dur="indefinite" nodeType="withEffect" fill="hold">
                            <p:stCondLst>
                              <p:cond delay="0"/>
                            </p:stCondLst>
                            <p:childTnLst>
                              <p:par>
                                <p:cTn id="515" dur="indefinite" nodeType="clickEffect" fill="hold" presetClass="entr" presetID="3" presetSubtype="10">
                                  <p:stCondLst>
                                    <p:cond delay="0"/>
                                  </p:stCondLst>
                                  <p:childTnLst>
                                    <p:set>
                                      <p:cBhvr>
                                        <p:cTn id="516" dur="1" fill="hold">
                                          <p:stCondLst>
                                            <p:cond delay="0"/>
                                          </p:stCondLst>
                                        </p:cTn>
                                        <p:tgtEl>
                                          <p:spTgt spid="176"/>
                                        </p:tgtEl>
                                        <p:attrNameLst>
                                          <p:attrName>style.visibility</p:attrName>
                                        </p:attrNameLst>
                                      </p:cBhvr>
                                      <p:to>
                                        <p:strVal val="visible"/>
                                      </p:to>
                                    </p:set>
                                    <p:animEffect filter="blinds(horizontal)" transition="in">
                                      <p:cBhvr additive="repl">
                                        <p:cTn id="517" dur="500"/>
                                        <p:tgtEl>
                                          <p:spTgt spid="176"/>
                                        </p:tgtEl>
                                      </p:cBhvr>
                                    </p:animEffect>
                                  </p:childTnLst>
                                </p:cTn>
                              </p:par>
                            </p:childTnLst>
                          </p:cTn>
                        </p:par>
                      </p:childTnLst>
                    </p:cTn>
                  </p:par>
                  <p:par>
                    <p:cTn id="518" dur="indefinite" nodeType="clickEffect" fill="hold">
                      <p:stCondLst>
                        <p:cond delay="indefinite"/>
                      </p:stCondLst>
                      <p:childTnLst>
                        <p:par>
                          <p:cTn id="519" dur="indefinite" nodeType="withEffect" fill="hold">
                            <p:stCondLst>
                              <p:cond delay="0"/>
                            </p:stCondLst>
                            <p:childTnLst>
                              <p:par>
                                <p:cTn id="520" nodeType="clickEffect" fill="hold" presetClass="entr" presetID="38">
                                  <p:stCondLst>
                                    <p:cond delay="0"/>
                                  </p:stCondLst>
                                  <p:iterate type="lt">
                                    <p:tmAbs val="500"/>
                                  </p:iterate>
                                  <p:childTnLst>
                                    <p:set>
                                      <p:cBhvr>
                                        <p:cTn id="521" dur="1" fill="hold">
                                          <p:stCondLst>
                                            <p:cond delay="0"/>
                                          </p:stCondLst>
                                        </p:cTn>
                                        <p:tgtEl>
                                          <p:spTgt spid="175"/>
                                        </p:tgtEl>
                                        <p:attrNameLst>
                                          <p:attrName>style.visibility</p:attrName>
                                        </p:attrNameLst>
                                      </p:cBhvr>
                                      <p:to>
                                        <p:strVal val="visible"/>
                                      </p:to>
                                    </p:set>
                                    <p:set>
                                      <p:cBhvr>
                                        <p:cTn id="522" dur="455" fill="hold">
                                          <p:stCondLst>
                                            <p:cond delay="0"/>
                                          </p:stCondLst>
                                        </p:cTn>
                                        <p:tgtEl>
                                          <p:spTgt spid="175"/>
                                        </p:tgtEl>
                                        <p:attrNameLst>
                                          <p:attrName>r</p:attrName>
                                        </p:attrNameLst>
                                      </p:cBhvr>
                                      <p:to>
                                        <p:strVal val="-45"/>
                                      </p:to>
                                    </p:set>
                                    <p:anim calcmode="lin" valueType="num">
                                      <p:cBhvr additive="repl">
                                        <p:cTn id="523" dur="455" fill="hold">
                                          <p:stCondLst>
                                            <p:cond delay="455"/>
                                          </p:stCondLst>
                                        </p:cTn>
                                        <p:tgtEl>
                                          <p:spTgt spid="175"/>
                                        </p:tgtEl>
                                        <p:attrNameLst>
                                          <p:attrName>r</p:attrName>
                                        </p:attrNameLst>
                                      </p:cBhvr>
                                      <p:tavLst>
                                        <p:tav tm="0">
                                          <p:val>
                                            <p:strVal val="-45"/>
                                          </p:val>
                                        </p:tav>
                                        <p:tav tm="69900">
                                          <p:val>
                                            <p:strVal val="45"/>
                                          </p:val>
                                        </p:tav>
                                        <p:tav tm="100000">
                                          <p:val>
                                            <p:strVal val="0"/>
                                          </p:val>
                                        </p:tav>
                                      </p:tavLst>
                                    </p:anim>
                                    <p:anim calcmode="lin" valueType="num">
                                      <p:cBhvr additive="repl">
                                        <p:cTn id="524" dur="455" fill="hold">
                                          <p:stCondLst>
                                            <p:cond delay="0"/>
                                          </p:stCondLst>
                                        </p:cTn>
                                        <p:tgtEl>
                                          <p:spTgt spid="175"/>
                                        </p:tgtEl>
                                        <p:attrNameLst>
                                          <p:attrName>ppt_y</p:attrName>
                                        </p:attrNameLst>
                                      </p:cBhvr>
                                      <p:tavLst>
                                        <p:tav tm="0">
                                          <p:val>
                                            <p:strVal val="#ppt_y-1"/>
                                          </p:val>
                                        </p:tav>
                                        <p:tav tm="100000">
                                          <p:val>
                                            <p:strVal val="#ppt_y-(0.354*#ppt_w-0.172*#ppt_h)"/>
                                          </p:val>
                                        </p:tav>
                                      </p:tavLst>
                                    </p:anim>
                                    <p:anim calcmode="lin" valueType="num">
                                      <p:cBhvr additive="repl">
                                        <p:cTn id="525" dur="156" autoRev="1" fill="hold">
                                          <p:stCondLst>
                                            <p:cond delay="455"/>
                                          </p:stCondLst>
                                        </p:cTn>
                                        <p:tgtEl>
                                          <p:spTgt spid="175"/>
                                        </p:tgtEl>
                                        <p:attrNameLst>
                                          <p:attrName>ppt_y</p:attrName>
                                        </p:attrNameLst>
                                      </p:cBhvr>
                                      <p:tavLst>
                                        <p:tav tm="0">
                                          <p:val>
                                            <p:strVal val="#ppt_y-(0.354*#ppt_w-0.172*#ppt_h)"/>
                                          </p:val>
                                        </p:tav>
                                        <p:tav tm="100000">
                                          <p:val>
                                            <p:strVal val="#ppt_y-(0.354*#ppt_w-0.172*#ppt_h)-#ppt_h/2"/>
                                          </p:val>
                                        </p:tav>
                                      </p:tavLst>
                                    </p:anim>
                                    <p:anim calcmode="lin" valueType="num">
                                      <p:cBhvr additive="repl">
                                        <p:cTn id="526" dur="136" fill="hold">
                                          <p:stCondLst>
                                            <p:cond delay="864"/>
                                          </p:stCondLst>
                                        </p:cTn>
                                        <p:tgtEl>
                                          <p:spTgt spid="175"/>
                                        </p:tgtEl>
                                        <p:attrNameLst>
                                          <p:attrName>ppt_y</p:attrName>
                                        </p:attrNameLst>
                                      </p:cBhvr>
                                      <p:tavLst>
                                        <p:tav tm="0">
                                          <p:val>
                                            <p:strVal val="#ppt_y-(0.354*#ppt_w-0.172*#ppt_h)"/>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177" name=""/>
          <p:cNvSpPr/>
          <p:nvPr/>
        </p:nvSpPr>
        <p:spPr>
          <a:xfrm>
            <a:off x="685800" y="30240"/>
            <a:ext cx="8229600" cy="761760"/>
          </a:xfrm>
          <a:prstGeom prst="rect">
            <a:avLst/>
          </a:prstGeom>
          <a:noFill/>
          <a:ln w="9360">
            <a:solidFill>
              <a:srgbClr val="3366ff"/>
            </a:solidFill>
            <a:miter/>
          </a:ln>
        </p:spPr>
        <p:style>
          <a:lnRef idx="0"/>
          <a:fillRef idx="0"/>
          <a:effectRef idx="0"/>
          <a:fontRef idx="minor"/>
        </p:style>
        <p:txBody>
          <a:bodyPr lIns="95760" rIns="95760" tIns="47880" bIns="47880" anchor="ctr" anchorCtr="1">
            <a:noAutofit/>
          </a:bodyPr>
          <a:p>
            <a:pPr algn="ct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en-US" sz="3200" strike="noStrike" u="none">
                <a:solidFill>
                  <a:srgbClr val="ffffff"/>
                </a:solidFill>
                <a:effectLst/>
                <a:uFillTx/>
                <a:latin typeface="Times New Roman"/>
                <a:ea typeface="Times New Roman"/>
              </a:rPr>
              <a:t>TÀI LIỆU THAM KHẢO</a:t>
            </a:r>
            <a:endParaRPr b="0" lang="en-US" sz="3200" strike="noStrike" u="none">
              <a:solidFill>
                <a:srgbClr val="ffffff"/>
              </a:solidFill>
              <a:effectLst/>
              <a:uFillTx/>
              <a:latin typeface="VNI-Times"/>
            </a:endParaRPr>
          </a:p>
        </p:txBody>
      </p:sp>
      <p:sp>
        <p:nvSpPr>
          <p:cNvPr id="178" name=""/>
          <p:cNvSpPr/>
          <p:nvPr/>
        </p:nvSpPr>
        <p:spPr>
          <a:xfrm>
            <a:off x="152280" y="787320"/>
            <a:ext cx="9753840" cy="5913360"/>
          </a:xfrm>
          <a:prstGeom prst="rect">
            <a:avLst/>
          </a:prstGeom>
          <a:noFill/>
          <a:ln w="0">
            <a:noFill/>
          </a:ln>
        </p:spPr>
        <p:style>
          <a:lnRef idx="0"/>
          <a:fillRef idx="0"/>
          <a:effectRef idx="0"/>
          <a:fontRef idx="minor"/>
        </p:style>
        <p:txBody>
          <a:bodyPr lIns="95760" rIns="95760" tIns="47880" bIns="47880" anchor="t">
            <a:noAutofit/>
          </a:bodyPr>
          <a:p>
            <a:pP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i="1" lang="en-US" sz="3400" strike="noStrike" u="none">
                <a:solidFill>
                  <a:srgbClr val="ffffff"/>
                </a:solidFill>
                <a:effectLst/>
                <a:uFillTx/>
                <a:latin typeface="Arial"/>
              </a:rPr>
              <a:t>	</a:t>
            </a:r>
            <a:r>
              <a:rPr b="1" i="1" lang="en-US" sz="3400" strike="noStrike" u="none">
                <a:solidFill>
                  <a:srgbClr val="ffc000"/>
                </a:solidFill>
                <a:effectLst/>
                <a:uFillTx/>
                <a:latin typeface="Times New Roman"/>
                <a:ea typeface="Times New Roman"/>
              </a:rPr>
              <a:t>- Giáo trình bắt buộc:</a:t>
            </a:r>
            <a:r>
              <a:rPr b="0" i="1" lang="en-US" sz="3400" strike="noStrike" u="none">
                <a:solidFill>
                  <a:srgbClr val="ffffff"/>
                </a:solidFill>
                <a:effectLst/>
                <a:uFillTx/>
                <a:latin typeface="Arial"/>
              </a:rPr>
              <a:t> </a:t>
            </a:r>
            <a:endParaRPr b="0" lang="en-US" sz="3400" strike="noStrike" u="none">
              <a:solidFill>
                <a:srgbClr val="ffffff"/>
              </a:solidFill>
              <a:effectLst/>
              <a:uFillTx/>
              <a:latin typeface="VNI-Times"/>
            </a:endParaRPr>
          </a:p>
          <a:p>
            <a:pP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vi-VN" sz="3400" strike="noStrike" u="none">
                <a:solidFill>
                  <a:srgbClr val="ffffff"/>
                </a:solidFill>
                <a:effectLst/>
                <a:uFillTx/>
                <a:latin typeface="Times New Roman"/>
                <a:ea typeface="Times New Roman"/>
              </a:rPr>
              <a:t>Trường </a:t>
            </a:r>
            <a:r>
              <a:rPr b="0" lang="en-US" sz="3400" strike="noStrike" u="none">
                <a:solidFill>
                  <a:srgbClr val="ffffff"/>
                </a:solidFill>
                <a:effectLst/>
                <a:uFillTx/>
                <a:latin typeface="Times New Roman"/>
                <a:ea typeface="Times New Roman"/>
              </a:rPr>
              <a:t>Trung cấp Công nghệ Hà Nội</a:t>
            </a:r>
            <a:r>
              <a:rPr b="0" lang="vi-VN" sz="3400" strike="noStrike" u="none">
                <a:solidFill>
                  <a:srgbClr val="ffffff"/>
                </a:solidFill>
                <a:effectLst/>
                <a:uFillTx/>
                <a:latin typeface="Times New Roman"/>
                <a:ea typeface="Times New Roman"/>
              </a:rPr>
              <a:t>, </a:t>
            </a:r>
            <a:endParaRPr b="0" lang="en-US" sz="3400" strike="noStrike" u="none">
              <a:solidFill>
                <a:srgbClr val="ffffff"/>
              </a:solidFill>
              <a:effectLst/>
              <a:uFillTx/>
              <a:latin typeface="VNI-Times"/>
            </a:endParaRPr>
          </a:p>
          <a:p>
            <a:pP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3400" strike="noStrike" u="none">
                <a:solidFill>
                  <a:srgbClr val="ffffff"/>
                </a:solidFill>
                <a:effectLst/>
                <a:uFillTx/>
                <a:latin typeface="Times New Roman"/>
                <a:ea typeface="Times New Roman"/>
              </a:rPr>
              <a:t>G</a:t>
            </a:r>
            <a:r>
              <a:rPr b="0" lang="vi-VN" sz="3400" strike="noStrike" u="none">
                <a:solidFill>
                  <a:srgbClr val="ffffff"/>
                </a:solidFill>
                <a:effectLst/>
                <a:uFillTx/>
                <a:latin typeface="Times New Roman"/>
                <a:ea typeface="Times New Roman"/>
              </a:rPr>
              <a:t>iáo trình </a:t>
            </a:r>
            <a:r>
              <a:rPr b="0" lang="en-US" sz="3400" strike="noStrike" u="none">
                <a:solidFill>
                  <a:srgbClr val="ffffff"/>
                </a:solidFill>
                <a:effectLst/>
                <a:uFillTx/>
                <a:latin typeface="Times New Roman"/>
                <a:ea typeface="Times New Roman"/>
              </a:rPr>
              <a:t>GDCT</a:t>
            </a:r>
            <a:endParaRPr b="0" lang="en-US" sz="3400" strike="noStrike" u="none">
              <a:solidFill>
                <a:srgbClr val="ffffff"/>
              </a:solidFill>
              <a:effectLst/>
              <a:uFillTx/>
              <a:latin typeface="VNI-Times"/>
            </a:endParaRPr>
          </a:p>
          <a:p>
            <a:pP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i="1" lang="en-US" sz="3400" strike="noStrike" u="none">
                <a:solidFill>
                  <a:srgbClr val="ffc000"/>
                </a:solidFill>
                <a:effectLst/>
                <a:uFillTx/>
                <a:latin typeface="Times New Roman"/>
                <a:ea typeface="Times New Roman"/>
              </a:rPr>
              <a:t>	</a:t>
            </a:r>
            <a:r>
              <a:rPr b="1" i="1" lang="vi-VN" sz="3400" strike="noStrike" u="none">
                <a:solidFill>
                  <a:srgbClr val="ffc000"/>
                </a:solidFill>
                <a:effectLst/>
                <a:uFillTx/>
                <a:latin typeface="Times New Roman"/>
                <a:ea typeface="Times New Roman"/>
              </a:rPr>
              <a:t>- Tài liệu tham khảo:</a:t>
            </a:r>
            <a:endParaRPr b="0" lang="en-US" sz="3400" strike="noStrike" u="none">
              <a:solidFill>
                <a:srgbClr val="ffffff"/>
              </a:solidFill>
              <a:effectLst/>
              <a:uFillTx/>
              <a:latin typeface="VNI-Times"/>
            </a:endParaRPr>
          </a:p>
          <a:p>
            <a:pP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vi-VN" sz="3400" strike="noStrike" u="none">
                <a:solidFill>
                  <a:srgbClr val="ffffff"/>
                </a:solidFill>
                <a:effectLst/>
                <a:uFillTx/>
                <a:latin typeface="Times New Roman"/>
                <a:ea typeface="Times New Roman"/>
              </a:rPr>
              <a:t> 1. Ban Bí thư Trung ương Đảng (2014), Kết luận số 94-KL/TW, ngày 28/3/2014 của Ban Bí thư Trung ương Đảng “về tiếp tục đổi mới, học tập lý luận chính trị trong hệ thống giáo dục quốc dân”.</a:t>
            </a:r>
            <a:r>
              <a:rPr b="0" lang="en-US" sz="3400" strike="noStrike" u="none">
                <a:solidFill>
                  <a:srgbClr val="ffffff"/>
                </a:solidFill>
                <a:effectLst/>
                <a:uFillTx/>
                <a:latin typeface="Times New Roman"/>
                <a:ea typeface="Times New Roman"/>
              </a:rPr>
              <a:t>	</a:t>
            </a:r>
            <a:endParaRPr b="0" lang="en-US" sz="3400" strike="noStrike" u="none">
              <a:solidFill>
                <a:srgbClr val="ffffff"/>
              </a:solidFill>
              <a:effectLst/>
              <a:uFillTx/>
              <a:latin typeface="VNI-Times"/>
            </a:endParaRPr>
          </a:p>
        </p:txBody>
      </p:sp>
    </p:spTree>
  </p:cSld>
  <p:timing>
    <p:tnLst>
      <p:par>
        <p:cTn id="527" dur="indefinite" restart="never" nodeType="tmRoot">
          <p:childTnLst>
            <p:seq>
              <p:cTn id="528" dur="indefinite" nodeType="mainSeq">
                <p:childTnLst>
                  <p:par>
                    <p:cTn id="529" dur="indefinite" nodeType="clickEffect" fill="hold">
                      <p:stCondLst>
                        <p:cond delay="indefinite"/>
                      </p:stCondLst>
                      <p:childTnLst>
                        <p:par>
                          <p:cTn id="530" dur="indefinite" nodeType="withEffect" fill="hold">
                            <p:stCondLst>
                              <p:cond delay="0"/>
                            </p:stCondLst>
                            <p:childTnLst>
                              <p:par>
                                <p:cTn id="531" dur="indefinite" nodeType="clickEffect" fill="hold" presetClass="entr" presetID="10">
                                  <p:stCondLst>
                                    <p:cond delay="0"/>
                                  </p:stCondLst>
                                  <p:childTnLst>
                                    <p:set>
                                      <p:cBhvr>
                                        <p:cTn id="532" dur="1" fill="hold">
                                          <p:stCondLst>
                                            <p:cond delay="0"/>
                                          </p:stCondLst>
                                        </p:cTn>
                                        <p:tgtEl>
                                          <p:spTgt spid="177"/>
                                        </p:tgtEl>
                                        <p:attrNameLst>
                                          <p:attrName>style.visibility</p:attrName>
                                        </p:attrNameLst>
                                      </p:cBhvr>
                                      <p:to>
                                        <p:strVal val="visible"/>
                                      </p:to>
                                    </p:set>
                                    <p:animEffect filter="fade" transition="in">
                                      <p:cBhvr additive="repl">
                                        <p:cTn id="533" dur="500"/>
                                        <p:tgtEl>
                                          <p:spTgt spid="177"/>
                                        </p:tgtEl>
                                      </p:cBhvr>
                                    </p:animEffect>
                                  </p:childTnLst>
                                </p:cTn>
                              </p:par>
                            </p:childTnLst>
                          </p:cTn>
                        </p:par>
                      </p:childTnLst>
                    </p:cTn>
                  </p:par>
                  <p:par>
                    <p:cTn id="534" dur="indefinite" nodeType="clickEffect" fill="hold">
                      <p:stCondLst>
                        <p:cond delay="indefinite"/>
                      </p:stCondLst>
                      <p:childTnLst>
                        <p:par>
                          <p:cTn id="535" dur="indefinite" nodeType="withEffect" fill="hold">
                            <p:stCondLst>
                              <p:cond delay="0"/>
                            </p:stCondLst>
                            <p:childTnLst>
                              <p:par>
                                <p:cTn id="536" dur="indefinite" nodeType="clickEffect" fill="hold" presetClass="entr" presetID="10">
                                  <p:stCondLst>
                                    <p:cond delay="0"/>
                                  </p:stCondLst>
                                  <p:childTnLst>
                                    <p:set>
                                      <p:cBhvr>
                                        <p:cTn id="537" dur="1" fill="hold">
                                          <p:stCondLst>
                                            <p:cond delay="0"/>
                                          </p:stCondLst>
                                        </p:cTn>
                                        <p:tgtEl>
                                          <p:spTgt spid="178">
                                            <p:txEl>
                                              <p:pRg st="0" end="0"/>
                                            </p:txEl>
                                          </p:spTgt>
                                        </p:tgtEl>
                                        <p:attrNameLst>
                                          <p:attrName>style.visibility</p:attrName>
                                        </p:attrNameLst>
                                      </p:cBhvr>
                                      <p:to>
                                        <p:strVal val="visible"/>
                                      </p:to>
                                    </p:set>
                                    <p:animEffect filter="fade" transition="in">
                                      <p:cBhvr additive="repl">
                                        <p:cTn id="538" dur="500"/>
                                        <p:tgtEl>
                                          <p:spTgt spid="178">
                                            <p:txEl>
                                              <p:pRg st="0" end="0"/>
                                            </p:txEl>
                                          </p:spTgt>
                                        </p:tgtEl>
                                      </p:cBhvr>
                                    </p:animEffect>
                                  </p:childTnLst>
                                </p:cTn>
                              </p:par>
                            </p:childTnLst>
                          </p:cTn>
                        </p:par>
                      </p:childTnLst>
                    </p:cTn>
                  </p:par>
                  <p:par>
                    <p:cTn id="539" dur="indefinite" nodeType="clickEffect" fill="hold">
                      <p:stCondLst>
                        <p:cond delay="indefinite"/>
                      </p:stCondLst>
                      <p:childTnLst>
                        <p:par>
                          <p:cTn id="540" dur="indefinite" nodeType="withEffect" fill="hold">
                            <p:stCondLst>
                              <p:cond delay="0"/>
                            </p:stCondLst>
                            <p:childTnLst>
                              <p:par>
                                <p:cTn id="541" dur="indefinite" nodeType="clickEffect" fill="hold" presetClass="entr" presetID="10">
                                  <p:stCondLst>
                                    <p:cond delay="0"/>
                                  </p:stCondLst>
                                  <p:childTnLst>
                                    <p:set>
                                      <p:cBhvr>
                                        <p:cTn id="542" dur="1" fill="hold">
                                          <p:stCondLst>
                                            <p:cond delay="0"/>
                                          </p:stCondLst>
                                        </p:cTn>
                                        <p:tgtEl>
                                          <p:spTgt spid="178">
                                            <p:txEl>
                                              <p:pRg st="1" end="1"/>
                                            </p:txEl>
                                          </p:spTgt>
                                        </p:tgtEl>
                                        <p:attrNameLst>
                                          <p:attrName>style.visibility</p:attrName>
                                        </p:attrNameLst>
                                      </p:cBhvr>
                                      <p:to>
                                        <p:strVal val="visible"/>
                                      </p:to>
                                    </p:set>
                                    <p:animEffect filter="fade" transition="in">
                                      <p:cBhvr additive="repl">
                                        <p:cTn id="543" dur="500"/>
                                        <p:tgtEl>
                                          <p:spTgt spid="178">
                                            <p:txEl>
                                              <p:pRg st="1" end="1"/>
                                            </p:txEl>
                                          </p:spTgt>
                                        </p:tgtEl>
                                      </p:cBhvr>
                                    </p:animEffect>
                                  </p:childTnLst>
                                </p:cTn>
                              </p:par>
                            </p:childTnLst>
                          </p:cTn>
                        </p:par>
                      </p:childTnLst>
                    </p:cTn>
                  </p:par>
                  <p:par>
                    <p:cTn id="544" dur="indefinite" fill="hold">
                      <p:stCondLst>
                        <p:cond delay="indefinite"/>
                      </p:stCondLst>
                      <p:childTnLst>
                        <p:par>
                          <p:cTn id="545" dur="indefinite" fill="hold">
                            <p:stCondLst>
                              <p:cond delay="0"/>
                            </p:stCondLst>
                            <p:childTnLst>
                              <p:par>
                                <p:cTn id="546" dur="indefinite" nodeType="clickEffect" fill="hold" presetClass="entr" presetID="10">
                                  <p:stCondLst>
                                    <p:cond delay="0"/>
                                  </p:stCondLst>
                                  <p:childTnLst>
                                    <p:set>
                                      <p:cBhvr>
                                        <p:cTn id="547" dur="1" fill="hold">
                                          <p:stCondLst>
                                            <p:cond delay="0"/>
                                          </p:stCondLst>
                                        </p:cTn>
                                        <p:tgtEl>
                                          <p:spTgt spid="178">
                                            <p:txEl>
                                              <p:pRg st="2" end="2"/>
                                            </p:txEl>
                                          </p:spTgt>
                                        </p:tgtEl>
                                        <p:attrNameLst>
                                          <p:attrName>style.visibility</p:attrName>
                                        </p:attrNameLst>
                                      </p:cBhvr>
                                      <p:to>
                                        <p:strVal val="visible"/>
                                      </p:to>
                                    </p:set>
                                    <p:animEffect filter="fade" transition="in">
                                      <p:cBhvr additive="repl">
                                        <p:cTn id="548" dur="500"/>
                                        <p:tgtEl>
                                          <p:spTgt spid="178">
                                            <p:txEl>
                                              <p:pRg st="2" end="2"/>
                                            </p:txEl>
                                          </p:spTgt>
                                        </p:tgtEl>
                                      </p:cBhvr>
                                    </p:animEffect>
                                  </p:childTnLst>
                                </p:cTn>
                              </p:par>
                            </p:childTnLst>
                          </p:cTn>
                        </p:par>
                      </p:childTnLst>
                    </p:cTn>
                  </p:par>
                  <p:par>
                    <p:cTn id="549" dur="indefinite" nodeType="clickEffect" fill="hold">
                      <p:stCondLst>
                        <p:cond delay="indefinite"/>
                      </p:stCondLst>
                      <p:childTnLst>
                        <p:par>
                          <p:cTn id="550" dur="indefinite" nodeType="withEffect" fill="hold">
                            <p:stCondLst>
                              <p:cond delay="0"/>
                            </p:stCondLst>
                            <p:childTnLst>
                              <p:par>
                                <p:cTn id="551" dur="indefinite" nodeType="clickEffect" fill="hold" presetClass="entr" presetID="10">
                                  <p:stCondLst>
                                    <p:cond delay="0"/>
                                  </p:stCondLst>
                                  <p:childTnLst>
                                    <p:set>
                                      <p:cBhvr>
                                        <p:cTn id="552" dur="1" fill="hold">
                                          <p:stCondLst>
                                            <p:cond delay="0"/>
                                          </p:stCondLst>
                                        </p:cTn>
                                        <p:tgtEl>
                                          <p:spTgt spid="178">
                                            <p:txEl>
                                              <p:pRg st="3" end="3"/>
                                            </p:txEl>
                                          </p:spTgt>
                                        </p:tgtEl>
                                        <p:attrNameLst>
                                          <p:attrName>style.visibility</p:attrName>
                                        </p:attrNameLst>
                                      </p:cBhvr>
                                      <p:to>
                                        <p:strVal val="visible"/>
                                      </p:to>
                                    </p:set>
                                    <p:animEffect filter="fade" transition="in">
                                      <p:cBhvr additive="repl">
                                        <p:cTn id="553" dur="500"/>
                                        <p:tgtEl>
                                          <p:spTgt spid="178">
                                            <p:txEl>
                                              <p:pRg st="3" end="3"/>
                                            </p:txEl>
                                          </p:spTgt>
                                        </p:tgtEl>
                                      </p:cBhvr>
                                    </p:animEffect>
                                  </p:childTnLst>
                                </p:cTn>
                              </p:par>
                            </p:childTnLst>
                          </p:cTn>
                        </p:par>
                      </p:childTnLst>
                    </p:cTn>
                  </p:par>
                  <p:par>
                    <p:cTn id="554" dur="indefinite" nodeType="clickEffect" fill="hold">
                      <p:stCondLst>
                        <p:cond delay="indefinite"/>
                      </p:stCondLst>
                      <p:childTnLst>
                        <p:par>
                          <p:cTn id="555" dur="indefinite" nodeType="withEffect" fill="hold">
                            <p:stCondLst>
                              <p:cond delay="0"/>
                            </p:stCondLst>
                            <p:childTnLst>
                              <p:par>
                                <p:cTn id="556" dur="indefinite" nodeType="clickEffect" fill="hold" presetClass="entr" presetID="10">
                                  <p:stCondLst>
                                    <p:cond delay="0"/>
                                  </p:stCondLst>
                                  <p:childTnLst>
                                    <p:set>
                                      <p:cBhvr>
                                        <p:cTn id="557" dur="1" fill="hold">
                                          <p:stCondLst>
                                            <p:cond delay="0"/>
                                          </p:stCondLst>
                                        </p:cTn>
                                        <p:tgtEl>
                                          <p:spTgt spid="178">
                                            <p:txEl>
                                              <p:pRg st="4" end="4"/>
                                            </p:txEl>
                                          </p:spTgt>
                                        </p:tgtEl>
                                        <p:attrNameLst>
                                          <p:attrName>style.visibility</p:attrName>
                                        </p:attrNameLst>
                                      </p:cBhvr>
                                      <p:to>
                                        <p:strVal val="visible"/>
                                      </p:to>
                                    </p:set>
                                    <p:animEffect filter="fade" transition="in">
                                      <p:cBhvr additive="repl">
                                        <p:cTn id="558" dur="500"/>
                                        <p:tgtEl>
                                          <p:spTgt spid="178">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179" name=""/>
          <p:cNvSpPr/>
          <p:nvPr/>
        </p:nvSpPr>
        <p:spPr>
          <a:xfrm>
            <a:off x="152280" y="304920"/>
            <a:ext cx="9753840" cy="5913360"/>
          </a:xfrm>
          <a:prstGeom prst="rect">
            <a:avLst/>
          </a:prstGeom>
          <a:noFill/>
          <a:ln w="0">
            <a:noFill/>
          </a:ln>
        </p:spPr>
        <p:style>
          <a:lnRef idx="0"/>
          <a:fillRef idx="0"/>
          <a:effectRef idx="0"/>
          <a:fontRef idx="minor"/>
        </p:style>
        <p:txBody>
          <a:bodyPr lIns="95760" rIns="95760" tIns="47880" bIns="47880" anchor="t">
            <a:noAutofit/>
          </a:bodyPr>
          <a:p>
            <a:pP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i="1" lang="en-US" sz="3400" strike="noStrike" u="none">
                <a:solidFill>
                  <a:srgbClr val="ffffff"/>
                </a:solidFill>
                <a:effectLst/>
                <a:uFillTx/>
                <a:latin typeface="Arial"/>
              </a:rPr>
              <a:t>	</a:t>
            </a:r>
            <a:r>
              <a:rPr b="0" lang="en-US" sz="3200" strike="noStrike" u="none">
                <a:solidFill>
                  <a:srgbClr val="ffffff"/>
                </a:solidFill>
                <a:effectLst/>
                <a:uFillTx/>
                <a:latin typeface="Times New Roman"/>
                <a:ea typeface="Times New Roman"/>
              </a:rPr>
              <a:t>2</a:t>
            </a:r>
            <a:r>
              <a:rPr b="0" lang="vi-VN" sz="3200" strike="noStrike" u="none">
                <a:solidFill>
                  <a:srgbClr val="ffffff"/>
                </a:solidFill>
                <a:effectLst/>
                <a:uFillTx/>
                <a:latin typeface="Times New Roman"/>
                <a:ea typeface="Times New Roman"/>
              </a:rPr>
              <a:t>. Bộ Lao động - Thương binh và Xã hội (2008), Quyết định số 03/2008/QD-BLĐTBXH, ngày 18/2/2008 của Bộ Lao động - Thương binh và Xã hội ban hành chương trình môn học Chính trị dùng cho các trường trung cấp nghề, trường cao đẳng nghề</a:t>
            </a:r>
            <a:r>
              <a:rPr b="1" i="1" lang="vi-VN" sz="3400" strike="noStrike" u="none">
                <a:solidFill>
                  <a:srgbClr val="ffc000"/>
                </a:solidFill>
                <a:effectLst/>
                <a:uFillTx/>
                <a:latin typeface="Times New Roman"/>
                <a:ea typeface="Times New Roman"/>
              </a:rPr>
              <a:t>.</a:t>
            </a:r>
            <a:endParaRPr b="0" lang="en-US" sz="3400" strike="noStrike" u="none">
              <a:solidFill>
                <a:srgbClr val="ffffff"/>
              </a:solidFill>
              <a:effectLst/>
              <a:uFillTx/>
              <a:latin typeface="VNI-Times"/>
            </a:endParaRPr>
          </a:p>
          <a:p>
            <a:pP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3400" strike="noStrike" u="none">
                <a:solidFill>
                  <a:srgbClr val="ffffff"/>
                </a:solidFill>
                <a:effectLst/>
                <a:uFillTx/>
                <a:latin typeface="Times New Roman"/>
                <a:ea typeface="Times New Roman"/>
              </a:rPr>
              <a:t>	</a:t>
            </a:r>
            <a:r>
              <a:rPr b="0" lang="en-US" sz="3400" strike="noStrike" u="none">
                <a:solidFill>
                  <a:srgbClr val="ffffff"/>
                </a:solidFill>
                <a:effectLst/>
                <a:uFillTx/>
                <a:latin typeface="Times New Roman"/>
                <a:ea typeface="Times New Roman"/>
              </a:rPr>
              <a:t> 3. </a:t>
            </a:r>
            <a:r>
              <a:rPr b="0" lang="vi-VN" sz="3400" strike="noStrike" u="none">
                <a:solidFill>
                  <a:srgbClr val="ffffff"/>
                </a:solidFill>
                <a:effectLst/>
                <a:uFillTx/>
                <a:latin typeface="Times New Roman"/>
                <a:ea typeface="Times New Roman"/>
              </a:rPr>
              <a:t>Bộ Giáo dục và Đào tạo (2012), Thông tư số 11/2012/TT-BGDĐT, ngày 07/3/2012 của Bộ Giáo dục và Đào tạo ban hành chương trình môn học Giáo dục chính trị dùng trong đào tạo trình độ trung cấp chuyên nghiệp.</a:t>
            </a:r>
            <a:endParaRPr b="0" lang="en-US" sz="3400" strike="noStrike" u="none">
              <a:solidFill>
                <a:srgbClr val="ffffff"/>
              </a:solidFill>
              <a:effectLst/>
              <a:uFillTx/>
              <a:latin typeface="VNI-Times"/>
            </a:endParaRPr>
          </a:p>
        </p:txBody>
      </p:sp>
    </p:spTree>
  </p:cSld>
  <p:timing>
    <p:tnLst>
      <p:par>
        <p:cTn id="559" dur="indefinite" restart="never" nodeType="tmRoot">
          <p:childTnLst>
            <p:seq>
              <p:cTn id="560" dur="indefinite" nodeType="mainSeq">
                <p:childTnLst>
                  <p:par>
                    <p:cTn id="561" dur="indefinite" nodeType="clickEffect" fill="hold">
                      <p:stCondLst>
                        <p:cond delay="indefinite"/>
                      </p:stCondLst>
                      <p:childTnLst>
                        <p:par>
                          <p:cTn id="562" dur="indefinite" nodeType="withEffect" fill="hold">
                            <p:stCondLst>
                              <p:cond delay="0"/>
                            </p:stCondLst>
                            <p:childTnLst>
                              <p:par>
                                <p:cTn id="563" dur="indefinite" nodeType="clickEffect" fill="hold" presetClass="entr" presetID="10">
                                  <p:stCondLst>
                                    <p:cond delay="0"/>
                                  </p:stCondLst>
                                  <p:childTnLst>
                                    <p:set>
                                      <p:cBhvr>
                                        <p:cTn id="564" dur="1" fill="hold">
                                          <p:stCondLst>
                                            <p:cond delay="0"/>
                                          </p:stCondLst>
                                        </p:cTn>
                                        <p:tgtEl>
                                          <p:spTgt spid="179">
                                            <p:txEl>
                                              <p:pRg st="0" end="0"/>
                                            </p:txEl>
                                          </p:spTgt>
                                        </p:tgtEl>
                                        <p:attrNameLst>
                                          <p:attrName>style.visibility</p:attrName>
                                        </p:attrNameLst>
                                      </p:cBhvr>
                                      <p:to>
                                        <p:strVal val="visible"/>
                                      </p:to>
                                    </p:set>
                                    <p:animEffect filter="fade" transition="in">
                                      <p:cBhvr additive="repl">
                                        <p:cTn id="565" dur="500"/>
                                        <p:tgtEl>
                                          <p:spTgt spid="179">
                                            <p:txEl>
                                              <p:pRg st="0" end="0"/>
                                            </p:txEl>
                                          </p:spTgt>
                                        </p:tgtEl>
                                      </p:cBhvr>
                                    </p:animEffect>
                                  </p:childTnLst>
                                </p:cTn>
                              </p:par>
                            </p:childTnLst>
                          </p:cTn>
                        </p:par>
                      </p:childTnLst>
                    </p:cTn>
                  </p:par>
                  <p:par>
                    <p:cTn id="566" dur="indefinite" nodeType="clickEffect" fill="hold">
                      <p:stCondLst>
                        <p:cond delay="indefinite"/>
                      </p:stCondLst>
                      <p:childTnLst>
                        <p:par>
                          <p:cTn id="567" dur="indefinite" nodeType="withEffect" fill="hold">
                            <p:stCondLst>
                              <p:cond delay="0"/>
                            </p:stCondLst>
                            <p:childTnLst>
                              <p:par>
                                <p:cTn id="568" dur="indefinite" nodeType="clickEffect" fill="hold" presetClass="entr" presetID="10">
                                  <p:stCondLst>
                                    <p:cond delay="0"/>
                                  </p:stCondLst>
                                  <p:childTnLst>
                                    <p:set>
                                      <p:cBhvr>
                                        <p:cTn id="569" dur="1" fill="hold">
                                          <p:stCondLst>
                                            <p:cond delay="0"/>
                                          </p:stCondLst>
                                        </p:cTn>
                                        <p:tgtEl>
                                          <p:spTgt spid="179">
                                            <p:txEl>
                                              <p:pRg st="1" end="1"/>
                                            </p:txEl>
                                          </p:spTgt>
                                        </p:tgtEl>
                                        <p:attrNameLst>
                                          <p:attrName>style.visibility</p:attrName>
                                        </p:attrNameLst>
                                      </p:cBhvr>
                                      <p:to>
                                        <p:strVal val="visible"/>
                                      </p:to>
                                    </p:set>
                                    <p:animEffect filter="fade" transition="in">
                                      <p:cBhvr additive="repl">
                                        <p:cTn id="570" dur="500"/>
                                        <p:tgtEl>
                                          <p:spTgt spid="179">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180" name=""/>
          <p:cNvSpPr/>
          <p:nvPr/>
        </p:nvSpPr>
        <p:spPr>
          <a:xfrm>
            <a:off x="495360" y="277920"/>
            <a:ext cx="8915400" cy="1143000"/>
          </a:xfrm>
          <a:prstGeom prst="rect">
            <a:avLst/>
          </a:prstGeom>
          <a:noFill/>
          <a:ln w="0">
            <a:noFill/>
          </a:ln>
        </p:spPr>
        <p:style>
          <a:lnRef idx="0"/>
          <a:fillRef idx="0"/>
          <a:effectRef idx="0"/>
          <a:fontRef idx="minor"/>
        </p:style>
        <p:txBody>
          <a:bodyPr lIns="95760" rIns="95760" tIns="47880" bIns="47880" anchor="ctr" anchorCtr="1">
            <a:noAutofit/>
          </a:bodyPr>
          <a:p>
            <a:pPr algn="ct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en-US" sz="4600" strike="noStrike" u="none">
                <a:solidFill>
                  <a:srgbClr val="ffffff"/>
                </a:solidFill>
                <a:effectLst/>
                <a:uFillTx/>
                <a:latin typeface="Arial"/>
              </a:rPr>
              <a:t>Câu hỏi lượng giá:</a:t>
            </a:r>
            <a:endParaRPr b="0" lang="en-US" sz="4600" strike="noStrike" u="none">
              <a:solidFill>
                <a:srgbClr val="ffffff"/>
              </a:solidFill>
              <a:effectLst/>
              <a:uFillTx/>
              <a:latin typeface="VNI-Times"/>
            </a:endParaRPr>
          </a:p>
        </p:txBody>
      </p:sp>
      <p:sp>
        <p:nvSpPr>
          <p:cNvPr id="181" name=""/>
          <p:cNvSpPr/>
          <p:nvPr/>
        </p:nvSpPr>
        <p:spPr>
          <a:xfrm>
            <a:off x="495360" y="1603440"/>
            <a:ext cx="8915400" cy="4527360"/>
          </a:xfrm>
          <a:prstGeom prst="rect">
            <a:avLst/>
          </a:prstGeom>
          <a:noFill/>
          <a:ln w="0">
            <a:noFill/>
          </a:ln>
        </p:spPr>
        <p:style>
          <a:lnRef idx="0"/>
          <a:fillRef idx="0"/>
          <a:effectRef idx="0"/>
          <a:fontRef idx="minor"/>
        </p:style>
        <p:txBody>
          <a:bodyPr lIns="95760" rIns="95760" tIns="47880" bIns="47880" anchor="t">
            <a:noAutofit/>
          </a:bodyPr>
          <a:p>
            <a:pPr>
              <a:lnSpc>
                <a:spcPct val="100000"/>
              </a:lnSpc>
              <a:spcBef>
                <a:spcPts val="88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en-US" sz="3400" strike="noStrike" u="none">
                <a:solidFill>
                  <a:srgbClr val="ffffff"/>
                </a:solidFill>
                <a:effectLst/>
                <a:uFillTx/>
                <a:latin typeface="Arial"/>
              </a:rPr>
              <a:t>Câu 1.</a:t>
            </a:r>
            <a:r>
              <a:rPr b="0" lang="en-US" sz="3400" strike="noStrike" u="none">
                <a:solidFill>
                  <a:srgbClr val="ffffff"/>
                </a:solidFill>
                <a:effectLst/>
                <a:uFillTx/>
                <a:latin typeface="Arial"/>
              </a:rPr>
              <a:t>  </a:t>
            </a:r>
            <a:r>
              <a:rPr b="0" lang="vi-VN" sz="3400" strike="noStrike" u="none">
                <a:solidFill>
                  <a:srgbClr val="ffffff"/>
                </a:solidFill>
                <a:effectLst/>
                <a:uFillTx/>
                <a:latin typeface="Arial"/>
              </a:rPr>
              <a:t>Trình bày vị trí, tính chất, mục tiêu môn học</a:t>
            </a:r>
            <a:r>
              <a:rPr b="0" lang="en-US" sz="3400" strike="noStrike" u="none">
                <a:solidFill>
                  <a:srgbClr val="ffffff"/>
                </a:solidFill>
                <a:effectLst/>
                <a:uFillTx/>
                <a:latin typeface="Arial"/>
              </a:rPr>
              <a:t>?</a:t>
            </a:r>
            <a:endParaRPr b="0" lang="en-US" sz="3400" strike="noStrike" u="none">
              <a:solidFill>
                <a:srgbClr val="ffffff"/>
              </a:solidFill>
              <a:effectLst/>
              <a:uFillTx/>
              <a:latin typeface="VNI-Times"/>
            </a:endParaRPr>
          </a:p>
          <a:p>
            <a:pPr>
              <a:lnSpc>
                <a:spcPct val="100000"/>
              </a:lnSpc>
              <a:spcBef>
                <a:spcPts val="88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en-US" sz="3400" strike="noStrike" u="none">
                <a:solidFill>
                  <a:srgbClr val="ffffff"/>
                </a:solidFill>
                <a:effectLst/>
                <a:uFillTx/>
                <a:latin typeface="Arial"/>
              </a:rPr>
              <a:t>Câu 2.</a:t>
            </a:r>
            <a:r>
              <a:rPr b="0" lang="en-US" sz="3400" strike="noStrike" u="none">
                <a:solidFill>
                  <a:srgbClr val="ffffff"/>
                </a:solidFill>
                <a:effectLst/>
                <a:uFillTx/>
                <a:latin typeface="Arial"/>
              </a:rPr>
              <a:t> </a:t>
            </a:r>
            <a:r>
              <a:rPr b="0" lang="vi-VN" sz="3400" strike="noStrike" u="none">
                <a:solidFill>
                  <a:srgbClr val="ffffff"/>
                </a:solidFill>
                <a:effectLst/>
                <a:uFillTx/>
                <a:latin typeface="Arial"/>
              </a:rPr>
              <a:t>Trình bày nội dung chính, phương pháp dạy học và đánh giá môn học</a:t>
            </a:r>
            <a:r>
              <a:rPr b="0" lang="en-US" sz="3400" strike="noStrike" u="none">
                <a:solidFill>
                  <a:srgbClr val="ffffff"/>
                </a:solidFill>
                <a:effectLst/>
                <a:uFillTx/>
                <a:latin typeface="Arial"/>
              </a:rPr>
              <a:t>?</a:t>
            </a:r>
            <a:endParaRPr b="0" lang="en-US" sz="3400" strike="noStrike" u="none">
              <a:solidFill>
                <a:srgbClr val="ffffff"/>
              </a:solidFill>
              <a:effectLst/>
              <a:uFillTx/>
              <a:latin typeface="VNI-Times"/>
            </a:endParaRPr>
          </a:p>
          <a:p>
            <a:pPr>
              <a:lnSpc>
                <a:spcPct val="100000"/>
              </a:lnSpc>
              <a:spcBef>
                <a:spcPts val="88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endParaRPr b="0" lang="en-US" sz="3400" strike="noStrike" u="none">
              <a:solidFill>
                <a:srgbClr val="ffffff"/>
              </a:solidFill>
              <a:effectLst/>
              <a:uFillTx/>
              <a:latin typeface="VNI-Times"/>
            </a:endParaRPr>
          </a:p>
        </p:txBody>
      </p:sp>
      <p:sp>
        <p:nvSpPr>
          <p:cNvPr id="182" name=""/>
          <p:cNvSpPr/>
          <p:nvPr/>
        </p:nvSpPr>
        <p:spPr>
          <a:xfrm>
            <a:off x="7099200" y="6246720"/>
            <a:ext cx="2311560" cy="453960"/>
          </a:xfrm>
          <a:prstGeom prst="rect">
            <a:avLst/>
          </a:prstGeom>
          <a:noFill/>
          <a:ln w="0">
            <a:noFill/>
          </a:ln>
        </p:spPr>
        <p:style>
          <a:lnRef idx="0"/>
          <a:fillRef idx="0"/>
          <a:effectRef idx="0"/>
          <a:fontRef idx="minor"/>
        </p:style>
        <p:txBody>
          <a:bodyPr lIns="95760" rIns="95760" tIns="47880" bIns="47880" anchor="b">
            <a:noAutofit/>
          </a:bodyPr>
          <a:p>
            <a:pPr algn="r">
              <a:lnSpc>
                <a:spcPct val="100000"/>
              </a:lnSpc>
              <a:spcBef>
                <a:spcPts val="37"/>
              </a:spcBef>
              <a:spcAft>
                <a:spcPts val="37"/>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DEEE8393-00BE-4917-B3B6-0B63D833ADE3}" type="slidenum">
              <a:rPr b="0" lang="en-US" sz="1200" strike="noStrike" u="none">
                <a:solidFill>
                  <a:srgbClr val="ffffff"/>
                </a:solidFill>
                <a:effectLst/>
                <a:uFillTx/>
                <a:latin typeface="Arial"/>
              </a:rPr>
              <a:t>&lt;number&gt;</a:t>
            </a:fld>
            <a:endParaRPr b="0" lang="en-US" sz="1200" strike="noStrike" u="none">
              <a:solidFill>
                <a:srgbClr val="ffffff"/>
              </a:solidFill>
              <a:effectLst/>
              <a:uFillTx/>
              <a:latin typeface="VNI-Times"/>
            </a:endParaRPr>
          </a:p>
        </p:txBody>
      </p:sp>
    </p:spTree>
  </p:cSld>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183" name=""/>
          <p:cNvSpPr/>
          <p:nvPr/>
        </p:nvSpPr>
        <p:spPr>
          <a:xfrm>
            <a:off x="495360" y="277920"/>
            <a:ext cx="8915400" cy="1143000"/>
          </a:xfrm>
          <a:prstGeom prst="rect">
            <a:avLst/>
          </a:prstGeom>
          <a:noFill/>
          <a:ln w="0">
            <a:noFill/>
          </a:ln>
        </p:spPr>
        <p:style>
          <a:lnRef idx="0"/>
          <a:fillRef idx="0"/>
          <a:effectRef idx="0"/>
          <a:fontRef idx="minor"/>
        </p:style>
        <p:txBody>
          <a:bodyPr lIns="95760" rIns="95760" tIns="47880" bIns="47880" anchor="ctr" anchorCtr="1">
            <a:noAutofit/>
          </a:bodyPr>
          <a:p>
            <a:pPr algn="ctr">
              <a:lnSpc>
                <a:spcPct val="100000"/>
              </a:lnSpc>
              <a:spcBef>
                <a:spcPts val="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1" lang="en-US" sz="4600" strike="noStrike" u="none">
                <a:solidFill>
                  <a:srgbClr val="ffffff"/>
                </a:solidFill>
                <a:effectLst/>
                <a:uFillTx/>
                <a:latin typeface="Arial"/>
              </a:rPr>
              <a:t>Câu hỏi thảo luận:</a:t>
            </a:r>
            <a:endParaRPr b="0" lang="en-US" sz="4600" strike="noStrike" u="none">
              <a:solidFill>
                <a:srgbClr val="ffffff"/>
              </a:solidFill>
              <a:effectLst/>
              <a:uFillTx/>
              <a:latin typeface="VNI-Times"/>
            </a:endParaRPr>
          </a:p>
        </p:txBody>
      </p:sp>
      <p:sp>
        <p:nvSpPr>
          <p:cNvPr id="184" name=""/>
          <p:cNvSpPr/>
          <p:nvPr/>
        </p:nvSpPr>
        <p:spPr>
          <a:xfrm>
            <a:off x="495360" y="1603440"/>
            <a:ext cx="8915400" cy="4527360"/>
          </a:xfrm>
          <a:prstGeom prst="rect">
            <a:avLst/>
          </a:prstGeom>
          <a:noFill/>
          <a:ln w="0">
            <a:noFill/>
          </a:ln>
        </p:spPr>
        <p:style>
          <a:lnRef idx="0"/>
          <a:fillRef idx="0"/>
          <a:effectRef idx="0"/>
          <a:fontRef idx="minor"/>
        </p:style>
        <p:txBody>
          <a:bodyPr lIns="95760" rIns="95760" tIns="47880" bIns="47880" anchor="t">
            <a:noAutofit/>
          </a:bodyPr>
          <a:p>
            <a:pPr marL="358920" indent="-358920">
              <a:lnSpc>
                <a:spcPct val="100000"/>
              </a:lnSpc>
              <a:spcBef>
                <a:spcPts val="887"/>
              </a:spcBef>
              <a:spcAft>
                <a:spcPts val="37"/>
              </a:spcAft>
              <a:buSzPct val="100000"/>
              <a:buBlip>
                <a:blip r:embed="rId1"/>
              </a:buBlip>
              <a:tabLst>
                <a:tab algn="l" pos="957240"/>
                <a:tab algn="l" pos="1914480"/>
                <a:tab algn="l" pos="2871720"/>
                <a:tab algn="l" pos="3828960"/>
                <a:tab algn="l" pos="4786200"/>
                <a:tab algn="l" pos="5743440"/>
                <a:tab algn="l" pos="6700680"/>
                <a:tab algn="l" pos="7658280"/>
                <a:tab algn="l" pos="8615520"/>
                <a:tab algn="l" pos="9572760"/>
                <a:tab algn="l" pos="10530000"/>
              </a:tabLst>
            </a:pPr>
            <a:r>
              <a:rPr b="0" i="1" lang="nl-NL" sz="3400" strike="noStrike" u="none">
                <a:solidFill>
                  <a:srgbClr val="ffffff"/>
                </a:solidFill>
                <a:effectLst/>
                <a:uFillTx/>
                <a:latin typeface="Arial"/>
              </a:rPr>
              <a:t>1. Làm rõ vị trí và tính chất của môn Giáo dục chính trị?</a:t>
            </a:r>
            <a:endParaRPr b="0" lang="en-US" sz="3400" strike="noStrike" u="none">
              <a:solidFill>
                <a:srgbClr val="ffffff"/>
              </a:solidFill>
              <a:effectLst/>
              <a:uFillTx/>
              <a:latin typeface="VNI-Times"/>
            </a:endParaRPr>
          </a:p>
          <a:p>
            <a:pPr marL="358920" indent="-358920">
              <a:lnSpc>
                <a:spcPct val="100000"/>
              </a:lnSpc>
              <a:spcBef>
                <a:spcPts val="887"/>
              </a:spcBef>
              <a:spcAft>
                <a:spcPts val="37"/>
              </a:spcAft>
              <a:buSzPct val="100000"/>
              <a:buBlip>
                <a:blip r:embed="rId2"/>
              </a:buBlip>
              <a:tabLst>
                <a:tab algn="l" pos="957240"/>
                <a:tab algn="l" pos="1914480"/>
                <a:tab algn="l" pos="2871720"/>
                <a:tab algn="l" pos="3828960"/>
                <a:tab algn="l" pos="4786200"/>
                <a:tab algn="l" pos="5743440"/>
                <a:tab algn="l" pos="6700680"/>
                <a:tab algn="l" pos="7658280"/>
                <a:tab algn="l" pos="8615520"/>
                <a:tab algn="l" pos="9572760"/>
                <a:tab algn="l" pos="10530000"/>
              </a:tabLst>
            </a:pPr>
            <a:r>
              <a:rPr b="0" i="1" lang="nl-NL" sz="3400" strike="noStrike" u="none">
                <a:solidFill>
                  <a:srgbClr val="ffffff"/>
                </a:solidFill>
                <a:effectLst/>
                <a:uFillTx/>
                <a:latin typeface="Arial"/>
              </a:rPr>
              <a:t>2. Cần phải làm những gì để học tập tốt môn Giáo dục chính trị?</a:t>
            </a:r>
            <a:endParaRPr b="0" lang="en-US" sz="3400" strike="noStrike" u="none">
              <a:solidFill>
                <a:srgbClr val="ffffff"/>
              </a:solidFill>
              <a:effectLst/>
              <a:uFillTx/>
              <a:latin typeface="VNI-Times"/>
            </a:endParaRPr>
          </a:p>
          <a:p>
            <a:pPr marL="358920" indent="-358920">
              <a:lnSpc>
                <a:spcPct val="100000"/>
              </a:lnSpc>
              <a:spcBef>
                <a:spcPts val="887"/>
              </a:spcBef>
              <a:spcAft>
                <a:spcPts val="37"/>
              </a:spcAft>
              <a:buSzPct val="100000"/>
              <a:buBlip>
                <a:blip r:embed="rId3"/>
              </a:buBlip>
              <a:tabLst>
                <a:tab algn="l" pos="957240"/>
                <a:tab algn="l" pos="1914480"/>
                <a:tab algn="l" pos="2871720"/>
                <a:tab algn="l" pos="3828960"/>
                <a:tab algn="l" pos="4786200"/>
                <a:tab algn="l" pos="5743440"/>
                <a:tab algn="l" pos="6700680"/>
                <a:tab algn="l" pos="7658280"/>
                <a:tab algn="l" pos="8615520"/>
                <a:tab algn="l" pos="9572760"/>
                <a:tab algn="l" pos="10530000"/>
              </a:tabLst>
            </a:pPr>
            <a:br>
              <a:rPr sz="3400"/>
            </a:br>
            <a:r>
              <a:rPr b="0" lang="nl-NL" sz="3400" strike="noStrike" u="none">
                <a:solidFill>
                  <a:srgbClr val="ffffff"/>
                </a:solidFill>
                <a:effectLst/>
                <a:uFillTx/>
                <a:latin typeface="Arial"/>
              </a:rPr>
              <a:t> </a:t>
            </a:r>
            <a:endParaRPr b="0" lang="en-US" sz="3400" strike="noStrike" u="none">
              <a:solidFill>
                <a:srgbClr val="ffffff"/>
              </a:solidFill>
              <a:effectLst/>
              <a:uFillTx/>
              <a:latin typeface="VNI-Times"/>
            </a:endParaRPr>
          </a:p>
        </p:txBody>
      </p:sp>
      <p:sp>
        <p:nvSpPr>
          <p:cNvPr id="185" name=""/>
          <p:cNvSpPr/>
          <p:nvPr/>
        </p:nvSpPr>
        <p:spPr>
          <a:xfrm>
            <a:off x="7099200" y="6246720"/>
            <a:ext cx="2311560" cy="453960"/>
          </a:xfrm>
          <a:prstGeom prst="rect">
            <a:avLst/>
          </a:prstGeom>
          <a:noFill/>
          <a:ln w="0">
            <a:noFill/>
          </a:ln>
        </p:spPr>
        <p:style>
          <a:lnRef idx="0"/>
          <a:fillRef idx="0"/>
          <a:effectRef idx="0"/>
          <a:fontRef idx="minor"/>
        </p:style>
        <p:txBody>
          <a:bodyPr lIns="95760" rIns="95760" tIns="47880" bIns="47880" anchor="b">
            <a:noAutofit/>
          </a:bodyPr>
          <a:p>
            <a:pPr algn="r">
              <a:lnSpc>
                <a:spcPct val="100000"/>
              </a:lnSpc>
              <a:spcBef>
                <a:spcPts val="37"/>
              </a:spcBef>
              <a:spcAft>
                <a:spcPts val="37"/>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5C5E4164-568B-4769-9666-0B3C9DDCABD4}" type="slidenum">
              <a:rPr b="0" lang="en-US" sz="1200" strike="noStrike" u="none">
                <a:solidFill>
                  <a:srgbClr val="ffffff"/>
                </a:solidFill>
                <a:effectLst/>
                <a:uFillTx/>
                <a:latin typeface="Arial"/>
              </a:rPr>
              <a:t>&lt;number&gt;</a:t>
            </a:fld>
            <a:endParaRPr b="0" lang="en-US" sz="1200" strike="noStrike" u="none">
              <a:solidFill>
                <a:srgbClr val="ffffff"/>
              </a:solidFill>
              <a:effectLst/>
              <a:uFillTx/>
              <a:latin typeface="VNI-Times"/>
            </a:endParaRPr>
          </a:p>
        </p:txBody>
      </p:sp>
    </p:spTree>
  </p:cSld>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00058"/>
            </a:gs>
            <a:gs pos="100000">
              <a:srgbClr val="000099"/>
            </a:gs>
          </a:gsLst>
          <a:lin ang="2700000"/>
        </a:gradFill>
      </p:bgPr>
    </p:bg>
    <p:spTree>
      <p:nvGrpSpPr>
        <p:cNvPr id="1" name=""/>
        <p:cNvGrpSpPr/>
        <p:nvPr/>
      </p:nvGrpSpPr>
      <p:grpSpPr>
        <a:xfrm>
          <a:off x="0" y="0"/>
          <a:ext cx="0" cy="0"/>
          <a:chOff x="0" y="0"/>
          <a:chExt cx="0" cy="0"/>
        </a:xfrm>
      </p:grpSpPr>
      <p:sp>
        <p:nvSpPr>
          <p:cNvPr id="186" name=""/>
          <p:cNvSpPr/>
          <p:nvPr/>
        </p:nvSpPr>
        <p:spPr>
          <a:xfrm>
            <a:off x="495360" y="457200"/>
            <a:ext cx="8915400" cy="5673600"/>
          </a:xfrm>
          <a:prstGeom prst="rect">
            <a:avLst/>
          </a:prstGeom>
          <a:noFill/>
          <a:ln w="0">
            <a:noFill/>
          </a:ln>
        </p:spPr>
        <p:style>
          <a:lnRef idx="0"/>
          <a:fillRef idx="0"/>
          <a:effectRef idx="0"/>
          <a:fontRef idx="minor"/>
        </p:style>
        <p:txBody>
          <a:bodyPr lIns="95760" rIns="95760" tIns="47880" bIns="47880" anchor="t">
            <a:noAutofit/>
          </a:bodyPr>
          <a:p>
            <a:pPr marL="358920" indent="-358920" algn="ctr">
              <a:lnSpc>
                <a:spcPct val="100000"/>
              </a:lnSpc>
              <a:spcBef>
                <a:spcPts val="11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4400" strike="noStrike" u="none">
                <a:solidFill>
                  <a:srgbClr val="ffff00"/>
                </a:solidFill>
                <a:effectLst/>
                <a:uFillTx/>
                <a:latin typeface="Arial"/>
              </a:rPr>
              <a:t>Xin trân trọng cám ơn</a:t>
            </a:r>
            <a:endParaRPr b="0" lang="en-US" sz="4400" strike="noStrike" u="none">
              <a:solidFill>
                <a:srgbClr val="ffffff"/>
              </a:solidFill>
              <a:effectLst/>
              <a:uFillTx/>
              <a:latin typeface="VNI-Times"/>
            </a:endParaRPr>
          </a:p>
          <a:p>
            <a:pPr marL="358920" indent="-358920" algn="ctr">
              <a:lnSpc>
                <a:spcPct val="100000"/>
              </a:lnSpc>
              <a:spcBef>
                <a:spcPts val="1137"/>
              </a:spcBef>
              <a:spcAft>
                <a:spcPts val="37"/>
              </a:spcAft>
              <a:tabLst>
                <a:tab algn="l" pos="0"/>
                <a:tab algn="l" pos="957240"/>
                <a:tab algn="l" pos="1914480"/>
                <a:tab algn="l" pos="2871720"/>
                <a:tab algn="l" pos="3828960"/>
                <a:tab algn="l" pos="4786200"/>
                <a:tab algn="l" pos="5743440"/>
                <a:tab algn="l" pos="6700680"/>
                <a:tab algn="l" pos="7658280"/>
                <a:tab algn="l" pos="8615520"/>
                <a:tab algn="l" pos="9572760"/>
                <a:tab algn="l" pos="10530000"/>
              </a:tabLst>
            </a:pPr>
            <a:r>
              <a:rPr b="0" lang="en-US" sz="4400" strike="noStrike" u="none">
                <a:solidFill>
                  <a:srgbClr val="ffff00"/>
                </a:solidFill>
                <a:effectLst/>
                <a:uFillTx/>
                <a:latin typeface="Arial"/>
              </a:rPr>
              <a:t>các em  </a:t>
            </a:r>
            <a:endParaRPr b="0" lang="en-US" sz="4400" strike="noStrike" u="none">
              <a:solidFill>
                <a:srgbClr val="ffffff"/>
              </a:solidFill>
              <a:effectLst/>
              <a:uFillTx/>
              <a:latin typeface="VNI-Times"/>
            </a:endParaRPr>
          </a:p>
        </p:txBody>
      </p:sp>
      <p:sp>
        <p:nvSpPr>
          <p:cNvPr id="187" name=""/>
          <p:cNvSpPr/>
          <p:nvPr/>
        </p:nvSpPr>
        <p:spPr>
          <a:xfrm>
            <a:off x="7099200" y="6246720"/>
            <a:ext cx="2311560" cy="453960"/>
          </a:xfrm>
          <a:prstGeom prst="rect">
            <a:avLst/>
          </a:prstGeom>
          <a:noFill/>
          <a:ln w="0">
            <a:noFill/>
          </a:ln>
        </p:spPr>
        <p:style>
          <a:lnRef idx="0"/>
          <a:fillRef idx="0"/>
          <a:effectRef idx="0"/>
          <a:fontRef idx="minor"/>
        </p:style>
        <p:txBody>
          <a:bodyPr lIns="95760" rIns="95760" tIns="47880" bIns="47880" anchor="b">
            <a:noAutofit/>
          </a:bodyPr>
          <a:p>
            <a:pPr algn="r">
              <a:lnSpc>
                <a:spcPct val="100000"/>
              </a:lnSpc>
              <a:spcBef>
                <a:spcPts val="37"/>
              </a:spcBef>
              <a:spcAft>
                <a:spcPts val="37"/>
              </a:spcAft>
              <a:tabLst>
                <a:tab algn="l" pos="0"/>
                <a:tab algn="l" pos="914400"/>
                <a:tab algn="l" pos="1828800"/>
                <a:tab algn="l" pos="2743200"/>
                <a:tab algn="l" pos="3657600"/>
                <a:tab algn="l" pos="4572000"/>
                <a:tab algn="l" pos="5486400"/>
                <a:tab algn="l" pos="6400800"/>
                <a:tab algn="l" pos="7315200"/>
                <a:tab algn="l" pos="8229600"/>
                <a:tab algn="l" pos="9144000"/>
                <a:tab algn="l" pos="10058400"/>
                <a:tab algn="l" pos="10515600"/>
              </a:tabLst>
            </a:pPr>
            <a:fld id="{38553347-A2AE-4594-B2D5-6BA3B0A34F55}" type="slidenum">
              <a:rPr b="0" lang="en-US" sz="1200" strike="noStrike" u="none">
                <a:solidFill>
                  <a:srgbClr val="ffffff"/>
                </a:solidFill>
                <a:effectLst/>
                <a:uFillTx/>
                <a:latin typeface="Arial"/>
              </a:rPr>
              <a:t>&lt;number&gt;</a:t>
            </a:fld>
            <a:endParaRPr b="0" lang="en-US" sz="1200" strike="noStrike" u="none">
              <a:solidFill>
                <a:srgbClr val="ffffff"/>
              </a:solidFill>
              <a:effectLst/>
              <a:uFillTx/>
              <a:latin typeface="VNI-Times"/>
            </a:endParaRPr>
          </a:p>
        </p:txBody>
      </p:sp>
      <p:pic>
        <p:nvPicPr>
          <p:cNvPr id="188" name="" descr=""/>
          <p:cNvPicPr/>
          <p:nvPr/>
        </p:nvPicPr>
        <p:blipFill>
          <a:blip r:embed="rId1"/>
          <a:stretch/>
        </p:blipFill>
        <p:spPr>
          <a:xfrm>
            <a:off x="2476440" y="2133720"/>
            <a:ext cx="4953240" cy="4113000"/>
          </a:xfrm>
          <a:prstGeom prst="rect">
            <a:avLst/>
          </a:prstGeom>
          <a:noFill/>
          <a:ln w="0">
            <a:noFill/>
          </a:ln>
        </p:spPr>
      </p:pic>
    </p:spTree>
  </p:cSld>
  <p:timing>
    <p:tnLst>
      <p:par>
        <p:cTn id="571" dur="indefinite" restart="never" nodeType="tmRoot">
          <p:childTnLst>
            <p:seq>
              <p:cTn id="572" dur="indefinite" nodeType="mainSeq">
                <p:childTnLst>
                  <p:par>
                    <p:cTn id="573" dur="indefinite" nodeType="clickEffect" fill="hold">
                      <p:stCondLst>
                        <p:cond delay="indefinite"/>
                      </p:stCondLst>
                      <p:childTnLst>
                        <p:par>
                          <p:cTn id="574" dur="indefinite" nodeType="withEffect" fill="hold">
                            <p:stCondLst>
                              <p:cond delay="0"/>
                            </p:stCondLst>
                            <p:childTnLst>
                              <p:par>
                                <p:cTn id="575" dur="indefinite" nodeType="clickEffect" fill="hold" presetClass="entr" presetID="3" presetSubtype="10">
                                  <p:stCondLst>
                                    <p:cond delay="0"/>
                                  </p:stCondLst>
                                  <p:childTnLst>
                                    <p:set>
                                      <p:cBhvr>
                                        <p:cTn id="576" dur="1" fill="hold">
                                          <p:stCondLst>
                                            <p:cond delay="0"/>
                                          </p:stCondLst>
                                        </p:cTn>
                                        <p:tgtEl>
                                          <p:spTgt spid="186">
                                            <p:txEl>
                                              <p:pRg st="0" end="0"/>
                                            </p:txEl>
                                          </p:spTgt>
                                        </p:tgtEl>
                                        <p:attrNameLst>
                                          <p:attrName>style.visibility</p:attrName>
                                        </p:attrNameLst>
                                      </p:cBhvr>
                                      <p:to>
                                        <p:strVal val="visible"/>
                                      </p:to>
                                    </p:set>
                                    <p:animEffect filter="blinds(horizontal)" transition="in">
                                      <p:cBhvr additive="repl">
                                        <p:cTn id="577" dur="500"/>
                                        <p:tgtEl>
                                          <p:spTgt spid="186">
                                            <p:txEl>
                                              <p:pRg st="0" end="0"/>
                                            </p:txEl>
                                          </p:spTgt>
                                        </p:tgtEl>
                                      </p:cBhvr>
                                    </p:animEffect>
                                  </p:childTnLst>
                                </p:cTn>
                              </p:par>
                            </p:childTnLst>
                          </p:cTn>
                        </p:par>
                      </p:childTnLst>
                    </p:cTn>
                  </p:par>
                  <p:par>
                    <p:cTn id="578" dur="indefinite" nodeType="clickEffect" fill="hold">
                      <p:stCondLst>
                        <p:cond delay="indefinite"/>
                      </p:stCondLst>
                      <p:childTnLst>
                        <p:par>
                          <p:cTn id="579" dur="indefinite" nodeType="withEffect" fill="hold">
                            <p:stCondLst>
                              <p:cond delay="0"/>
                            </p:stCondLst>
                            <p:childTnLst>
                              <p:par>
                                <p:cTn id="580" dur="indefinite" nodeType="clickEffect" fill="hold" presetClass="entr" presetID="3" presetSubtype="10">
                                  <p:stCondLst>
                                    <p:cond delay="0"/>
                                  </p:stCondLst>
                                  <p:childTnLst>
                                    <p:set>
                                      <p:cBhvr>
                                        <p:cTn id="581" dur="1" fill="hold">
                                          <p:stCondLst>
                                            <p:cond delay="0"/>
                                          </p:stCondLst>
                                        </p:cTn>
                                        <p:tgtEl>
                                          <p:spTgt spid="186">
                                            <p:txEl>
                                              <p:pRg st="1" end="1"/>
                                            </p:txEl>
                                          </p:spTgt>
                                        </p:tgtEl>
                                        <p:attrNameLst>
                                          <p:attrName>style.visibility</p:attrName>
                                        </p:attrNameLst>
                                      </p:cBhvr>
                                      <p:to>
                                        <p:strVal val="visible"/>
                                      </p:to>
                                    </p:set>
                                    <p:animEffect filter="blinds(horizontal)" transition="in">
                                      <p:cBhvr additive="repl">
                                        <p:cTn id="582" dur="500"/>
                                        <p:tgtEl>
                                          <p:spTgt spid="186">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5044</TotalTime>
  <Application>LibreOffice/25.2.2.2$Linux_X86_64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2006-04-17T17:41:59Z</dcterms:created>
  <dc:creator>Mr. Cao</dc:creator>
  <dc:description/>
  <dc:language>en-US</dc:language>
  <cp:lastModifiedBy/>
  <cp:lastPrinted>2006-04-21T08:53:36Z</cp:lastPrinted>
  <dcterms:modified xsi:type="dcterms:W3CDTF">2026-06-11T16:57:37Z</dcterms:modified>
  <cp:revision>542</cp:revision>
  <dc:subject/>
  <dc:title>hå chƯ minh anh hïng d©n téc – danh nh©n v¨n ho¸ thƠ giíi vµ t­ t­ëng gi¸o dôc cña ng­êi</dc:title>
</cp:coreProperties>
</file>